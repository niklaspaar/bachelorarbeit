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5" r:id="rId5"/>
  </p:sldMasterIdLst>
  <p:notesMasterIdLst>
    <p:notesMasterId r:id="rId10"/>
  </p:notesMasterIdLst>
  <p:sldIdLst>
    <p:sldId id="2535" r:id="rId6"/>
    <p:sldId id="2539" r:id="rId7"/>
    <p:sldId id="2536" r:id="rId8"/>
    <p:sldId id="2537" r:id="rId9"/>
  </p:sldIdLst>
  <p:sldSz cx="11520488" cy="6480175"/>
  <p:notesSz cx="6858000" cy="9144000"/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24"/>
    <a:srgbClr val="C992FF"/>
    <a:srgbClr val="84B57E"/>
    <a:srgbClr val="5B95BD"/>
    <a:srgbClr val="477C44"/>
    <a:srgbClr val="BF7B2C"/>
    <a:srgbClr val="CBDBE1"/>
    <a:srgbClr val="0090A7"/>
    <a:srgbClr val="EEEEEE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927A6-C9CF-4D58-BFB8-735A16E88457}" v="30" dt="2025-09-12T09:57:00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5642" autoAdjust="0"/>
  </p:normalViewPr>
  <p:slideViewPr>
    <p:cSldViewPr snapToGrid="0" showGuides="1">
      <p:cViewPr varScale="1">
        <p:scale>
          <a:sx n="102" d="100"/>
          <a:sy n="102" d="100"/>
        </p:scale>
        <p:origin x="744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Rupp" userId="72e9372f-1442-4288-bc7b-a4b398c45d26" providerId="ADAL" clId="{8B5927A6-C9CF-4D58-BFB8-735A16E88457}"/>
    <pc:docChg chg="custSel addSld delSld modSld">
      <pc:chgData name="Stefan Rupp" userId="72e9372f-1442-4288-bc7b-a4b398c45d26" providerId="ADAL" clId="{8B5927A6-C9CF-4D58-BFB8-735A16E88457}" dt="2025-09-12T09:57:09.087" v="1028" actId="2696"/>
      <pc:docMkLst>
        <pc:docMk/>
      </pc:docMkLst>
      <pc:sldChg chg="del">
        <pc:chgData name="Stefan Rupp" userId="72e9372f-1442-4288-bc7b-a4b398c45d26" providerId="ADAL" clId="{8B5927A6-C9CF-4D58-BFB8-735A16E88457}" dt="2025-09-09T11:10:24.651" v="21" actId="47"/>
        <pc:sldMkLst>
          <pc:docMk/>
          <pc:sldMk cId="3471829944" sldId="2530"/>
        </pc:sldMkLst>
      </pc:sldChg>
      <pc:sldChg chg="del">
        <pc:chgData name="Stefan Rupp" userId="72e9372f-1442-4288-bc7b-a4b398c45d26" providerId="ADAL" clId="{8B5927A6-C9CF-4D58-BFB8-735A16E88457}" dt="2025-09-09T11:10:24.860" v="22" actId="47"/>
        <pc:sldMkLst>
          <pc:docMk/>
          <pc:sldMk cId="4212080966" sldId="2532"/>
        </pc:sldMkLst>
      </pc:sldChg>
      <pc:sldChg chg="del">
        <pc:chgData name="Stefan Rupp" userId="72e9372f-1442-4288-bc7b-a4b398c45d26" providerId="ADAL" clId="{8B5927A6-C9CF-4D58-BFB8-735A16E88457}" dt="2025-09-09T11:10:25.264" v="24" actId="47"/>
        <pc:sldMkLst>
          <pc:docMk/>
          <pc:sldMk cId="2103160443" sldId="2533"/>
        </pc:sldMkLst>
      </pc:sldChg>
      <pc:sldChg chg="del">
        <pc:chgData name="Stefan Rupp" userId="72e9372f-1442-4288-bc7b-a4b398c45d26" providerId="ADAL" clId="{8B5927A6-C9CF-4D58-BFB8-735A16E88457}" dt="2025-09-09T11:10:25.050" v="23" actId="47"/>
        <pc:sldMkLst>
          <pc:docMk/>
          <pc:sldMk cId="2723837204" sldId="2534"/>
        </pc:sldMkLst>
      </pc:sldChg>
      <pc:sldChg chg="addSp delSp modSp mod delAnim">
        <pc:chgData name="Stefan Rupp" userId="72e9372f-1442-4288-bc7b-a4b398c45d26" providerId="ADAL" clId="{8B5927A6-C9CF-4D58-BFB8-735A16E88457}" dt="2025-09-12T09:56:48.406" v="1025"/>
        <pc:sldMkLst>
          <pc:docMk/>
          <pc:sldMk cId="1509142804" sldId="2535"/>
        </pc:sldMkLst>
        <pc:spChg chg="add mod">
          <ac:chgData name="Stefan Rupp" userId="72e9372f-1442-4288-bc7b-a4b398c45d26" providerId="ADAL" clId="{8B5927A6-C9CF-4D58-BFB8-735A16E88457}" dt="2025-09-12T09:53:14.043" v="771" actId="1037"/>
          <ac:spMkLst>
            <pc:docMk/>
            <pc:sldMk cId="1509142804" sldId="2535"/>
            <ac:spMk id="2" creationId="{645EBEB2-7CCE-26AD-5375-9D6B45396C06}"/>
          </ac:spMkLst>
        </pc:spChg>
        <pc:spChg chg="add mod">
          <ac:chgData name="Stefan Rupp" userId="72e9372f-1442-4288-bc7b-a4b398c45d26" providerId="ADAL" clId="{8B5927A6-C9CF-4D58-BFB8-735A16E88457}" dt="2025-09-09T11:22:40.649" v="370" actId="1038"/>
          <ac:spMkLst>
            <pc:docMk/>
            <pc:sldMk cId="1509142804" sldId="2535"/>
            <ac:spMk id="3" creationId="{41277B59-3FAC-A417-DDFA-3B11E9BEEA6F}"/>
          </ac:spMkLst>
        </pc:spChg>
        <pc:spChg chg="add mod">
          <ac:chgData name="Stefan Rupp" userId="72e9372f-1442-4288-bc7b-a4b398c45d26" providerId="ADAL" clId="{8B5927A6-C9CF-4D58-BFB8-735A16E88457}" dt="2025-09-12T09:48:46.990" v="513" actId="1076"/>
          <ac:spMkLst>
            <pc:docMk/>
            <pc:sldMk cId="1509142804" sldId="2535"/>
            <ac:spMk id="5" creationId="{676F4D99-5A16-9270-EA44-EAD4D7E86A01}"/>
          </ac:spMkLst>
        </pc:spChg>
        <pc:spChg chg="mod">
          <ac:chgData name="Stefan Rupp" userId="72e9372f-1442-4288-bc7b-a4b398c45d26" providerId="ADAL" clId="{8B5927A6-C9CF-4D58-BFB8-735A16E88457}" dt="2025-09-09T11:14:20.479" v="45" actId="20577"/>
          <ac:spMkLst>
            <pc:docMk/>
            <pc:sldMk cId="1509142804" sldId="2535"/>
            <ac:spMk id="7" creationId="{397AA09E-FA63-09CD-C7A8-42B4E29EE0C1}"/>
          </ac:spMkLst>
        </pc:spChg>
        <pc:spChg chg="add mod">
          <ac:chgData name="Stefan Rupp" userId="72e9372f-1442-4288-bc7b-a4b398c45d26" providerId="ADAL" clId="{8B5927A6-C9CF-4D58-BFB8-735A16E88457}" dt="2025-09-12T09:53:14.043" v="771" actId="1037"/>
          <ac:spMkLst>
            <pc:docMk/>
            <pc:sldMk cId="1509142804" sldId="2535"/>
            <ac:spMk id="8" creationId="{B51A6C79-5E75-6041-391A-6FF9DDCB9E62}"/>
          </ac:spMkLst>
        </pc:spChg>
        <pc:spChg chg="mod">
          <ac:chgData name="Stefan Rupp" userId="72e9372f-1442-4288-bc7b-a4b398c45d26" providerId="ADAL" clId="{8B5927A6-C9CF-4D58-BFB8-735A16E88457}" dt="2025-09-09T11:09:53.713" v="0" actId="108"/>
          <ac:spMkLst>
            <pc:docMk/>
            <pc:sldMk cId="1509142804" sldId="2535"/>
            <ac:spMk id="9" creationId="{D9C7E2D3-73A3-D7C3-58AF-5C1217DE9275}"/>
          </ac:spMkLst>
        </pc:spChg>
        <pc:spChg chg="add mod">
          <ac:chgData name="Stefan Rupp" userId="72e9372f-1442-4288-bc7b-a4b398c45d26" providerId="ADAL" clId="{8B5927A6-C9CF-4D58-BFB8-735A16E88457}" dt="2025-09-12T09:53:06.886" v="762" actId="20577"/>
          <ac:spMkLst>
            <pc:docMk/>
            <pc:sldMk cId="1509142804" sldId="2535"/>
            <ac:spMk id="10" creationId="{DF942743-649E-B5E4-9C73-0B939B837A3F}"/>
          </ac:spMkLst>
        </pc:spChg>
        <pc:spChg chg="mod">
          <ac:chgData name="Stefan Rupp" userId="72e9372f-1442-4288-bc7b-a4b398c45d26" providerId="ADAL" clId="{8B5927A6-C9CF-4D58-BFB8-735A16E88457}" dt="2025-09-09T11:22:40.649" v="370" actId="1038"/>
          <ac:spMkLst>
            <pc:docMk/>
            <pc:sldMk cId="1509142804" sldId="2535"/>
            <ac:spMk id="11" creationId="{504B2994-FBF7-685C-D9F9-5279A703E8CA}"/>
          </ac:spMkLst>
        </pc:spChg>
        <pc:spChg chg="mod">
          <ac:chgData name="Stefan Rupp" userId="72e9372f-1442-4288-bc7b-a4b398c45d26" providerId="ADAL" clId="{8B5927A6-C9CF-4D58-BFB8-735A16E88457}" dt="2025-09-12T09:56:48.406" v="1025"/>
          <ac:spMkLst>
            <pc:docMk/>
            <pc:sldMk cId="1509142804" sldId="2535"/>
            <ac:spMk id="12" creationId="{768D49AE-4AF4-59B3-BE7F-CB8145036640}"/>
          </ac:spMkLst>
        </pc:spChg>
        <pc:spChg chg="add mod">
          <ac:chgData name="Stefan Rupp" userId="72e9372f-1442-4288-bc7b-a4b398c45d26" providerId="ADAL" clId="{8B5927A6-C9CF-4D58-BFB8-735A16E88457}" dt="2025-09-12T09:53:03.128" v="756" actId="20577"/>
          <ac:spMkLst>
            <pc:docMk/>
            <pc:sldMk cId="1509142804" sldId="2535"/>
            <ac:spMk id="13" creationId="{D6B9067D-1E92-0891-16F3-7D88D57A19FC}"/>
          </ac:spMkLst>
        </pc:spChg>
        <pc:cxnChg chg="add mod">
          <ac:chgData name="Stefan Rupp" userId="72e9372f-1442-4288-bc7b-a4b398c45d26" providerId="ADAL" clId="{8B5927A6-C9CF-4D58-BFB8-735A16E88457}" dt="2025-09-12T09:53:14.043" v="771" actId="1037"/>
          <ac:cxnSpMkLst>
            <pc:docMk/>
            <pc:sldMk cId="1509142804" sldId="2535"/>
            <ac:cxnSpMk id="14" creationId="{A6A4CF75-1F93-AB11-2D93-CFA011AB3F52}"/>
          </ac:cxnSpMkLst>
        </pc:cxnChg>
        <pc:cxnChg chg="add mod">
          <ac:chgData name="Stefan Rupp" userId="72e9372f-1442-4288-bc7b-a4b398c45d26" providerId="ADAL" clId="{8B5927A6-C9CF-4D58-BFB8-735A16E88457}" dt="2025-09-09T11:24:04.490" v="419" actId="1036"/>
          <ac:cxnSpMkLst>
            <pc:docMk/>
            <pc:sldMk cId="1509142804" sldId="2535"/>
            <ac:cxnSpMk id="21" creationId="{80E88D0F-FADE-B274-B4B5-9B03E362B9D2}"/>
          </ac:cxnSpMkLst>
        </pc:cxnChg>
      </pc:sldChg>
      <pc:sldChg chg="del">
        <pc:chgData name="Stefan Rupp" userId="72e9372f-1442-4288-bc7b-a4b398c45d26" providerId="ADAL" clId="{8B5927A6-C9CF-4D58-BFB8-735A16E88457}" dt="2025-09-09T11:10:23.021" v="13" actId="47"/>
        <pc:sldMkLst>
          <pc:docMk/>
          <pc:sldMk cId="1910858380" sldId="2536"/>
        </pc:sldMkLst>
      </pc:sldChg>
      <pc:sldChg chg="addSp modSp add mod">
        <pc:chgData name="Stefan Rupp" userId="72e9372f-1442-4288-bc7b-a4b398c45d26" providerId="ADAL" clId="{8B5927A6-C9CF-4D58-BFB8-735A16E88457}" dt="2025-09-12T09:55:18.733" v="940" actId="207"/>
        <pc:sldMkLst>
          <pc:docMk/>
          <pc:sldMk cId="2047012193" sldId="2536"/>
        </pc:sldMkLst>
        <pc:spChg chg="add mod">
          <ac:chgData name="Stefan Rupp" userId="72e9372f-1442-4288-bc7b-a4b398c45d26" providerId="ADAL" clId="{8B5927A6-C9CF-4D58-BFB8-735A16E88457}" dt="2025-09-09T11:18:37.062" v="247" actId="1038"/>
          <ac:spMkLst>
            <pc:docMk/>
            <pc:sldMk cId="2047012193" sldId="2536"/>
            <ac:spMk id="3" creationId="{610E1F2F-2AD7-7300-59FE-7467A27322B4}"/>
          </ac:spMkLst>
        </pc:spChg>
        <pc:spChg chg="mod">
          <ac:chgData name="Stefan Rupp" userId="72e9372f-1442-4288-bc7b-a4b398c45d26" providerId="ADAL" clId="{8B5927A6-C9CF-4D58-BFB8-735A16E88457}" dt="2025-09-09T11:14:46.036" v="73" actId="1037"/>
          <ac:spMkLst>
            <pc:docMk/>
            <pc:sldMk cId="2047012193" sldId="2536"/>
            <ac:spMk id="8" creationId="{76693465-39DC-90A8-090E-D0B733882860}"/>
          </ac:spMkLst>
        </pc:spChg>
        <pc:spChg chg="add mod">
          <ac:chgData name="Stefan Rupp" userId="72e9372f-1442-4288-bc7b-a4b398c45d26" providerId="ADAL" clId="{8B5927A6-C9CF-4D58-BFB8-735A16E88457}" dt="2025-09-09T11:19:19.114" v="328" actId="1036"/>
          <ac:spMkLst>
            <pc:docMk/>
            <pc:sldMk cId="2047012193" sldId="2536"/>
            <ac:spMk id="10" creationId="{FD992FB1-1EDA-A5D0-F254-87700F8A457E}"/>
          </ac:spMkLst>
        </pc:spChg>
        <pc:spChg chg="mod">
          <ac:chgData name="Stefan Rupp" userId="72e9372f-1442-4288-bc7b-a4b398c45d26" providerId="ADAL" clId="{8B5927A6-C9CF-4D58-BFB8-735A16E88457}" dt="2025-09-09T11:19:16.217" v="327" actId="1038"/>
          <ac:spMkLst>
            <pc:docMk/>
            <pc:sldMk cId="2047012193" sldId="2536"/>
            <ac:spMk id="11" creationId="{517D7C4A-3DA6-76E2-3803-C267B35B2461}"/>
          </ac:spMkLst>
        </pc:spChg>
        <pc:spChg chg="mod">
          <ac:chgData name="Stefan Rupp" userId="72e9372f-1442-4288-bc7b-a4b398c45d26" providerId="ADAL" clId="{8B5927A6-C9CF-4D58-BFB8-735A16E88457}" dt="2025-09-12T09:53:50.627" v="828" actId="20577"/>
          <ac:spMkLst>
            <pc:docMk/>
            <pc:sldMk cId="2047012193" sldId="2536"/>
            <ac:spMk id="12" creationId="{736F7501-CDDE-2727-3BFC-EC4A3212F3B2}"/>
          </ac:spMkLst>
        </pc:spChg>
        <pc:spChg chg="mod">
          <ac:chgData name="Stefan Rupp" userId="72e9372f-1442-4288-bc7b-a4b398c45d26" providerId="ADAL" clId="{8B5927A6-C9CF-4D58-BFB8-735A16E88457}" dt="2025-09-12T09:55:18.733" v="940" actId="207"/>
          <ac:spMkLst>
            <pc:docMk/>
            <pc:sldMk cId="2047012193" sldId="2536"/>
            <ac:spMk id="13" creationId="{2DAF6512-480D-A543-365A-704F12AC86FA}"/>
          </ac:spMkLst>
        </pc:spChg>
        <pc:spChg chg="mod">
          <ac:chgData name="Stefan Rupp" userId="72e9372f-1442-4288-bc7b-a4b398c45d26" providerId="ADAL" clId="{8B5927A6-C9CF-4D58-BFB8-735A16E88457}" dt="2025-09-09T11:18:43.573" v="272" actId="1037"/>
          <ac:spMkLst>
            <pc:docMk/>
            <pc:sldMk cId="2047012193" sldId="2536"/>
            <ac:spMk id="17" creationId="{49A1035F-92FA-96DD-EB78-B11BE5A2A3D4}"/>
          </ac:spMkLst>
        </pc:spChg>
        <pc:spChg chg="mod">
          <ac:chgData name="Stefan Rupp" userId="72e9372f-1442-4288-bc7b-a4b398c45d26" providerId="ADAL" clId="{8B5927A6-C9CF-4D58-BFB8-735A16E88457}" dt="2025-09-09T11:18:49.263" v="295" actId="1037"/>
          <ac:spMkLst>
            <pc:docMk/>
            <pc:sldMk cId="2047012193" sldId="2536"/>
            <ac:spMk id="18" creationId="{12B329B8-9D3F-DF81-84A0-28689B5F6B71}"/>
          </ac:spMkLst>
        </pc:spChg>
        <pc:spChg chg="add mod">
          <ac:chgData name="Stefan Rupp" userId="72e9372f-1442-4288-bc7b-a4b398c45d26" providerId="ADAL" clId="{8B5927A6-C9CF-4D58-BFB8-735A16E88457}" dt="2025-09-12T09:49:49.925" v="561" actId="1038"/>
          <ac:spMkLst>
            <pc:docMk/>
            <pc:sldMk cId="2047012193" sldId="2536"/>
            <ac:spMk id="21" creationId="{662566A7-6E07-951C-117C-85DB673BFC86}"/>
          </ac:spMkLst>
        </pc:spChg>
        <pc:cxnChg chg="add mod">
          <ac:chgData name="Stefan Rupp" userId="72e9372f-1442-4288-bc7b-a4b398c45d26" providerId="ADAL" clId="{8B5927A6-C9CF-4D58-BFB8-735A16E88457}" dt="2025-09-09T11:29:40.426" v="452" actId="1076"/>
          <ac:cxnSpMkLst>
            <pc:docMk/>
            <pc:sldMk cId="2047012193" sldId="2536"/>
            <ac:cxnSpMk id="19" creationId="{62C02883-DC66-269B-C4A8-F61416F85449}"/>
          </ac:cxnSpMkLst>
        </pc:cxnChg>
        <pc:cxnChg chg="add mod">
          <ac:chgData name="Stefan Rupp" userId="72e9372f-1442-4288-bc7b-a4b398c45d26" providerId="ADAL" clId="{8B5927A6-C9CF-4D58-BFB8-735A16E88457}" dt="2025-09-09T11:29:45.763" v="454" actId="1076"/>
          <ac:cxnSpMkLst>
            <pc:docMk/>
            <pc:sldMk cId="2047012193" sldId="2536"/>
            <ac:cxnSpMk id="20" creationId="{BFB478B9-3912-C3E9-D5E1-192AD152B5E6}"/>
          </ac:cxnSpMkLst>
        </pc:cxnChg>
      </pc:sldChg>
      <pc:sldChg chg="del">
        <pc:chgData name="Stefan Rupp" userId="72e9372f-1442-4288-bc7b-a4b398c45d26" providerId="ADAL" clId="{8B5927A6-C9CF-4D58-BFB8-735A16E88457}" dt="2025-09-09T11:10:22.848" v="12" actId="47"/>
        <pc:sldMkLst>
          <pc:docMk/>
          <pc:sldMk cId="1249398165" sldId="2537"/>
        </pc:sldMkLst>
      </pc:sldChg>
      <pc:sldChg chg="addSp modSp add mod">
        <pc:chgData name="Stefan Rupp" userId="72e9372f-1442-4288-bc7b-a4b398c45d26" providerId="ADAL" clId="{8B5927A6-C9CF-4D58-BFB8-735A16E88457}" dt="2025-09-12T09:57:00.936" v="1027"/>
        <pc:sldMkLst>
          <pc:docMk/>
          <pc:sldMk cId="1939169653" sldId="2537"/>
        </pc:sldMkLst>
        <pc:spChg chg="mod">
          <ac:chgData name="Stefan Rupp" userId="72e9372f-1442-4288-bc7b-a4b398c45d26" providerId="ADAL" clId="{8B5927A6-C9CF-4D58-BFB8-735A16E88457}" dt="2025-09-12T09:56:57.376" v="1026"/>
          <ac:spMkLst>
            <pc:docMk/>
            <pc:sldMk cId="1939169653" sldId="2537"/>
            <ac:spMk id="12" creationId="{46424FF1-204F-FA0B-9FD4-A9BBA948F214}"/>
          </ac:spMkLst>
        </pc:spChg>
        <pc:spChg chg="mod">
          <ac:chgData name="Stefan Rupp" userId="72e9372f-1442-4288-bc7b-a4b398c45d26" providerId="ADAL" clId="{8B5927A6-C9CF-4D58-BFB8-735A16E88457}" dt="2025-09-12T09:57:00.936" v="1027"/>
          <ac:spMkLst>
            <pc:docMk/>
            <pc:sldMk cId="1939169653" sldId="2537"/>
            <ac:spMk id="13" creationId="{FB3F76EF-2787-0A72-FF9B-46FF30FB7D9C}"/>
          </ac:spMkLst>
        </pc:spChg>
        <pc:spChg chg="add mod">
          <ac:chgData name="Stefan Rupp" userId="72e9372f-1442-4288-bc7b-a4b398c45d26" providerId="ADAL" clId="{8B5927A6-C9CF-4D58-BFB8-735A16E88457}" dt="2025-09-09T11:21:16.795" v="338" actId="1076"/>
          <ac:spMkLst>
            <pc:docMk/>
            <pc:sldMk cId="1939169653" sldId="2537"/>
            <ac:spMk id="19" creationId="{5BFFA04E-B22A-CC3B-0E1C-7942078B5C86}"/>
          </ac:spMkLst>
        </pc:spChg>
        <pc:spChg chg="add mod">
          <ac:chgData name="Stefan Rupp" userId="72e9372f-1442-4288-bc7b-a4b398c45d26" providerId="ADAL" clId="{8B5927A6-C9CF-4D58-BFB8-735A16E88457}" dt="2025-09-09T11:21:23.430" v="340" actId="1076"/>
          <ac:spMkLst>
            <pc:docMk/>
            <pc:sldMk cId="1939169653" sldId="2537"/>
            <ac:spMk id="20" creationId="{DF736B95-53C2-D854-A490-3BF3686BD515}"/>
          </ac:spMkLst>
        </pc:spChg>
        <pc:spChg chg="add mod">
          <ac:chgData name="Stefan Rupp" userId="72e9372f-1442-4288-bc7b-a4b398c45d26" providerId="ADAL" clId="{8B5927A6-C9CF-4D58-BFB8-735A16E88457}" dt="2025-09-12T09:50:11.998" v="575"/>
          <ac:spMkLst>
            <pc:docMk/>
            <pc:sldMk cId="1939169653" sldId="2537"/>
            <ac:spMk id="23" creationId="{D3271509-6449-0BF7-6820-3919FA6B11F4}"/>
          </ac:spMkLst>
        </pc:spChg>
        <pc:cxnChg chg="add mod">
          <ac:chgData name="Stefan Rupp" userId="72e9372f-1442-4288-bc7b-a4b398c45d26" providerId="ADAL" clId="{8B5927A6-C9CF-4D58-BFB8-735A16E88457}" dt="2025-09-09T11:29:53.988" v="456" actId="1076"/>
          <ac:cxnSpMkLst>
            <pc:docMk/>
            <pc:sldMk cId="1939169653" sldId="2537"/>
            <ac:cxnSpMk id="21" creationId="{05EB1DF6-3C56-EF5B-EBF0-D861AAF3C7A1}"/>
          </ac:cxnSpMkLst>
        </pc:cxnChg>
        <pc:cxnChg chg="add mod">
          <ac:chgData name="Stefan Rupp" userId="72e9372f-1442-4288-bc7b-a4b398c45d26" providerId="ADAL" clId="{8B5927A6-C9CF-4D58-BFB8-735A16E88457}" dt="2025-09-09T11:30:00.301" v="458" actId="1076"/>
          <ac:cxnSpMkLst>
            <pc:docMk/>
            <pc:sldMk cId="1939169653" sldId="2537"/>
            <ac:cxnSpMk id="22" creationId="{D2A5D47C-5EFC-F42C-5282-89DA2348629E}"/>
          </ac:cxnSpMkLst>
        </pc:cxnChg>
      </pc:sldChg>
      <pc:sldChg chg="modSp add del mod">
        <pc:chgData name="Stefan Rupp" userId="72e9372f-1442-4288-bc7b-a4b398c45d26" providerId="ADAL" clId="{8B5927A6-C9CF-4D58-BFB8-735A16E88457}" dt="2025-09-09T11:20:16.266" v="331" actId="47"/>
        <pc:sldMkLst>
          <pc:docMk/>
          <pc:sldMk cId="3558808683" sldId="2537"/>
        </pc:sldMkLst>
      </pc:sldChg>
      <pc:sldChg chg="add del">
        <pc:chgData name="Stefan Rupp" userId="72e9372f-1442-4288-bc7b-a4b398c45d26" providerId="ADAL" clId="{8B5927A6-C9CF-4D58-BFB8-735A16E88457}" dt="2025-09-09T11:20:02.568" v="330" actId="2696"/>
        <pc:sldMkLst>
          <pc:docMk/>
          <pc:sldMk cId="291980708" sldId="2538"/>
        </pc:sldMkLst>
      </pc:sldChg>
      <pc:sldChg chg="addSp modSp add del mod">
        <pc:chgData name="Stefan Rupp" userId="72e9372f-1442-4288-bc7b-a4b398c45d26" providerId="ADAL" clId="{8B5927A6-C9CF-4D58-BFB8-735A16E88457}" dt="2025-09-12T09:57:09.087" v="1028" actId="2696"/>
        <pc:sldMkLst>
          <pc:docMk/>
          <pc:sldMk cId="2539105215" sldId="2538"/>
        </pc:sldMkLst>
        <pc:spChg chg="mod">
          <ac:chgData name="Stefan Rupp" userId="72e9372f-1442-4288-bc7b-a4b398c45d26" providerId="ADAL" clId="{8B5927A6-C9CF-4D58-BFB8-735A16E88457}" dt="2025-09-12T09:50:24.586" v="601" actId="20577"/>
          <ac:spMkLst>
            <pc:docMk/>
            <pc:sldMk cId="2539105215" sldId="2538"/>
            <ac:spMk id="13" creationId="{7EEA83C1-BFE6-39C3-80C9-122223A8A95C}"/>
          </ac:spMkLst>
        </pc:spChg>
        <pc:spChg chg="mod">
          <ac:chgData name="Stefan Rupp" userId="72e9372f-1442-4288-bc7b-a4b398c45d26" providerId="ADAL" clId="{8B5927A6-C9CF-4D58-BFB8-735A16E88457}" dt="2025-09-09T11:21:49.242" v="342" actId="207"/>
          <ac:spMkLst>
            <pc:docMk/>
            <pc:sldMk cId="2539105215" sldId="2538"/>
            <ac:spMk id="19" creationId="{F4EB8FB1-FD82-035C-A193-E7EFDD47A458}"/>
          </ac:spMkLst>
        </pc:spChg>
        <pc:spChg chg="mod">
          <ac:chgData name="Stefan Rupp" userId="72e9372f-1442-4288-bc7b-a4b398c45d26" providerId="ADAL" clId="{8B5927A6-C9CF-4D58-BFB8-735A16E88457}" dt="2025-09-09T11:21:55.199" v="343" actId="207"/>
          <ac:spMkLst>
            <pc:docMk/>
            <pc:sldMk cId="2539105215" sldId="2538"/>
            <ac:spMk id="20" creationId="{3822A7E2-8F47-EC61-2E19-15765FEEF790}"/>
          </ac:spMkLst>
        </pc:spChg>
        <pc:spChg chg="add mod">
          <ac:chgData name="Stefan Rupp" userId="72e9372f-1442-4288-bc7b-a4b398c45d26" providerId="ADAL" clId="{8B5927A6-C9CF-4D58-BFB8-735A16E88457}" dt="2025-09-12T09:50:26.965" v="602"/>
          <ac:spMkLst>
            <pc:docMk/>
            <pc:sldMk cId="2539105215" sldId="2538"/>
            <ac:spMk id="23" creationId="{ED07D06E-02DA-8C67-0B31-942CE0BDB254}"/>
          </ac:spMkLst>
        </pc:spChg>
        <pc:cxnChg chg="add mod">
          <ac:chgData name="Stefan Rupp" userId="72e9372f-1442-4288-bc7b-a4b398c45d26" providerId="ADAL" clId="{8B5927A6-C9CF-4D58-BFB8-735A16E88457}" dt="2025-09-09T11:30:11.370" v="460" actId="1076"/>
          <ac:cxnSpMkLst>
            <pc:docMk/>
            <pc:sldMk cId="2539105215" sldId="2538"/>
            <ac:cxnSpMk id="21" creationId="{B15C4F72-9C55-0206-A049-4DE92064FD11}"/>
          </ac:cxnSpMkLst>
        </pc:cxnChg>
        <pc:cxnChg chg="add mod">
          <ac:chgData name="Stefan Rupp" userId="72e9372f-1442-4288-bc7b-a4b398c45d26" providerId="ADAL" clId="{8B5927A6-C9CF-4D58-BFB8-735A16E88457}" dt="2025-09-09T11:30:22.340" v="462" actId="1076"/>
          <ac:cxnSpMkLst>
            <pc:docMk/>
            <pc:sldMk cId="2539105215" sldId="2538"/>
            <ac:cxnSpMk id="22" creationId="{0B38CD0F-50E3-040B-A25F-D9E7B6EE0883}"/>
          </ac:cxnSpMkLst>
        </pc:cxnChg>
      </pc:sldChg>
      <pc:sldChg chg="del">
        <pc:chgData name="Stefan Rupp" userId="72e9372f-1442-4288-bc7b-a4b398c45d26" providerId="ADAL" clId="{8B5927A6-C9CF-4D58-BFB8-735A16E88457}" dt="2025-09-09T11:10:23.636" v="16" actId="47"/>
        <pc:sldMkLst>
          <pc:docMk/>
          <pc:sldMk cId="3749876575" sldId="2538"/>
        </pc:sldMkLst>
      </pc:sldChg>
      <pc:sldChg chg="del">
        <pc:chgData name="Stefan Rupp" userId="72e9372f-1442-4288-bc7b-a4b398c45d26" providerId="ADAL" clId="{8B5927A6-C9CF-4D58-BFB8-735A16E88457}" dt="2025-09-09T11:10:23.430" v="15" actId="47"/>
        <pc:sldMkLst>
          <pc:docMk/>
          <pc:sldMk cId="3051095452" sldId="2539"/>
        </pc:sldMkLst>
      </pc:sldChg>
      <pc:sldChg chg="addSp modSp add mod">
        <pc:chgData name="Stefan Rupp" userId="72e9372f-1442-4288-bc7b-a4b398c45d26" providerId="ADAL" clId="{8B5927A6-C9CF-4D58-BFB8-735A16E88457}" dt="2025-09-12T09:54:12.800" v="845" actId="20577"/>
        <pc:sldMkLst>
          <pc:docMk/>
          <pc:sldMk cId="3455249190" sldId="2539"/>
        </pc:sldMkLst>
        <pc:spChg chg="mod">
          <ac:chgData name="Stefan Rupp" userId="72e9372f-1442-4288-bc7b-a4b398c45d26" providerId="ADAL" clId="{8B5927A6-C9CF-4D58-BFB8-735A16E88457}" dt="2025-09-12T09:52:06.078" v="705" actId="20577"/>
          <ac:spMkLst>
            <pc:docMk/>
            <pc:sldMk cId="3455249190" sldId="2539"/>
            <ac:spMk id="12" creationId="{EB72C467-ED6B-ED24-2A9A-D4F13C7DB946}"/>
          </ac:spMkLst>
        </pc:spChg>
        <pc:spChg chg="mod">
          <ac:chgData name="Stefan Rupp" userId="72e9372f-1442-4288-bc7b-a4b398c45d26" providerId="ADAL" clId="{8B5927A6-C9CF-4D58-BFB8-735A16E88457}" dt="2025-09-12T09:54:12.800" v="845" actId="20577"/>
          <ac:spMkLst>
            <pc:docMk/>
            <pc:sldMk cId="3455249190" sldId="2539"/>
            <ac:spMk id="13" creationId="{FB0D0AE1-659C-CD25-9548-14487A0D1B34}"/>
          </ac:spMkLst>
        </pc:spChg>
        <pc:cxnChg chg="add mod">
          <ac:chgData name="Stefan Rupp" userId="72e9372f-1442-4288-bc7b-a4b398c45d26" providerId="ADAL" clId="{8B5927A6-C9CF-4D58-BFB8-735A16E88457}" dt="2025-09-09T11:29:25.086" v="448" actId="1038"/>
          <ac:cxnSpMkLst>
            <pc:docMk/>
            <pc:sldMk cId="3455249190" sldId="2539"/>
            <ac:cxnSpMk id="19" creationId="{94973238-ABF8-7E6F-42A0-CA36CE3645FC}"/>
          </ac:cxnSpMkLst>
        </pc:cxnChg>
        <pc:cxnChg chg="add mod">
          <ac:chgData name="Stefan Rupp" userId="72e9372f-1442-4288-bc7b-a4b398c45d26" providerId="ADAL" clId="{8B5927A6-C9CF-4D58-BFB8-735A16E88457}" dt="2025-09-09T11:29:32.464" v="450" actId="1076"/>
          <ac:cxnSpMkLst>
            <pc:docMk/>
            <pc:sldMk cId="3455249190" sldId="2539"/>
            <ac:cxnSpMk id="20" creationId="{9BCE0047-EFB6-5F72-7444-8D457CCA5A83}"/>
          </ac:cxnSpMkLst>
        </pc:cxnChg>
      </pc:sldChg>
      <pc:sldChg chg="del">
        <pc:chgData name="Stefan Rupp" userId="72e9372f-1442-4288-bc7b-a4b398c45d26" providerId="ADAL" clId="{8B5927A6-C9CF-4D58-BFB8-735A16E88457}" dt="2025-09-09T11:10:22.643" v="11" actId="47"/>
        <pc:sldMkLst>
          <pc:docMk/>
          <pc:sldMk cId="42734709" sldId="2540"/>
        </pc:sldMkLst>
      </pc:sldChg>
      <pc:sldChg chg="del">
        <pc:chgData name="Stefan Rupp" userId="72e9372f-1442-4288-bc7b-a4b398c45d26" providerId="ADAL" clId="{8B5927A6-C9CF-4D58-BFB8-735A16E88457}" dt="2025-09-09T11:10:24.450" v="20" actId="47"/>
        <pc:sldMkLst>
          <pc:docMk/>
          <pc:sldMk cId="828054308" sldId="2542"/>
        </pc:sldMkLst>
      </pc:sldChg>
      <pc:sldChg chg="del">
        <pc:chgData name="Stefan Rupp" userId="72e9372f-1442-4288-bc7b-a4b398c45d26" providerId="ADAL" clId="{8B5927A6-C9CF-4D58-BFB8-735A16E88457}" dt="2025-09-09T11:10:24.041" v="18" actId="47"/>
        <pc:sldMkLst>
          <pc:docMk/>
          <pc:sldMk cId="774842336" sldId="2543"/>
        </pc:sldMkLst>
      </pc:sldChg>
      <pc:sldChg chg="del">
        <pc:chgData name="Stefan Rupp" userId="72e9372f-1442-4288-bc7b-a4b398c45d26" providerId="ADAL" clId="{8B5927A6-C9CF-4D58-BFB8-735A16E88457}" dt="2025-09-09T11:10:24.255" v="19" actId="47"/>
        <pc:sldMkLst>
          <pc:docMk/>
          <pc:sldMk cId="464024170" sldId="2544"/>
        </pc:sldMkLst>
      </pc:sldChg>
      <pc:sldChg chg="del">
        <pc:chgData name="Stefan Rupp" userId="72e9372f-1442-4288-bc7b-a4b398c45d26" providerId="ADAL" clId="{8B5927A6-C9CF-4D58-BFB8-735A16E88457}" dt="2025-09-09T11:10:25.495" v="25" actId="47"/>
        <pc:sldMkLst>
          <pc:docMk/>
          <pc:sldMk cId="2130382970" sldId="2546"/>
        </pc:sldMkLst>
      </pc:sldChg>
      <pc:sldChg chg="del">
        <pc:chgData name="Stefan Rupp" userId="72e9372f-1442-4288-bc7b-a4b398c45d26" providerId="ADAL" clId="{8B5927A6-C9CF-4D58-BFB8-735A16E88457}" dt="2025-09-09T11:10:23.824" v="17" actId="47"/>
        <pc:sldMkLst>
          <pc:docMk/>
          <pc:sldMk cId="3750438642" sldId="2547"/>
        </pc:sldMkLst>
      </pc:sldChg>
      <pc:sldChg chg="del">
        <pc:chgData name="Stefan Rupp" userId="72e9372f-1442-4288-bc7b-a4b398c45d26" providerId="ADAL" clId="{8B5927A6-C9CF-4D58-BFB8-735A16E88457}" dt="2025-09-09T11:10:22.266" v="9" actId="47"/>
        <pc:sldMkLst>
          <pc:docMk/>
          <pc:sldMk cId="3203241625" sldId="2548"/>
        </pc:sldMkLst>
      </pc:sldChg>
      <pc:sldChg chg="del">
        <pc:chgData name="Stefan Rupp" userId="72e9372f-1442-4288-bc7b-a4b398c45d26" providerId="ADAL" clId="{8B5927A6-C9CF-4D58-BFB8-735A16E88457}" dt="2025-09-09T11:10:22.454" v="10" actId="47"/>
        <pc:sldMkLst>
          <pc:docMk/>
          <pc:sldMk cId="3137598269" sldId="2549"/>
        </pc:sldMkLst>
      </pc:sldChg>
      <pc:sldChg chg="del">
        <pc:chgData name="Stefan Rupp" userId="72e9372f-1442-4288-bc7b-a4b398c45d26" providerId="ADAL" clId="{8B5927A6-C9CF-4D58-BFB8-735A16E88457}" dt="2025-09-09T11:10:21.416" v="6" actId="47"/>
        <pc:sldMkLst>
          <pc:docMk/>
          <pc:sldMk cId="2851557111" sldId="2550"/>
        </pc:sldMkLst>
      </pc:sldChg>
      <pc:sldChg chg="del">
        <pc:chgData name="Stefan Rupp" userId="72e9372f-1442-4288-bc7b-a4b398c45d26" providerId="ADAL" clId="{8B5927A6-C9CF-4D58-BFB8-735A16E88457}" dt="2025-09-09T11:10:21.856" v="7" actId="47"/>
        <pc:sldMkLst>
          <pc:docMk/>
          <pc:sldMk cId="1487320279" sldId="2551"/>
        </pc:sldMkLst>
      </pc:sldChg>
      <pc:sldChg chg="del">
        <pc:chgData name="Stefan Rupp" userId="72e9372f-1442-4288-bc7b-a4b398c45d26" providerId="ADAL" clId="{8B5927A6-C9CF-4D58-BFB8-735A16E88457}" dt="2025-09-09T11:10:23.226" v="14" actId="47"/>
        <pc:sldMkLst>
          <pc:docMk/>
          <pc:sldMk cId="53935500" sldId="2552"/>
        </pc:sldMkLst>
      </pc:sldChg>
      <pc:sldChg chg="del">
        <pc:chgData name="Stefan Rupp" userId="72e9372f-1442-4288-bc7b-a4b398c45d26" providerId="ADAL" clId="{8B5927A6-C9CF-4D58-BFB8-735A16E88457}" dt="2025-09-09T11:10:22.060" v="8" actId="47"/>
        <pc:sldMkLst>
          <pc:docMk/>
          <pc:sldMk cId="3158619354" sldId="2553"/>
        </pc:sldMkLst>
      </pc:sldChg>
    </pc:docChg>
  </pc:docChgLst>
  <pc:docChgLst>
    <pc:chgData name="Stefan Rupp" userId="72e9372f-1442-4288-bc7b-a4b398c45d26" providerId="ADAL" clId="{579C6FBA-E493-4296-8937-BCABCDC2C605}"/>
    <pc:docChg chg="custSel addSld delSld modSld">
      <pc:chgData name="Stefan Rupp" userId="72e9372f-1442-4288-bc7b-a4b398c45d26" providerId="ADAL" clId="{579C6FBA-E493-4296-8937-BCABCDC2C605}" dt="2025-07-15T14:03:20.115" v="77" actId="1037"/>
      <pc:docMkLst>
        <pc:docMk/>
      </pc:docMkLst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2914154577" sldId="2523"/>
        </pc:sldMkLst>
      </pc:sldChg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308036111" sldId="2525"/>
        </pc:sldMkLst>
      </pc:sldChg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3884346361" sldId="2526"/>
        </pc:sldMkLst>
      </pc:sldChg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1444288831" sldId="2528"/>
        </pc:sldMkLst>
      </pc:sldChg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2770957396" sldId="2529"/>
        </pc:sldMkLst>
      </pc:sldChg>
      <pc:sldChg chg="modSp mod">
        <pc:chgData name="Stefan Rupp" userId="72e9372f-1442-4288-bc7b-a4b398c45d26" providerId="ADAL" clId="{579C6FBA-E493-4296-8937-BCABCDC2C605}" dt="2025-07-15T13:26:44.984" v="42" actId="108"/>
        <pc:sldMkLst>
          <pc:docMk/>
          <pc:sldMk cId="42734709" sldId="2540"/>
        </pc:sldMkLst>
      </pc:sldChg>
      <pc:sldChg chg="del">
        <pc:chgData name="Stefan Rupp" userId="72e9372f-1442-4288-bc7b-a4b398c45d26" providerId="ADAL" clId="{579C6FBA-E493-4296-8937-BCABCDC2C605}" dt="2025-07-15T13:21:32.339" v="4" actId="2696"/>
        <pc:sldMkLst>
          <pc:docMk/>
          <pc:sldMk cId="1584400212" sldId="2541"/>
        </pc:sldMkLst>
      </pc:sldChg>
      <pc:sldChg chg="del">
        <pc:chgData name="Stefan Rupp" userId="72e9372f-1442-4288-bc7b-a4b398c45d26" providerId="ADAL" clId="{579C6FBA-E493-4296-8937-BCABCDC2C605}" dt="2025-07-11T08:23:39.821" v="0" actId="47"/>
        <pc:sldMkLst>
          <pc:docMk/>
          <pc:sldMk cId="1741235223" sldId="2545"/>
        </pc:sldMkLst>
      </pc:sldChg>
      <pc:sldChg chg="add del">
        <pc:chgData name="Stefan Rupp" userId="72e9372f-1442-4288-bc7b-a4b398c45d26" providerId="ADAL" clId="{579C6FBA-E493-4296-8937-BCABCDC2C605}" dt="2025-07-15T13:21:06.166" v="2" actId="47"/>
        <pc:sldMkLst>
          <pc:docMk/>
          <pc:sldMk cId="2425762860" sldId="2547"/>
        </pc:sldMkLst>
      </pc:sldChg>
      <pc:sldChg chg="add">
        <pc:chgData name="Stefan Rupp" userId="72e9372f-1442-4288-bc7b-a4b398c45d26" providerId="ADAL" clId="{579C6FBA-E493-4296-8937-BCABCDC2C605}" dt="2025-07-15T13:21:19.023" v="3" actId="2890"/>
        <pc:sldMkLst>
          <pc:docMk/>
          <pc:sldMk cId="3750438642" sldId="2547"/>
        </pc:sldMkLst>
      </pc:sldChg>
      <pc:sldChg chg="modSp add mod setBg">
        <pc:chgData name="Stefan Rupp" userId="72e9372f-1442-4288-bc7b-a4b398c45d26" providerId="ADAL" clId="{579C6FBA-E493-4296-8937-BCABCDC2C605}" dt="2025-07-15T13:29:44.654" v="67"/>
        <pc:sldMkLst>
          <pc:docMk/>
          <pc:sldMk cId="3203241625" sldId="2548"/>
        </pc:sldMkLst>
      </pc:sldChg>
      <pc:sldChg chg="modSp add mod">
        <pc:chgData name="Stefan Rupp" userId="72e9372f-1442-4288-bc7b-a4b398c45d26" providerId="ADAL" clId="{579C6FBA-E493-4296-8937-BCABCDC2C605}" dt="2025-07-15T13:23:12.370" v="41" actId="108"/>
        <pc:sldMkLst>
          <pc:docMk/>
          <pc:sldMk cId="3137598269" sldId="2549"/>
        </pc:sldMkLst>
      </pc:sldChg>
      <pc:sldChg chg="modSp add mod">
        <pc:chgData name="Stefan Rupp" userId="72e9372f-1442-4288-bc7b-a4b398c45d26" providerId="ADAL" clId="{579C6FBA-E493-4296-8937-BCABCDC2C605}" dt="2025-07-15T13:28:45.038" v="64" actId="1037"/>
        <pc:sldMkLst>
          <pc:docMk/>
          <pc:sldMk cId="2851557111" sldId="2550"/>
        </pc:sldMkLst>
      </pc:sldChg>
      <pc:sldChg chg="modSp add mod">
        <pc:chgData name="Stefan Rupp" userId="72e9372f-1442-4288-bc7b-a4b398c45d26" providerId="ADAL" clId="{579C6FBA-E493-4296-8937-BCABCDC2C605}" dt="2025-07-15T13:29:54.014" v="68" actId="108"/>
        <pc:sldMkLst>
          <pc:docMk/>
          <pc:sldMk cId="1487320279" sldId="2551"/>
        </pc:sldMkLst>
      </pc:sldChg>
      <pc:sldChg chg="modSp add mod">
        <pc:chgData name="Stefan Rupp" userId="72e9372f-1442-4288-bc7b-a4b398c45d26" providerId="ADAL" clId="{579C6FBA-E493-4296-8937-BCABCDC2C605}" dt="2025-07-15T14:03:20.115" v="77" actId="1037"/>
        <pc:sldMkLst>
          <pc:docMk/>
          <pc:sldMk cId="53935500" sldId="2552"/>
        </pc:sldMkLst>
      </pc:sldChg>
      <pc:sldChg chg="delSp add mod">
        <pc:chgData name="Stefan Rupp" userId="72e9372f-1442-4288-bc7b-a4b398c45d26" providerId="ADAL" clId="{579C6FBA-E493-4296-8937-BCABCDC2C605}" dt="2025-07-15T13:44:18.646" v="72" actId="478"/>
        <pc:sldMkLst>
          <pc:docMk/>
          <pc:sldMk cId="3158619354" sldId="2553"/>
        </pc:sldMkLst>
      </pc:sldChg>
    </pc:docChg>
  </pc:docChgLst>
  <pc:docChgLst>
    <pc:chgData name="Stefan Rupp" userId="72e9372f-1442-4288-bc7b-a4b398c45d26" providerId="ADAL" clId="{F6E1F404-47EC-42AE-A73E-024F3729B10D}"/>
    <pc:docChg chg="undo custSel addSld delSld modSld sldOrd">
      <pc:chgData name="Stefan Rupp" userId="72e9372f-1442-4288-bc7b-a4b398c45d26" providerId="ADAL" clId="{F6E1F404-47EC-42AE-A73E-024F3729B10D}" dt="2025-07-09T09:55:25.995" v="1034" actId="121"/>
      <pc:docMkLst>
        <pc:docMk/>
      </pc:docMkLst>
      <pc:sldChg chg="del">
        <pc:chgData name="Stefan Rupp" userId="72e9372f-1442-4288-bc7b-a4b398c45d26" providerId="ADAL" clId="{F6E1F404-47EC-42AE-A73E-024F3729B10D}" dt="2025-07-04T08:06:38.256" v="204" actId="47"/>
        <pc:sldMkLst>
          <pc:docMk/>
          <pc:sldMk cId="2918944699" sldId="390"/>
        </pc:sldMkLst>
      </pc:sldChg>
      <pc:sldChg chg="del">
        <pc:chgData name="Stefan Rupp" userId="72e9372f-1442-4288-bc7b-a4b398c45d26" providerId="ADAL" clId="{F6E1F404-47EC-42AE-A73E-024F3729B10D}" dt="2025-07-04T08:06:36.929" v="203" actId="47"/>
        <pc:sldMkLst>
          <pc:docMk/>
          <pc:sldMk cId="3109711381" sldId="2513"/>
        </pc:sldMkLst>
      </pc:sldChg>
      <pc:sldChg chg="addSp delSp modSp add mod">
        <pc:chgData name="Stefan Rupp" userId="72e9372f-1442-4288-bc7b-a4b398c45d26" providerId="ADAL" clId="{F6E1F404-47EC-42AE-A73E-024F3729B10D}" dt="2025-07-04T07:33:56.063" v="124" actId="20577"/>
        <pc:sldMkLst>
          <pc:docMk/>
          <pc:sldMk cId="1509142804" sldId="2535"/>
        </pc:sldMkLst>
        <pc:spChg chg="mod">
          <ac:chgData name="Stefan Rupp" userId="72e9372f-1442-4288-bc7b-a4b398c45d26" providerId="ADAL" clId="{F6E1F404-47EC-42AE-A73E-024F3729B10D}" dt="2025-07-04T07:31:53.731" v="46" actId="20577"/>
          <ac:spMkLst>
            <pc:docMk/>
            <pc:sldMk cId="1509142804" sldId="2535"/>
            <ac:spMk id="7" creationId="{397AA09E-FA63-09CD-C7A8-42B4E29EE0C1}"/>
          </ac:spMkLst>
        </pc:spChg>
        <pc:spChg chg="mod">
          <ac:chgData name="Stefan Rupp" userId="72e9372f-1442-4288-bc7b-a4b398c45d26" providerId="ADAL" clId="{F6E1F404-47EC-42AE-A73E-024F3729B10D}" dt="2025-07-04T07:32:09.902" v="47" actId="14100"/>
          <ac:spMkLst>
            <pc:docMk/>
            <pc:sldMk cId="1509142804" sldId="2535"/>
            <ac:spMk id="9" creationId="{D9C7E2D3-73A3-D7C3-58AF-5C1217DE9275}"/>
          </ac:spMkLst>
        </pc:spChg>
        <pc:spChg chg="mod">
          <ac:chgData name="Stefan Rupp" userId="72e9372f-1442-4288-bc7b-a4b398c45d26" providerId="ADAL" clId="{F6E1F404-47EC-42AE-A73E-024F3729B10D}" dt="2025-07-04T07:31:42.978" v="38" actId="14100"/>
          <ac:spMkLst>
            <pc:docMk/>
            <pc:sldMk cId="1509142804" sldId="2535"/>
            <ac:spMk id="11" creationId="{504B2994-FBF7-685C-D9F9-5279A703E8CA}"/>
          </ac:spMkLst>
        </pc:spChg>
        <pc:spChg chg="mod">
          <ac:chgData name="Stefan Rupp" userId="72e9372f-1442-4288-bc7b-a4b398c45d26" providerId="ADAL" clId="{F6E1F404-47EC-42AE-A73E-024F3729B10D}" dt="2025-07-04T07:33:31.586" v="84" actId="20577"/>
          <ac:spMkLst>
            <pc:docMk/>
            <pc:sldMk cId="1509142804" sldId="2535"/>
            <ac:spMk id="12" creationId="{768D49AE-4AF4-59B3-BE7F-CB8145036640}"/>
          </ac:spMkLst>
        </pc:spChg>
      </pc:sldChg>
      <pc:sldChg chg="addSp delSp modSp add mod">
        <pc:chgData name="Stefan Rupp" userId="72e9372f-1442-4288-bc7b-a4b398c45d26" providerId="ADAL" clId="{F6E1F404-47EC-42AE-A73E-024F3729B10D}" dt="2025-07-04T07:53:16.989" v="202" actId="14100"/>
        <pc:sldMkLst>
          <pc:docMk/>
          <pc:sldMk cId="1910858380" sldId="2536"/>
        </pc:sldMkLst>
      </pc:sldChg>
      <pc:sldChg chg="addSp delSp modSp add mod">
        <pc:chgData name="Stefan Rupp" userId="72e9372f-1442-4288-bc7b-a4b398c45d26" providerId="ADAL" clId="{F6E1F404-47EC-42AE-A73E-024F3729B10D}" dt="2025-07-04T09:39:11.729" v="451" actId="14100"/>
        <pc:sldMkLst>
          <pc:docMk/>
          <pc:sldMk cId="1249398165" sldId="2537"/>
        </pc:sldMkLst>
      </pc:sldChg>
      <pc:sldChg chg="addSp modSp add mod">
        <pc:chgData name="Stefan Rupp" userId="72e9372f-1442-4288-bc7b-a4b398c45d26" providerId="ADAL" clId="{F6E1F404-47EC-42AE-A73E-024F3729B10D}" dt="2025-07-04T09:39:57.097" v="454" actId="166"/>
        <pc:sldMkLst>
          <pc:docMk/>
          <pc:sldMk cId="3749876575" sldId="2538"/>
        </pc:sldMkLst>
      </pc:sldChg>
      <pc:sldChg chg="modSp add mod">
        <pc:chgData name="Stefan Rupp" userId="72e9372f-1442-4288-bc7b-a4b398c45d26" providerId="ADAL" clId="{F6E1F404-47EC-42AE-A73E-024F3729B10D}" dt="2025-07-04T09:57:14.376" v="497" actId="108"/>
        <pc:sldMkLst>
          <pc:docMk/>
          <pc:sldMk cId="3051095452" sldId="2539"/>
        </pc:sldMkLst>
      </pc:sldChg>
      <pc:sldChg chg="modSp add mod">
        <pc:chgData name="Stefan Rupp" userId="72e9372f-1442-4288-bc7b-a4b398c45d26" providerId="ADAL" clId="{F6E1F404-47EC-42AE-A73E-024F3729B10D}" dt="2025-07-04T09:53:53.640" v="479" actId="108"/>
        <pc:sldMkLst>
          <pc:docMk/>
          <pc:sldMk cId="42734709" sldId="2540"/>
        </pc:sldMkLst>
      </pc:sldChg>
      <pc:sldChg chg="addSp modSp add mod ord addAnim delAnim">
        <pc:chgData name="Stefan Rupp" userId="72e9372f-1442-4288-bc7b-a4b398c45d26" providerId="ADAL" clId="{F6E1F404-47EC-42AE-A73E-024F3729B10D}" dt="2025-07-04T10:40:16.386" v="775" actId="166"/>
        <pc:sldMkLst>
          <pc:docMk/>
          <pc:sldMk cId="1584400212" sldId="2541"/>
        </pc:sldMkLst>
      </pc:sldChg>
      <pc:sldChg chg="modSp add mod">
        <pc:chgData name="Stefan Rupp" userId="72e9372f-1442-4288-bc7b-a4b398c45d26" providerId="ADAL" clId="{F6E1F404-47EC-42AE-A73E-024F3729B10D}" dt="2025-07-04T10:41:52.627" v="787" actId="20577"/>
        <pc:sldMkLst>
          <pc:docMk/>
          <pc:sldMk cId="828054308" sldId="2542"/>
        </pc:sldMkLst>
      </pc:sldChg>
      <pc:sldChg chg="add del">
        <pc:chgData name="Stefan Rupp" userId="72e9372f-1442-4288-bc7b-a4b398c45d26" providerId="ADAL" clId="{F6E1F404-47EC-42AE-A73E-024F3729B10D}" dt="2025-07-04T10:39:58.687" v="748" actId="2696"/>
        <pc:sldMkLst>
          <pc:docMk/>
          <pc:sldMk cId="3490655898" sldId="2542"/>
        </pc:sldMkLst>
      </pc:sldChg>
      <pc:sldChg chg="addSp modSp add mod">
        <pc:chgData name="Stefan Rupp" userId="72e9372f-1442-4288-bc7b-a4b398c45d26" providerId="ADAL" clId="{F6E1F404-47EC-42AE-A73E-024F3729B10D}" dt="2025-07-04T10:59:20.269" v="926" actId="1037"/>
        <pc:sldMkLst>
          <pc:docMk/>
          <pc:sldMk cId="774842336" sldId="2543"/>
        </pc:sldMkLst>
      </pc:sldChg>
      <pc:sldChg chg="modSp add mod">
        <pc:chgData name="Stefan Rupp" userId="72e9372f-1442-4288-bc7b-a4b398c45d26" providerId="ADAL" clId="{F6E1F404-47EC-42AE-A73E-024F3729B10D}" dt="2025-07-04T11:01:14.184" v="939" actId="108"/>
        <pc:sldMkLst>
          <pc:docMk/>
          <pc:sldMk cId="464024170" sldId="2544"/>
        </pc:sldMkLst>
      </pc:sldChg>
      <pc:sldChg chg="addSp delSp modSp add mod">
        <pc:chgData name="Stefan Rupp" userId="72e9372f-1442-4288-bc7b-a4b398c45d26" providerId="ADAL" clId="{F6E1F404-47EC-42AE-A73E-024F3729B10D}" dt="2025-07-09T06:49:24.963" v="980" actId="14100"/>
        <pc:sldMkLst>
          <pc:docMk/>
          <pc:sldMk cId="1741235223" sldId="2545"/>
        </pc:sldMkLst>
      </pc:sldChg>
      <pc:sldChg chg="addSp delSp modSp add mod delAnim modAnim">
        <pc:chgData name="Stefan Rupp" userId="72e9372f-1442-4288-bc7b-a4b398c45d26" providerId="ADAL" clId="{F6E1F404-47EC-42AE-A73E-024F3729B10D}" dt="2025-07-09T09:55:25.995" v="1034" actId="121"/>
        <pc:sldMkLst>
          <pc:docMk/>
          <pc:sldMk cId="2130382970" sldId="2546"/>
        </pc:sldMkLst>
      </pc:sldChg>
      <pc:sldMasterChg chg="delSldLayout">
        <pc:chgData name="Stefan Rupp" userId="72e9372f-1442-4288-bc7b-a4b398c45d26" providerId="ADAL" clId="{F6E1F404-47EC-42AE-A73E-024F3729B10D}" dt="2025-07-04T08:06:36.929" v="203" actId="47"/>
        <pc:sldMasterMkLst>
          <pc:docMk/>
          <pc:sldMasterMk cId="408852545" sldId="2147483648"/>
        </pc:sldMasterMkLst>
        <pc:sldLayoutChg chg="del">
          <pc:chgData name="Stefan Rupp" userId="72e9372f-1442-4288-bc7b-a4b398c45d26" providerId="ADAL" clId="{F6E1F404-47EC-42AE-A73E-024F3729B10D}" dt="2025-07-04T08:06:36.929" v="203" actId="47"/>
          <pc:sldLayoutMkLst>
            <pc:docMk/>
            <pc:sldMasterMk cId="408852545" sldId="2147483648"/>
            <pc:sldLayoutMk cId="1340512837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F0017-8566-49B6-95AC-06D17BE9DB1D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27421-B0B6-4A3E-A51A-4B97E11B7F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248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ollbild">
            <a:extLst>
              <a:ext uri="{FF2B5EF4-FFF2-40B4-BE49-F238E27FC236}">
                <a16:creationId xmlns:a16="http://schemas.microsoft.com/office/drawing/2014/main" id="{14397B68-4E63-4A35-AB9B-0598739D8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1520489" cy="6480175"/>
          </a:xfrm>
          <a:custGeom>
            <a:avLst/>
            <a:gdLst>
              <a:gd name="connsiteX0" fmla="*/ 0 w 11520489"/>
              <a:gd name="connsiteY0" fmla="*/ 0 h 6480175"/>
              <a:gd name="connsiteX1" fmla="*/ 619392 w 11520489"/>
              <a:gd name="connsiteY1" fmla="*/ 0 h 6480175"/>
              <a:gd name="connsiteX2" fmla="*/ 540000 w 11520489"/>
              <a:gd name="connsiteY2" fmla="*/ 287337 h 6480175"/>
              <a:gd name="connsiteX3" fmla="*/ 1294046 w 11520489"/>
              <a:gd name="connsiteY3" fmla="*/ 287337 h 6480175"/>
              <a:gd name="connsiteX4" fmla="*/ 1373438 w 11520489"/>
              <a:gd name="connsiteY4" fmla="*/ 0 h 6480175"/>
              <a:gd name="connsiteX5" fmla="*/ 11520489 w 11520489"/>
              <a:gd name="connsiteY5" fmla="*/ 0 h 6480175"/>
              <a:gd name="connsiteX6" fmla="*/ 11520489 w 11520489"/>
              <a:gd name="connsiteY6" fmla="*/ 6480175 h 6480175"/>
              <a:gd name="connsiteX7" fmla="*/ 10978063 w 11520489"/>
              <a:gd name="connsiteY7" fmla="*/ 6480175 h 6480175"/>
              <a:gd name="connsiteX8" fmla="*/ 10978063 w 11520489"/>
              <a:gd name="connsiteY8" fmla="*/ 6173787 h 6480175"/>
              <a:gd name="connsiteX9" fmla="*/ 10224000 w 11520489"/>
              <a:gd name="connsiteY9" fmla="*/ 6173787 h 6480175"/>
              <a:gd name="connsiteX10" fmla="*/ 10224000 w 11520489"/>
              <a:gd name="connsiteY10" fmla="*/ 6480175 h 6480175"/>
              <a:gd name="connsiteX11" fmla="*/ 0 w 11520489"/>
              <a:gd name="connsiteY11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0489" h="6480175">
                <a:moveTo>
                  <a:pt x="0" y="0"/>
                </a:moveTo>
                <a:lnTo>
                  <a:pt x="619392" y="0"/>
                </a:lnTo>
                <a:lnTo>
                  <a:pt x="540000" y="287337"/>
                </a:lnTo>
                <a:lnTo>
                  <a:pt x="1294046" y="287337"/>
                </a:lnTo>
                <a:lnTo>
                  <a:pt x="1373438" y="0"/>
                </a:lnTo>
                <a:lnTo>
                  <a:pt x="11520489" y="0"/>
                </a:lnTo>
                <a:lnTo>
                  <a:pt x="11520489" y="6480175"/>
                </a:lnTo>
                <a:lnTo>
                  <a:pt x="10978063" y="6480175"/>
                </a:lnTo>
                <a:lnTo>
                  <a:pt x="10978063" y="6173787"/>
                </a:lnTo>
                <a:lnTo>
                  <a:pt x="10224000" y="6173787"/>
                </a:lnTo>
                <a:lnTo>
                  <a:pt x="10224000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10224000" bIns="792000" anchor="b" anchorCtr="0">
            <a:noAutofit/>
          </a:bodyPr>
          <a:lstStyle>
            <a:lvl1pPr algn="l">
              <a:defRPr sz="1600" b="0"/>
            </a:lvl1pPr>
          </a:lstStyle>
          <a:p>
            <a:r>
              <a:rPr lang="de-DE" dirty="0"/>
              <a:t>Bild einfügen &gt;&gt; Menü </a:t>
            </a:r>
            <a:br>
              <a:rPr lang="de-DE" dirty="0"/>
            </a:br>
            <a:r>
              <a:rPr lang="de-DE" dirty="0"/>
              <a:t>&gt; Einfügen </a:t>
            </a:r>
            <a:br>
              <a:rPr lang="de-DE" dirty="0"/>
            </a:br>
            <a:r>
              <a:rPr lang="de-DE" dirty="0"/>
              <a:t>&gt; Bilder </a:t>
            </a:r>
            <a:br>
              <a:rPr lang="de-DE" dirty="0"/>
            </a:br>
            <a:r>
              <a:rPr lang="de-DE" dirty="0"/>
              <a:t>oder per </a:t>
            </a:r>
            <a:br>
              <a:rPr lang="de-DE" dirty="0"/>
            </a:br>
            <a:r>
              <a:rPr lang="de-DE" dirty="0"/>
              <a:t>Drag-n-Drop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E58928A2-F2F0-4DA2-A28F-CE5885C0E8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1156950" cy="6480175"/>
          </a:xfrm>
          <a:custGeom>
            <a:avLst/>
            <a:gdLst>
              <a:gd name="connsiteX0" fmla="*/ 0 w 11156950"/>
              <a:gd name="connsiteY0" fmla="*/ 0 h 6480175"/>
              <a:gd name="connsiteX1" fmla="*/ 619392 w 11156950"/>
              <a:gd name="connsiteY1" fmla="*/ 0 h 6480175"/>
              <a:gd name="connsiteX2" fmla="*/ 540000 w 11156950"/>
              <a:gd name="connsiteY2" fmla="*/ 287338 h 6480175"/>
              <a:gd name="connsiteX3" fmla="*/ 1294046 w 11156950"/>
              <a:gd name="connsiteY3" fmla="*/ 287338 h 6480175"/>
              <a:gd name="connsiteX4" fmla="*/ 1373438 w 11156950"/>
              <a:gd name="connsiteY4" fmla="*/ 0 h 6480175"/>
              <a:gd name="connsiteX5" fmla="*/ 11156950 w 11156950"/>
              <a:gd name="connsiteY5" fmla="*/ 0 h 6480175"/>
              <a:gd name="connsiteX6" fmla="*/ 9388946 w 11156950"/>
              <a:gd name="connsiteY6" fmla="*/ 6480175 h 6480175"/>
              <a:gd name="connsiteX7" fmla="*/ 0 w 11156950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56950" h="6480175">
                <a:moveTo>
                  <a:pt x="0" y="0"/>
                </a:moveTo>
                <a:lnTo>
                  <a:pt x="619392" y="0"/>
                </a:lnTo>
                <a:lnTo>
                  <a:pt x="540000" y="287338"/>
                </a:lnTo>
                <a:lnTo>
                  <a:pt x="1294046" y="287338"/>
                </a:lnTo>
                <a:lnTo>
                  <a:pt x="1373438" y="0"/>
                </a:lnTo>
                <a:lnTo>
                  <a:pt x="11156950" y="0"/>
                </a:lnTo>
                <a:lnTo>
                  <a:pt x="938894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</p:spPr>
        <p:txBody>
          <a:bodyPr wrap="square" lIns="1404000" tIns="1782000" rIns="1080000" anchor="t" anchorCtr="0">
            <a:noAutofit/>
          </a:bodyPr>
          <a:lstStyle>
            <a:lvl1pPr algn="l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 zweizeilig sein</a:t>
            </a:r>
          </a:p>
        </p:txBody>
      </p:sp>
      <p:sp>
        <p:nvSpPr>
          <p:cNvPr id="3" name="Over Line">
            <a:extLst>
              <a:ext uri="{FF2B5EF4-FFF2-40B4-BE49-F238E27FC236}">
                <a16:creationId xmlns:a16="http://schemas.microsoft.com/office/drawing/2014/main" id="{5D62107B-E00D-4D9F-B761-023EEF0E97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03350" y="1262063"/>
            <a:ext cx="8672400" cy="503499"/>
          </a:xfrm>
        </p:spPr>
        <p:txBody>
          <a:bodyPr anchor="b" anchorCtr="0"/>
          <a:lstStyle>
            <a:lvl1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9pPr>
          </a:lstStyle>
          <a:p>
            <a:pPr lvl="1"/>
            <a:r>
              <a:rPr lang="de-DE" dirty="0"/>
              <a:t>Over Line Präsentationstitel</a:t>
            </a:r>
          </a:p>
        </p:txBody>
      </p:sp>
      <p:sp>
        <p:nvSpPr>
          <p:cNvPr id="24" name="Vortragender 1">
            <a:extLst>
              <a:ext uri="{FF2B5EF4-FFF2-40B4-BE49-F238E27FC236}">
                <a16:creationId xmlns:a16="http://schemas.microsoft.com/office/drawing/2014/main" id="{EE590035-1C9F-4D28-BC16-E8B42F9A8DFE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403350" y="4464050"/>
            <a:ext cx="3600000" cy="133191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b="0">
                <a:solidFill>
                  <a:schemeClr val="bg1"/>
                </a:solidFill>
              </a:defRPr>
            </a:lvl2pPr>
            <a:lvl3pPr marL="0" indent="0">
              <a:spcBef>
                <a:spcPts val="2160"/>
              </a:spcBef>
              <a:buNone/>
              <a:defRPr sz="1100" b="0">
                <a:solidFill>
                  <a:schemeClr val="bg1"/>
                </a:solidFill>
              </a:defRPr>
            </a:lvl3pPr>
            <a:lvl4pPr marL="0" indent="0">
              <a:buNone/>
              <a:defRPr sz="1100" b="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Name Vortragender 1 auf erster Ebene // für Position und E-Mail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5" name="Vortragender 2">
            <a:extLst>
              <a:ext uri="{FF2B5EF4-FFF2-40B4-BE49-F238E27FC236}">
                <a16:creationId xmlns:a16="http://schemas.microsoft.com/office/drawing/2014/main" id="{9CDAA703-5C3A-493D-87FB-7A5417DBC2DB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5795963" y="4464050"/>
            <a:ext cx="3600000" cy="133191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b="0">
                <a:solidFill>
                  <a:schemeClr val="bg1"/>
                </a:solidFill>
              </a:defRPr>
            </a:lvl2pPr>
            <a:lvl3pPr marL="0" indent="0">
              <a:spcBef>
                <a:spcPts val="2160"/>
              </a:spcBef>
              <a:buNone/>
              <a:defRPr sz="1100" b="0">
                <a:solidFill>
                  <a:schemeClr val="bg1"/>
                </a:solidFill>
              </a:defRPr>
            </a:lvl3pPr>
            <a:lvl4pPr marL="0" indent="0">
              <a:buNone/>
              <a:defRPr sz="1100" b="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Name Vortragender 2 auf erster Ebene // für Position und E-Mail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Privacy Notice">
            <a:extLst>
              <a:ext uri="{FF2B5EF4-FFF2-40B4-BE49-F238E27FC236}">
                <a16:creationId xmlns:a16="http://schemas.microsoft.com/office/drawing/2014/main" id="{0B1F9BD4-65EC-42A7-8E8D-E9B13F420A4F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403350" y="5795964"/>
            <a:ext cx="7416000" cy="5868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Privacy Notice</a:t>
            </a:r>
          </a:p>
        </p:txBody>
      </p:sp>
      <p:sp>
        <p:nvSpPr>
          <p:cNvPr id="6" name="Datum">
            <a:extLst>
              <a:ext uri="{FF2B5EF4-FFF2-40B4-BE49-F238E27FC236}">
                <a16:creationId xmlns:a16="http://schemas.microsoft.com/office/drawing/2014/main" id="{B1E4A66D-6C80-4E10-87DF-9164AD754B6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3168000" y="6552000"/>
            <a:ext cx="720000" cy="180000"/>
          </a:xfrm>
        </p:spPr>
        <p:txBody>
          <a:bodyPr/>
          <a:lstStyle/>
          <a:p>
            <a:fld id="{618CD3BC-1EE4-4050-B2BF-C7FCA8BD8257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7" name="Fußzeile">
            <a:extLst>
              <a:ext uri="{FF2B5EF4-FFF2-40B4-BE49-F238E27FC236}">
                <a16:creationId xmlns:a16="http://schemas.microsoft.com/office/drawing/2014/main" id="{EAC983C9-CD91-4A8C-AC2C-62C586ED47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9750" y="6552000"/>
            <a:ext cx="2376250" cy="180000"/>
          </a:xfrm>
        </p:spPr>
        <p:txBody>
          <a:bodyPr/>
          <a:lstStyle/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8" name="Foliennummer">
            <a:extLst>
              <a:ext uri="{FF2B5EF4-FFF2-40B4-BE49-F238E27FC236}">
                <a16:creationId xmlns:a16="http://schemas.microsoft.com/office/drawing/2014/main" id="{CEBFC61B-EA60-454E-87D6-CDC14E7623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4068000" y="6552000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43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84" userDrawn="1">
          <p15:clr>
            <a:srgbClr val="FBAE40"/>
          </p15:clr>
        </p15:guide>
        <p15:guide id="2" orient="horz" pos="2812" userDrawn="1">
          <p15:clr>
            <a:srgbClr val="FBAE40"/>
          </p15:clr>
        </p15:guide>
        <p15:guide id="3" pos="3651" userDrawn="1">
          <p15:clr>
            <a:srgbClr val="FBAE40"/>
          </p15:clr>
        </p15:guide>
        <p15:guide id="4" orient="horz" pos="3651" userDrawn="1">
          <p15:clr>
            <a:srgbClr val="FBAE40"/>
          </p15:clr>
        </p15:guide>
        <p15:guide id="5" orient="horz" pos="385" userDrawn="1">
          <p15:clr>
            <a:srgbClr val="FBAE40"/>
          </p15:clr>
        </p15:guide>
        <p15:guide id="6" orient="horz" pos="79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rhomb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homboid Bild 3 Spalten">
            <a:extLst>
              <a:ext uri="{FF2B5EF4-FFF2-40B4-BE49-F238E27FC236}">
                <a16:creationId xmlns:a16="http://schemas.microsoft.com/office/drawing/2014/main" id="{137F158A-59F1-458A-BC27-F880FE4A52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7114" y="0"/>
            <a:ext cx="4143375" cy="6480175"/>
          </a:xfrm>
          <a:custGeom>
            <a:avLst/>
            <a:gdLst>
              <a:gd name="connsiteX0" fmla="*/ 1766948 w 4143375"/>
              <a:gd name="connsiteY0" fmla="*/ 0 h 6480175"/>
              <a:gd name="connsiteX1" fmla="*/ 4143375 w 4143375"/>
              <a:gd name="connsiteY1" fmla="*/ 0 h 6480175"/>
              <a:gd name="connsiteX2" fmla="*/ 4143375 w 4143375"/>
              <a:gd name="connsiteY2" fmla="*/ 6480175 h 6480175"/>
              <a:gd name="connsiteX3" fmla="*/ 3600949 w 4143375"/>
              <a:gd name="connsiteY3" fmla="*/ 6480175 h 6480175"/>
              <a:gd name="connsiteX4" fmla="*/ 3600949 w 4143375"/>
              <a:gd name="connsiteY4" fmla="*/ 6173788 h 6480175"/>
              <a:gd name="connsiteX5" fmla="*/ 2846886 w 4143375"/>
              <a:gd name="connsiteY5" fmla="*/ 6173788 h 6480175"/>
              <a:gd name="connsiteX6" fmla="*/ 2846886 w 4143375"/>
              <a:gd name="connsiteY6" fmla="*/ 6480175 h 6480175"/>
              <a:gd name="connsiteX7" fmla="*/ 0 w 414337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3375" h="6480175">
                <a:moveTo>
                  <a:pt x="1766948" y="0"/>
                </a:moveTo>
                <a:lnTo>
                  <a:pt x="4143375" y="0"/>
                </a:lnTo>
                <a:lnTo>
                  <a:pt x="4143375" y="6480175"/>
                </a:lnTo>
                <a:lnTo>
                  <a:pt x="3600949" y="6480175"/>
                </a:lnTo>
                <a:lnTo>
                  <a:pt x="3600949" y="6173788"/>
                </a:lnTo>
                <a:lnTo>
                  <a:pt x="2846886" y="6173788"/>
                </a:lnTo>
                <a:lnTo>
                  <a:pt x="284688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Bild einfügen per </a:t>
            </a:r>
            <a:br>
              <a:rPr lang="de-DE" dirty="0"/>
            </a:br>
            <a:r>
              <a:rPr lang="de-DE" dirty="0"/>
              <a:t>Drag-n-Drop 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E58928A2-F2F0-4DA2-A28F-CE5885C0E8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51" y="1029361"/>
            <a:ext cx="5760000" cy="1620000"/>
          </a:xfrm>
          <a:prstGeom prst="rect">
            <a:avLst/>
          </a:prstGeom>
          <a:noFill/>
        </p:spPr>
        <p:txBody>
          <a:bodyPr wrap="square" lIns="0" tIns="0" rIns="0" anchor="t" anchorCtr="0">
            <a:noAutofit/>
          </a:bodyPr>
          <a:lstStyle>
            <a:lvl1pPr algn="l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Hier steht der Titel </a:t>
            </a:r>
            <a:br>
              <a:rPr lang="de-DE" dirty="0"/>
            </a:br>
            <a:r>
              <a:rPr lang="de-DE" dirty="0"/>
              <a:t>der Präsentation</a:t>
            </a:r>
            <a:br>
              <a:rPr lang="de-DE" dirty="0"/>
            </a:br>
            <a:r>
              <a:rPr lang="de-DE" dirty="0"/>
              <a:t>Dieser kann mehrzeilig sein</a:t>
            </a:r>
          </a:p>
        </p:txBody>
      </p:sp>
      <p:sp>
        <p:nvSpPr>
          <p:cNvPr id="3" name="Over Line">
            <a:extLst>
              <a:ext uri="{FF2B5EF4-FFF2-40B4-BE49-F238E27FC236}">
                <a16:creationId xmlns:a16="http://schemas.microsoft.com/office/drawing/2014/main" id="{5D62107B-E00D-4D9F-B761-023EEF0E97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512763"/>
            <a:ext cx="5760000" cy="503499"/>
          </a:xfrm>
        </p:spPr>
        <p:txBody>
          <a:bodyPr anchor="b" anchorCtr="0"/>
          <a:lstStyle>
            <a:lvl1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de-DE" dirty="0"/>
              <a:t>Over Line Präsentationstitel</a:t>
            </a:r>
          </a:p>
        </p:txBody>
      </p:sp>
      <p:sp>
        <p:nvSpPr>
          <p:cNvPr id="24" name="Ort/Datum">
            <a:extLst>
              <a:ext uri="{FF2B5EF4-FFF2-40B4-BE49-F238E27FC236}">
                <a16:creationId xmlns:a16="http://schemas.microsoft.com/office/drawing/2014/main" id="{EE590035-1C9F-4D28-BC16-E8B42F9A8DFE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539749" y="5232932"/>
            <a:ext cx="5760000" cy="503499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Ort, X. Monat 2019  </a:t>
            </a:r>
          </a:p>
        </p:txBody>
      </p:sp>
      <p:sp>
        <p:nvSpPr>
          <p:cNvPr id="58" name="Inhalt">
            <a:extLst>
              <a:ext uri="{FF2B5EF4-FFF2-40B4-BE49-F238E27FC236}">
                <a16:creationId xmlns:a16="http://schemas.microsoft.com/office/drawing/2014/main" id="{C6CD3634-E569-42B7-9679-B18C402C418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39750" y="3240086"/>
            <a:ext cx="252000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0"/>
            </a:lvl1pPr>
            <a:lvl2pPr marL="0" indent="0">
              <a:buNone/>
              <a:defRPr sz="1000" b="0"/>
            </a:lvl2pPr>
            <a:lvl3pPr marL="0" indent="0">
              <a:buNone/>
              <a:defRPr sz="1000" b="0"/>
            </a:lvl3pPr>
            <a:lvl4pPr marL="0" indent="0">
              <a:buNone/>
              <a:defRPr sz="1000" b="0"/>
            </a:lvl4pPr>
            <a:lvl5pPr marL="0" indent="0">
              <a:buFont typeface="Arial" panose="020B0604020202020204" pitchFamily="34" charset="0"/>
              <a:buNone/>
              <a:defRPr sz="1000" b="0"/>
            </a:lvl5pPr>
            <a:lvl6pPr marL="0" indent="0">
              <a:buFont typeface="Arial" panose="020B0604020202020204" pitchFamily="34" charset="0"/>
              <a:buNone/>
              <a:defRPr sz="1000" b="0"/>
            </a:lvl6pPr>
            <a:lvl7pPr marL="0" indent="0">
              <a:buFont typeface="Arial" panose="020B0604020202020204" pitchFamily="34" charset="0"/>
              <a:buNone/>
              <a:defRPr sz="1000" b="0"/>
            </a:lvl7pPr>
            <a:lvl8pPr marL="0" indent="0">
              <a:buFont typeface="Arial" panose="020B0604020202020204" pitchFamily="34" charset="0"/>
              <a:buNone/>
              <a:defRPr sz="1000" b="0"/>
            </a:lvl8pPr>
            <a:lvl9pPr marL="0" indent="0">
              <a:buFont typeface="Arial" panose="020B0604020202020204" pitchFamily="34" charset="0"/>
              <a:buNone/>
              <a:defRPr sz="1000" b="0"/>
            </a:lvl9pPr>
          </a:lstStyle>
          <a:p>
            <a:pPr lvl="0"/>
            <a:r>
              <a:rPr lang="de-DE" dirty="0"/>
              <a:t>ggf. Kundenlogo einfügen</a:t>
            </a:r>
          </a:p>
        </p:txBody>
      </p:sp>
      <p:sp>
        <p:nvSpPr>
          <p:cNvPr id="12" name="Privacy Notice">
            <a:extLst>
              <a:ext uri="{FF2B5EF4-FFF2-40B4-BE49-F238E27FC236}">
                <a16:creationId xmlns:a16="http://schemas.microsoft.com/office/drawing/2014/main" id="{90A0CF01-6C1D-40BE-9E15-FFB1088A3887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9749" y="5795964"/>
            <a:ext cx="7416000" cy="5868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Privacy Notice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6A30448C-ED32-483C-91FE-AFA97F4AFAB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3168000" y="6552000"/>
            <a:ext cx="720000" cy="180000"/>
          </a:xfrm>
        </p:spPr>
        <p:txBody>
          <a:bodyPr/>
          <a:lstStyle/>
          <a:p>
            <a:fld id="{86D7BBF9-7C8E-497B-A742-6E93E4649479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3" name="Fußzeile">
            <a:extLst>
              <a:ext uri="{FF2B5EF4-FFF2-40B4-BE49-F238E27FC236}">
                <a16:creationId xmlns:a16="http://schemas.microsoft.com/office/drawing/2014/main" id="{D2664EAF-959E-431B-9E6B-F97E37650B0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39750" y="6552000"/>
            <a:ext cx="2376250" cy="180000"/>
          </a:xfrm>
        </p:spPr>
        <p:txBody>
          <a:bodyPr/>
          <a:lstStyle/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7F06B5C4-71A5-4F46-A9B8-B9DC8CCB627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068000" y="6552000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258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17" userDrawn="1">
          <p15:clr>
            <a:srgbClr val="FBAE40"/>
          </p15:clr>
        </p15:guide>
        <p15:guide id="3" pos="340" userDrawn="1">
          <p15:clr>
            <a:srgbClr val="FBAE40"/>
          </p15:clr>
        </p15:guide>
        <p15:guide id="4" orient="horz" pos="3651">
          <p15:clr>
            <a:srgbClr val="FBAE40"/>
          </p15:clr>
        </p15:guide>
        <p15:guide id="5" orient="horz" pos="385" userDrawn="1">
          <p15:clr>
            <a:srgbClr val="FBAE40"/>
          </p15:clr>
        </p15:guide>
        <p15:guide id="6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de-DE" sz="1800" b="1" i="0" u="none" strike="noStrike" baseline="0" smtClean="0"/>
            </a:lvl1pPr>
          </a:lstStyle>
          <a:p>
            <a:r>
              <a:rPr lang="de-DE" dirty="0"/>
              <a:t>Hier steht der Inhalt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5230366-7AB1-4EE3-AD91-2C54FE8789C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9749" y="1350963"/>
            <a:ext cx="6948488" cy="4445000"/>
          </a:xfrm>
        </p:spPr>
        <p:txBody>
          <a:bodyPr vert="horz"/>
          <a:lstStyle>
            <a:lvl1pPr marL="126000" indent="-126000">
              <a:spcBef>
                <a:spcPts val="2160"/>
              </a:spcBef>
              <a:buFont typeface="Arial" panose="020B0604020202020204" pitchFamily="34" charset="0"/>
              <a:buChar char="▪"/>
              <a:defRPr/>
            </a:lvl1pPr>
            <a:lvl2pPr marL="126000" indent="0">
              <a:spcBef>
                <a:spcPts val="0"/>
              </a:spcBef>
              <a:buNone/>
              <a:defRPr b="0"/>
            </a:lvl2pPr>
            <a:lvl3pPr marL="126000" indent="0">
              <a:buNone/>
              <a:defRPr b="0"/>
            </a:lvl3pPr>
            <a:lvl4pPr marL="126000" indent="0">
              <a:buNone/>
              <a:defRPr b="0"/>
            </a:lvl4pPr>
            <a:lvl5pPr marL="126000">
              <a:defRPr b="0"/>
            </a:lvl5pPr>
            <a:lvl6pPr marL="126000" indent="0">
              <a:spcBef>
                <a:spcPts val="0"/>
              </a:spcBef>
              <a:buNone/>
              <a:defRPr b="0"/>
            </a:lvl6pPr>
            <a:lvl7pPr marL="126000">
              <a:defRPr b="0"/>
            </a:lvl7pPr>
            <a:lvl8pPr marL="126000">
              <a:defRPr b="0"/>
            </a:lvl8pPr>
            <a:lvl9pPr marL="126000">
              <a:defRPr b="0"/>
            </a:lvl9pPr>
          </a:lstStyle>
          <a:p>
            <a:pPr lvl="0"/>
            <a:r>
              <a:rPr lang="de-DE" dirty="0"/>
              <a:t>Hauptthema auf erster Ebene // für Unterthema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Datum">
            <a:extLst>
              <a:ext uri="{FF2B5EF4-FFF2-40B4-BE49-F238E27FC236}">
                <a16:creationId xmlns:a16="http://schemas.microsoft.com/office/drawing/2014/main" id="{C065D492-915F-49EF-A43D-D824707C798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435E030-9418-4180-99C5-609FE031C58B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7" name="Fußzeile">
            <a:extLst>
              <a:ext uri="{FF2B5EF4-FFF2-40B4-BE49-F238E27FC236}">
                <a16:creationId xmlns:a16="http://schemas.microsoft.com/office/drawing/2014/main" id="{5895FE63-63A2-45BF-BBE7-2BBEEFCD39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9" name="Foliennummer">
            <a:extLst>
              <a:ext uri="{FF2B5EF4-FFF2-40B4-BE49-F238E27FC236}">
                <a16:creationId xmlns:a16="http://schemas.microsoft.com/office/drawing/2014/main" id="{3787D5DE-C01B-4DCB-A773-F58C6FA764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549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 userDrawn="1">
          <p15:clr>
            <a:srgbClr val="FBAE40"/>
          </p15:clr>
        </p15:guide>
        <p15:guide id="2" orient="horz" pos="385" userDrawn="1">
          <p15:clr>
            <a:srgbClr val="FBAE40"/>
          </p15:clr>
        </p15:guide>
        <p15:guide id="3" pos="4717" userDrawn="1">
          <p15:clr>
            <a:srgbClr val="FBAE40"/>
          </p15:clr>
        </p15:guide>
        <p15:guide id="4" pos="6917" userDrawn="1">
          <p15:clr>
            <a:srgbClr val="FBAE40"/>
          </p15:clr>
        </p15:guide>
        <p15:guide id="5" orient="horz" pos="851" userDrawn="1">
          <p15:clr>
            <a:srgbClr val="FBAE40"/>
          </p15:clr>
        </p15:guide>
        <p15:guide id="6" orient="horz" pos="3651" userDrawn="1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+ rhombo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F47392CF-7E88-490D-B47F-DF31B998A49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7785864D-1CAD-4D49-B260-F4092BDD856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FBF89E89-5D20-420A-8146-1D72AE10AF92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4" name="Fußzeile">
            <a:extLst>
              <a:ext uri="{FF2B5EF4-FFF2-40B4-BE49-F238E27FC236}">
                <a16:creationId xmlns:a16="http://schemas.microsoft.com/office/drawing/2014/main" id="{B5BED47F-807F-497B-B7ED-868E59310EA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15" name="Foliennummer">
            <a:extLst>
              <a:ext uri="{FF2B5EF4-FFF2-40B4-BE49-F238E27FC236}">
                <a16:creationId xmlns:a16="http://schemas.microsoft.com/office/drawing/2014/main" id="{C7B96CF2-F627-4234-B3C9-4CDD084F6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4091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 userDrawn="1">
          <p15:clr>
            <a:srgbClr val="FBAE40"/>
          </p15:clr>
        </p15:guide>
        <p15:guide id="2" orient="horz" pos="3651" userDrawn="1">
          <p15:clr>
            <a:srgbClr val="FBAE40"/>
          </p15:clr>
        </p15:guide>
        <p15:guide id="3" pos="4717" userDrawn="1">
          <p15:clr>
            <a:srgbClr val="FBAE40"/>
          </p15:clr>
        </p15:guide>
        <p15:guide id="4" pos="6917" userDrawn="1">
          <p15:clr>
            <a:srgbClr val="FBAE40"/>
          </p15:clr>
        </p15:guide>
        <p15:guide id="5" orient="horz" pos="851" userDrawn="1">
          <p15:clr>
            <a:srgbClr val="FBAE40"/>
          </p15:clr>
        </p15:guide>
        <p15:guide id="6" orient="horz" pos="385" userDrawn="1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104409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F47392CF-7E88-490D-B47F-DF31B998A4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350963"/>
            <a:ext cx="10440988" cy="4445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8909E736-F023-4E4A-86D6-0A4490F0C4F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7B3B8615-D552-4564-B744-BDF58E76A48E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062B1FBB-89C7-4EDA-9A31-022DAD8861B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9" name="Foliennummer">
            <a:extLst>
              <a:ext uri="{FF2B5EF4-FFF2-40B4-BE49-F238E27FC236}">
                <a16:creationId xmlns:a16="http://schemas.microsoft.com/office/drawing/2014/main" id="{4A5E04D5-2B0E-4865-8DC5-336AF1CC22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491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">
            <a:extLst>
              <a:ext uri="{FF2B5EF4-FFF2-40B4-BE49-F238E27FC236}">
                <a16:creationId xmlns:a16="http://schemas.microsoft.com/office/drawing/2014/main" id="{6DEBD897-BD19-464D-93C6-5A9DA48C2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69484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09F007A-B80E-4AB4-8F40-2F3E0877F80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49718F17-4FF3-40C5-AADC-BCF13A6DC43A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0" name="Fußzeile">
            <a:extLst>
              <a:ext uri="{FF2B5EF4-FFF2-40B4-BE49-F238E27FC236}">
                <a16:creationId xmlns:a16="http://schemas.microsoft.com/office/drawing/2014/main" id="{44136639-EAA8-44DE-AD5C-9B0A972A338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11" name="Foliennummer">
            <a:extLst>
              <a:ext uri="{FF2B5EF4-FFF2-40B4-BE49-F238E27FC236}">
                <a16:creationId xmlns:a16="http://schemas.microsoft.com/office/drawing/2014/main" id="{C2611687-7860-40F6-8F95-94B38535CD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8283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">
            <a:extLst>
              <a:ext uri="{FF2B5EF4-FFF2-40B4-BE49-F238E27FC236}">
                <a16:creationId xmlns:a16="http://schemas.microsoft.com/office/drawing/2014/main" id="{FF3F95F2-E6C4-4172-A542-118E7BEBDA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C5D7E2DB-D455-497F-8BBF-B0F4BA7E7AB7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9" name="Fußzeile">
            <a:extLst>
              <a:ext uri="{FF2B5EF4-FFF2-40B4-BE49-F238E27FC236}">
                <a16:creationId xmlns:a16="http://schemas.microsoft.com/office/drawing/2014/main" id="{9EC68774-2A50-4196-B533-8E145210E4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10" name="Foliennummer">
            <a:extLst>
              <a:ext uri="{FF2B5EF4-FFF2-40B4-BE49-F238E27FC236}">
                <a16:creationId xmlns:a16="http://schemas.microsoft.com/office/drawing/2014/main" id="{F4BF0082-5DDF-44BA-870B-64C3915B1B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916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rhombo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homboid Bild 9 Spalten">
            <a:extLst>
              <a:ext uri="{FF2B5EF4-FFF2-40B4-BE49-F238E27FC236}">
                <a16:creationId xmlns:a16="http://schemas.microsoft.com/office/drawing/2014/main" id="{0E7F3D5D-81FF-409C-A28D-64C2A1AA96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1" y="0"/>
            <a:ext cx="10848975" cy="6480175"/>
          </a:xfrm>
          <a:custGeom>
            <a:avLst/>
            <a:gdLst>
              <a:gd name="connsiteX0" fmla="*/ 1766581 w 10848975"/>
              <a:gd name="connsiteY0" fmla="*/ 0 h 6480175"/>
              <a:gd name="connsiteX1" fmla="*/ 10848975 w 10848975"/>
              <a:gd name="connsiteY1" fmla="*/ 0 h 6480175"/>
              <a:gd name="connsiteX2" fmla="*/ 9082035 w 10848975"/>
              <a:gd name="connsiteY2" fmla="*/ 6480175 h 6480175"/>
              <a:gd name="connsiteX3" fmla="*/ 0 w 10848975"/>
              <a:gd name="connsiteY3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8975" h="6480175">
                <a:moveTo>
                  <a:pt x="1766581" y="0"/>
                </a:moveTo>
                <a:lnTo>
                  <a:pt x="10848975" y="0"/>
                </a:lnTo>
                <a:lnTo>
                  <a:pt x="9082035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einfügen </a:t>
            </a:r>
            <a:br>
              <a:rPr lang="de-DE" dirty="0"/>
            </a:br>
            <a:r>
              <a:rPr lang="de-DE" dirty="0"/>
              <a:t>per Drag-n-Drop oder löschen</a:t>
            </a:r>
          </a:p>
        </p:txBody>
      </p:sp>
      <p:sp>
        <p:nvSpPr>
          <p:cNvPr id="9" name="Rhomboid Bild 6 Spalten">
            <a:extLst>
              <a:ext uri="{FF2B5EF4-FFF2-40B4-BE49-F238E27FC236}">
                <a16:creationId xmlns:a16="http://schemas.microsoft.com/office/drawing/2014/main" id="{C12F8DF7-366D-44CA-8A83-88D05DBF6CA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71802" y="0"/>
            <a:ext cx="8548687" cy="6480175"/>
          </a:xfrm>
          <a:custGeom>
            <a:avLst/>
            <a:gdLst>
              <a:gd name="connsiteX0" fmla="*/ 1766685 w 8548687"/>
              <a:gd name="connsiteY0" fmla="*/ 0 h 6480175"/>
              <a:gd name="connsiteX1" fmla="*/ 8548687 w 8548687"/>
              <a:gd name="connsiteY1" fmla="*/ 0 h 6480175"/>
              <a:gd name="connsiteX2" fmla="*/ 8548687 w 8548687"/>
              <a:gd name="connsiteY2" fmla="*/ 6480175 h 6480175"/>
              <a:gd name="connsiteX3" fmla="*/ 8006262 w 8548687"/>
              <a:gd name="connsiteY3" fmla="*/ 6480175 h 6480175"/>
              <a:gd name="connsiteX4" fmla="*/ 8006262 w 8548687"/>
              <a:gd name="connsiteY4" fmla="*/ 6173788 h 6480175"/>
              <a:gd name="connsiteX5" fmla="*/ 7252199 w 8548687"/>
              <a:gd name="connsiteY5" fmla="*/ 6173788 h 6480175"/>
              <a:gd name="connsiteX6" fmla="*/ 7252199 w 8548687"/>
              <a:gd name="connsiteY6" fmla="*/ 6480175 h 6480175"/>
              <a:gd name="connsiteX7" fmla="*/ 0 w 8548687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8687" h="6480175">
                <a:moveTo>
                  <a:pt x="1766685" y="0"/>
                </a:moveTo>
                <a:lnTo>
                  <a:pt x="8548687" y="0"/>
                </a:lnTo>
                <a:lnTo>
                  <a:pt x="8548687" y="6480175"/>
                </a:lnTo>
                <a:lnTo>
                  <a:pt x="8006262" y="6480175"/>
                </a:lnTo>
                <a:lnTo>
                  <a:pt x="8006262" y="6173788"/>
                </a:lnTo>
                <a:lnTo>
                  <a:pt x="7252199" y="6173788"/>
                </a:lnTo>
                <a:lnTo>
                  <a:pt x="72521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einfügen </a:t>
            </a:r>
            <a:br>
              <a:rPr lang="de-DE" dirty="0"/>
            </a:br>
            <a:r>
              <a:rPr lang="de-DE" dirty="0"/>
              <a:t>per Drag-n-Drop oder löschen</a:t>
            </a:r>
          </a:p>
        </p:txBody>
      </p:sp>
      <p:sp>
        <p:nvSpPr>
          <p:cNvPr id="10" name="Rhomboid Bild 5 Spalten">
            <a:extLst>
              <a:ext uri="{FF2B5EF4-FFF2-40B4-BE49-F238E27FC236}">
                <a16:creationId xmlns:a16="http://schemas.microsoft.com/office/drawing/2014/main" id="{D90E07DD-F471-4EC0-ABB9-AC3BEE1F2B0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16576" y="0"/>
            <a:ext cx="5903913" cy="6480175"/>
          </a:xfrm>
          <a:custGeom>
            <a:avLst/>
            <a:gdLst>
              <a:gd name="connsiteX0" fmla="*/ 1766644 w 5903913"/>
              <a:gd name="connsiteY0" fmla="*/ 0 h 6480175"/>
              <a:gd name="connsiteX1" fmla="*/ 5903913 w 5903913"/>
              <a:gd name="connsiteY1" fmla="*/ 0 h 6480175"/>
              <a:gd name="connsiteX2" fmla="*/ 5903913 w 5903913"/>
              <a:gd name="connsiteY2" fmla="*/ 6480175 h 6480175"/>
              <a:gd name="connsiteX3" fmla="*/ 5361487 w 5903913"/>
              <a:gd name="connsiteY3" fmla="*/ 6480175 h 6480175"/>
              <a:gd name="connsiteX4" fmla="*/ 5361487 w 5903913"/>
              <a:gd name="connsiteY4" fmla="*/ 6173788 h 6480175"/>
              <a:gd name="connsiteX5" fmla="*/ 4607424 w 5903913"/>
              <a:gd name="connsiteY5" fmla="*/ 6173788 h 6480175"/>
              <a:gd name="connsiteX6" fmla="*/ 4607424 w 5903913"/>
              <a:gd name="connsiteY6" fmla="*/ 6480175 h 6480175"/>
              <a:gd name="connsiteX7" fmla="*/ 0 w 59039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03913" h="6480175">
                <a:moveTo>
                  <a:pt x="1766644" y="0"/>
                </a:moveTo>
                <a:lnTo>
                  <a:pt x="5903913" y="0"/>
                </a:lnTo>
                <a:lnTo>
                  <a:pt x="5903913" y="6480175"/>
                </a:lnTo>
                <a:lnTo>
                  <a:pt x="5361487" y="6480175"/>
                </a:lnTo>
                <a:lnTo>
                  <a:pt x="5361487" y="6173788"/>
                </a:lnTo>
                <a:lnTo>
                  <a:pt x="4607424" y="6173788"/>
                </a:lnTo>
                <a:lnTo>
                  <a:pt x="46074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1" name="Rhomboid Bild 4 Spalten">
            <a:extLst>
              <a:ext uri="{FF2B5EF4-FFF2-40B4-BE49-F238E27FC236}">
                <a16:creationId xmlns:a16="http://schemas.microsoft.com/office/drawing/2014/main" id="{3A6A00B8-3A56-40E8-8008-B7363B0D29B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96050" y="0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3 w 5024438"/>
              <a:gd name="connsiteY3" fmla="*/ 6480175 h 6480175"/>
              <a:gd name="connsiteX4" fmla="*/ 4482013 w 5024438"/>
              <a:gd name="connsiteY4" fmla="*/ 6173788 h 6480175"/>
              <a:gd name="connsiteX5" fmla="*/ 3727950 w 5024438"/>
              <a:gd name="connsiteY5" fmla="*/ 6173788 h 6480175"/>
              <a:gd name="connsiteX6" fmla="*/ 3727950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3" y="6480175"/>
                </a:lnTo>
                <a:lnTo>
                  <a:pt x="4482013" y="6173788"/>
                </a:lnTo>
                <a:lnTo>
                  <a:pt x="3727950" y="6173788"/>
                </a:lnTo>
                <a:lnTo>
                  <a:pt x="3727950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2" name="Rhomboid Bild 3 Spalten">
            <a:extLst>
              <a:ext uri="{FF2B5EF4-FFF2-40B4-BE49-F238E27FC236}">
                <a16:creationId xmlns:a16="http://schemas.microsoft.com/office/drawing/2014/main" id="{26176E4D-BD37-4A1D-BB60-87DF7FA24F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7114" y="0"/>
            <a:ext cx="4143375" cy="6480175"/>
          </a:xfrm>
          <a:custGeom>
            <a:avLst/>
            <a:gdLst>
              <a:gd name="connsiteX0" fmla="*/ 1766948 w 4143375"/>
              <a:gd name="connsiteY0" fmla="*/ 0 h 6480175"/>
              <a:gd name="connsiteX1" fmla="*/ 4143375 w 4143375"/>
              <a:gd name="connsiteY1" fmla="*/ 0 h 6480175"/>
              <a:gd name="connsiteX2" fmla="*/ 4143375 w 4143375"/>
              <a:gd name="connsiteY2" fmla="*/ 6480175 h 6480175"/>
              <a:gd name="connsiteX3" fmla="*/ 3600949 w 4143375"/>
              <a:gd name="connsiteY3" fmla="*/ 6480175 h 6480175"/>
              <a:gd name="connsiteX4" fmla="*/ 3600949 w 4143375"/>
              <a:gd name="connsiteY4" fmla="*/ 6173788 h 6480175"/>
              <a:gd name="connsiteX5" fmla="*/ 2846886 w 4143375"/>
              <a:gd name="connsiteY5" fmla="*/ 6173788 h 6480175"/>
              <a:gd name="connsiteX6" fmla="*/ 2846886 w 4143375"/>
              <a:gd name="connsiteY6" fmla="*/ 6480175 h 6480175"/>
              <a:gd name="connsiteX7" fmla="*/ 0 w 414337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3375" h="6480175">
                <a:moveTo>
                  <a:pt x="1766948" y="0"/>
                </a:moveTo>
                <a:lnTo>
                  <a:pt x="4143375" y="0"/>
                </a:lnTo>
                <a:lnTo>
                  <a:pt x="4143375" y="6480175"/>
                </a:lnTo>
                <a:lnTo>
                  <a:pt x="3600949" y="6480175"/>
                </a:lnTo>
                <a:lnTo>
                  <a:pt x="3600949" y="6173788"/>
                </a:lnTo>
                <a:lnTo>
                  <a:pt x="2846886" y="6173788"/>
                </a:lnTo>
                <a:lnTo>
                  <a:pt x="284688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3" name="Rhomboid Bild 2 Spalten">
            <a:extLst>
              <a:ext uri="{FF2B5EF4-FFF2-40B4-BE49-F238E27FC236}">
                <a16:creationId xmlns:a16="http://schemas.microsoft.com/office/drawing/2014/main" id="{E74F145C-DBA8-48A5-B3A7-61186D5128D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258176" y="0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8 h 6480175"/>
              <a:gd name="connsiteX5" fmla="*/ 1965824 w 3262313"/>
              <a:gd name="connsiteY5" fmla="*/ 6173788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8"/>
                </a:lnTo>
                <a:lnTo>
                  <a:pt x="1965824" y="6173788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7" name="Überschrift">
            <a:extLst>
              <a:ext uri="{FF2B5EF4-FFF2-40B4-BE49-F238E27FC236}">
                <a16:creationId xmlns:a16="http://schemas.microsoft.com/office/drawing/2014/main" id="{7D89C902-FF4D-4473-8F37-B4428A26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69484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111009FB-11A7-4198-8F4E-1B27AD7E04D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CA69A8AF-79F8-4BBF-8858-7CB30C082CF6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497BEA1A-3814-4539-88ED-680775F504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BFACF69A-65AC-431A-9D9E-95E9BF8705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5149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5230366-7AB1-4EE3-AD91-2C54FE8789C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9750" y="1295400"/>
            <a:ext cx="6948488" cy="4500563"/>
          </a:xfrm>
        </p:spPr>
        <p:txBody>
          <a:bodyPr vert="horz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Headline auf erster Ebene // für </a:t>
            </a:r>
            <a:r>
              <a:rPr lang="de-DE" dirty="0" err="1"/>
              <a:t>Subline</a:t>
            </a:r>
            <a:r>
              <a:rPr lang="de-DE" dirty="0"/>
              <a:t>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Datum">
            <a:extLst>
              <a:ext uri="{FF2B5EF4-FFF2-40B4-BE49-F238E27FC236}">
                <a16:creationId xmlns:a16="http://schemas.microsoft.com/office/drawing/2014/main" id="{F982C62A-B2B6-482D-9D52-21F002D7E336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3168000" y="6211052"/>
            <a:ext cx="720000" cy="180000"/>
          </a:xfrm>
        </p:spPr>
        <p:txBody>
          <a:bodyPr/>
          <a:lstStyle/>
          <a:p>
            <a:fld id="{F4D73AFF-EE3F-4E59-BCDF-0BB77E21660D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3" name="Fußzeile">
            <a:extLst>
              <a:ext uri="{FF2B5EF4-FFF2-40B4-BE49-F238E27FC236}">
                <a16:creationId xmlns:a16="http://schemas.microsoft.com/office/drawing/2014/main" id="{62F18688-941F-4158-BF87-BE8C7C0D507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39750" y="6211052"/>
            <a:ext cx="2376250" cy="180000"/>
          </a:xfrm>
        </p:spPr>
        <p:txBody>
          <a:bodyPr/>
          <a:lstStyle/>
          <a:p>
            <a:r>
              <a:rPr lang="en-US"/>
              <a:t>Refer to proprietary notice on title page</a:t>
            </a:r>
            <a:endParaRPr lang="de-DE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EC73E300-9B25-43DE-92D0-51DBC0532A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068000" y="6211052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626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85">
          <p15:clr>
            <a:srgbClr val="FBAE40"/>
          </p15:clr>
        </p15:guide>
        <p15:guide id="3" pos="4717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16" userDrawn="1">
          <p15:clr>
            <a:srgbClr val="FBAE40"/>
          </p15:clr>
        </p15:guide>
        <p15:guide id="6" orient="horz" pos="3651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ollbild">
            <a:extLst>
              <a:ext uri="{FF2B5EF4-FFF2-40B4-BE49-F238E27FC236}">
                <a16:creationId xmlns:a16="http://schemas.microsoft.com/office/drawing/2014/main" id="{14397B68-4E63-4A35-AB9B-0598739D8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1520489" cy="6480175"/>
          </a:xfrm>
          <a:custGeom>
            <a:avLst/>
            <a:gdLst>
              <a:gd name="connsiteX0" fmla="*/ 0 w 11520489"/>
              <a:gd name="connsiteY0" fmla="*/ 0 h 6480175"/>
              <a:gd name="connsiteX1" fmla="*/ 619392 w 11520489"/>
              <a:gd name="connsiteY1" fmla="*/ 0 h 6480175"/>
              <a:gd name="connsiteX2" fmla="*/ 540000 w 11520489"/>
              <a:gd name="connsiteY2" fmla="*/ 287337 h 6480175"/>
              <a:gd name="connsiteX3" fmla="*/ 1294046 w 11520489"/>
              <a:gd name="connsiteY3" fmla="*/ 287337 h 6480175"/>
              <a:gd name="connsiteX4" fmla="*/ 1373438 w 11520489"/>
              <a:gd name="connsiteY4" fmla="*/ 0 h 6480175"/>
              <a:gd name="connsiteX5" fmla="*/ 11520489 w 11520489"/>
              <a:gd name="connsiteY5" fmla="*/ 0 h 6480175"/>
              <a:gd name="connsiteX6" fmla="*/ 11520489 w 11520489"/>
              <a:gd name="connsiteY6" fmla="*/ 6480175 h 6480175"/>
              <a:gd name="connsiteX7" fmla="*/ 10978063 w 11520489"/>
              <a:gd name="connsiteY7" fmla="*/ 6480175 h 6480175"/>
              <a:gd name="connsiteX8" fmla="*/ 10978063 w 11520489"/>
              <a:gd name="connsiteY8" fmla="*/ 6173787 h 6480175"/>
              <a:gd name="connsiteX9" fmla="*/ 10224000 w 11520489"/>
              <a:gd name="connsiteY9" fmla="*/ 6173787 h 6480175"/>
              <a:gd name="connsiteX10" fmla="*/ 10224000 w 11520489"/>
              <a:gd name="connsiteY10" fmla="*/ 6480175 h 6480175"/>
              <a:gd name="connsiteX11" fmla="*/ 0 w 11520489"/>
              <a:gd name="connsiteY11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0489" h="6480175">
                <a:moveTo>
                  <a:pt x="0" y="0"/>
                </a:moveTo>
                <a:lnTo>
                  <a:pt x="619392" y="0"/>
                </a:lnTo>
                <a:lnTo>
                  <a:pt x="540000" y="287337"/>
                </a:lnTo>
                <a:lnTo>
                  <a:pt x="1294046" y="287337"/>
                </a:lnTo>
                <a:lnTo>
                  <a:pt x="1373438" y="0"/>
                </a:lnTo>
                <a:lnTo>
                  <a:pt x="11520489" y="0"/>
                </a:lnTo>
                <a:lnTo>
                  <a:pt x="11520489" y="6480175"/>
                </a:lnTo>
                <a:lnTo>
                  <a:pt x="10978063" y="6480175"/>
                </a:lnTo>
                <a:lnTo>
                  <a:pt x="10978063" y="6173787"/>
                </a:lnTo>
                <a:lnTo>
                  <a:pt x="10224000" y="6173787"/>
                </a:lnTo>
                <a:lnTo>
                  <a:pt x="10224000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10224000" bIns="792000" anchor="b" anchorCtr="0">
            <a:noAutofit/>
          </a:bodyPr>
          <a:lstStyle>
            <a:lvl1pPr algn="l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 &gt;&gt; Menü </a:t>
            </a:r>
            <a:br>
              <a:rPr lang="de-DE" dirty="0"/>
            </a:br>
            <a:r>
              <a:rPr lang="de-DE" dirty="0"/>
              <a:t>&gt; Einfügen </a:t>
            </a:r>
            <a:br>
              <a:rPr lang="de-DE" dirty="0"/>
            </a:br>
            <a:r>
              <a:rPr lang="de-DE" dirty="0"/>
              <a:t>&gt; Bilder </a:t>
            </a:r>
            <a:br>
              <a:rPr lang="de-DE" dirty="0"/>
            </a:br>
            <a:r>
              <a:rPr lang="de-DE" dirty="0"/>
              <a:t>oder per </a:t>
            </a:r>
            <a:br>
              <a:rPr lang="de-DE" dirty="0"/>
            </a:br>
            <a:r>
              <a:rPr lang="de-DE" dirty="0"/>
              <a:t>Drag-n-Drop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E58928A2-F2F0-4DA2-A28F-CE5885C0E8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1156950" cy="6480175"/>
          </a:xfrm>
          <a:custGeom>
            <a:avLst/>
            <a:gdLst>
              <a:gd name="connsiteX0" fmla="*/ 0 w 11156950"/>
              <a:gd name="connsiteY0" fmla="*/ 0 h 6480175"/>
              <a:gd name="connsiteX1" fmla="*/ 619392 w 11156950"/>
              <a:gd name="connsiteY1" fmla="*/ 0 h 6480175"/>
              <a:gd name="connsiteX2" fmla="*/ 540000 w 11156950"/>
              <a:gd name="connsiteY2" fmla="*/ 287338 h 6480175"/>
              <a:gd name="connsiteX3" fmla="*/ 1294046 w 11156950"/>
              <a:gd name="connsiteY3" fmla="*/ 287338 h 6480175"/>
              <a:gd name="connsiteX4" fmla="*/ 1373438 w 11156950"/>
              <a:gd name="connsiteY4" fmla="*/ 0 h 6480175"/>
              <a:gd name="connsiteX5" fmla="*/ 11156950 w 11156950"/>
              <a:gd name="connsiteY5" fmla="*/ 0 h 6480175"/>
              <a:gd name="connsiteX6" fmla="*/ 9388946 w 11156950"/>
              <a:gd name="connsiteY6" fmla="*/ 6480175 h 6480175"/>
              <a:gd name="connsiteX7" fmla="*/ 0 w 11156950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56950" h="6480175">
                <a:moveTo>
                  <a:pt x="0" y="0"/>
                </a:moveTo>
                <a:lnTo>
                  <a:pt x="619392" y="0"/>
                </a:lnTo>
                <a:lnTo>
                  <a:pt x="540000" y="287338"/>
                </a:lnTo>
                <a:lnTo>
                  <a:pt x="1294046" y="287338"/>
                </a:lnTo>
                <a:lnTo>
                  <a:pt x="1373438" y="0"/>
                </a:lnTo>
                <a:lnTo>
                  <a:pt x="11156950" y="0"/>
                </a:lnTo>
                <a:lnTo>
                  <a:pt x="938894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</p:spPr>
        <p:txBody>
          <a:bodyPr wrap="square" lIns="1404000" tIns="1782000" rIns="1080000" anchor="t" anchorCtr="0">
            <a:noAutofit/>
          </a:bodyPr>
          <a:lstStyle>
            <a:lvl1pPr algn="l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 zweizeilig sein</a:t>
            </a:r>
          </a:p>
        </p:txBody>
      </p:sp>
      <p:sp>
        <p:nvSpPr>
          <p:cNvPr id="3" name="Over Line">
            <a:extLst>
              <a:ext uri="{FF2B5EF4-FFF2-40B4-BE49-F238E27FC236}">
                <a16:creationId xmlns:a16="http://schemas.microsoft.com/office/drawing/2014/main" id="{5D62107B-E00D-4D9F-B761-023EEF0E97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03350" y="1262063"/>
            <a:ext cx="8672400" cy="503499"/>
          </a:xfrm>
        </p:spPr>
        <p:txBody>
          <a:bodyPr anchor="b" anchorCtr="0"/>
          <a:lstStyle>
            <a:lvl1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None/>
              <a:defRPr sz="3000" b="0">
                <a:solidFill>
                  <a:schemeClr val="bg1"/>
                </a:solidFill>
                <a:latin typeface="+mn-lt"/>
              </a:defRPr>
            </a:lvl9pPr>
          </a:lstStyle>
          <a:p>
            <a:pPr lvl="1"/>
            <a:r>
              <a:rPr lang="de-DE" dirty="0"/>
              <a:t>Over Line Präsentationstitel</a:t>
            </a:r>
          </a:p>
        </p:txBody>
      </p:sp>
      <p:sp>
        <p:nvSpPr>
          <p:cNvPr id="24" name="Vortragender 1">
            <a:extLst>
              <a:ext uri="{FF2B5EF4-FFF2-40B4-BE49-F238E27FC236}">
                <a16:creationId xmlns:a16="http://schemas.microsoft.com/office/drawing/2014/main" id="{EE590035-1C9F-4D28-BC16-E8B42F9A8DFE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403350" y="4464050"/>
            <a:ext cx="3600000" cy="133191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b="0">
                <a:solidFill>
                  <a:schemeClr val="bg1"/>
                </a:solidFill>
              </a:defRPr>
            </a:lvl2pPr>
            <a:lvl3pPr marL="0" indent="0">
              <a:spcBef>
                <a:spcPts val="2160"/>
              </a:spcBef>
              <a:buNone/>
              <a:defRPr sz="1100" b="0">
                <a:solidFill>
                  <a:schemeClr val="bg1"/>
                </a:solidFill>
              </a:defRPr>
            </a:lvl3pPr>
            <a:lvl4pPr marL="0" indent="0">
              <a:buNone/>
              <a:defRPr sz="1100" b="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Name Vortragender 1 auf erster Ebene // für Position und E-Mail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5" name="Vortragender 2">
            <a:extLst>
              <a:ext uri="{FF2B5EF4-FFF2-40B4-BE49-F238E27FC236}">
                <a16:creationId xmlns:a16="http://schemas.microsoft.com/office/drawing/2014/main" id="{9CDAA703-5C3A-493D-87FB-7A5417DBC2DB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5795963" y="4464050"/>
            <a:ext cx="3600000" cy="1331913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b="0">
                <a:solidFill>
                  <a:schemeClr val="bg1"/>
                </a:solidFill>
              </a:defRPr>
            </a:lvl2pPr>
            <a:lvl3pPr marL="0" indent="0">
              <a:spcBef>
                <a:spcPts val="2160"/>
              </a:spcBef>
              <a:buNone/>
              <a:defRPr sz="1100" b="0">
                <a:solidFill>
                  <a:schemeClr val="bg1"/>
                </a:solidFill>
              </a:defRPr>
            </a:lvl3pPr>
            <a:lvl4pPr marL="0" indent="0">
              <a:buNone/>
              <a:defRPr sz="1100" b="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8pPr>
            <a:lvl9pPr marL="0" indent="0">
              <a:buFont typeface="Arial" panose="020B0604020202020204" pitchFamily="34" charset="0"/>
              <a:buNone/>
              <a:defRPr sz="1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Name Vortragender 2 auf erster Ebene // für Position und E-Mail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0" name="Privacy Notice">
            <a:extLst>
              <a:ext uri="{FF2B5EF4-FFF2-40B4-BE49-F238E27FC236}">
                <a16:creationId xmlns:a16="http://schemas.microsoft.com/office/drawing/2014/main" id="{FB17F1B9-4D1D-4158-9B8A-3D24BBE50AF5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403350" y="5795964"/>
            <a:ext cx="7416000" cy="5868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Privacy Notice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A915A253-BC13-4B0E-A062-84E4F2AEDD6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3168000" y="6552000"/>
            <a:ext cx="720000" cy="180000"/>
          </a:xfrm>
        </p:spPr>
        <p:txBody>
          <a:bodyPr/>
          <a:lstStyle/>
          <a:p>
            <a:fld id="{F14FF2B9-A051-4B6E-A3EE-6B99A9CCB630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2" name="Fußzeile">
            <a:extLst>
              <a:ext uri="{FF2B5EF4-FFF2-40B4-BE49-F238E27FC236}">
                <a16:creationId xmlns:a16="http://schemas.microsoft.com/office/drawing/2014/main" id="{A669ACDC-11F0-4651-AAD9-BC9CE72FEA3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9750" y="6552000"/>
            <a:ext cx="2376250" cy="180000"/>
          </a:xfrm>
        </p:spPr>
        <p:txBody>
          <a:bodyPr/>
          <a:lstStyle/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62D63767-CA9E-47DC-BBA9-607F8CCEC37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4068000" y="6552000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0718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84">
          <p15:clr>
            <a:srgbClr val="FBAE40"/>
          </p15:clr>
        </p15:guide>
        <p15:guide id="2" orient="horz" pos="2812">
          <p15:clr>
            <a:srgbClr val="FBAE40"/>
          </p15:clr>
        </p15:guide>
        <p15:guide id="3" pos="3651">
          <p15:clr>
            <a:srgbClr val="FBAE40"/>
          </p15:clr>
        </p15:guide>
        <p15:guide id="4" orient="horz" pos="3651">
          <p15:clr>
            <a:srgbClr val="FBAE40"/>
          </p15:clr>
        </p15:guide>
        <p15:guide id="5" orient="horz" pos="385" userDrawn="1">
          <p15:clr>
            <a:srgbClr val="FBAE40"/>
          </p15:clr>
        </p15:guide>
        <p15:guide id="6" orient="horz" pos="79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rhomb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homboid Bild 3 Spalten">
            <a:extLst>
              <a:ext uri="{FF2B5EF4-FFF2-40B4-BE49-F238E27FC236}">
                <a16:creationId xmlns:a16="http://schemas.microsoft.com/office/drawing/2014/main" id="{137F158A-59F1-458A-BC27-F880FE4A52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7114" y="0"/>
            <a:ext cx="4143375" cy="6480175"/>
          </a:xfrm>
          <a:custGeom>
            <a:avLst/>
            <a:gdLst>
              <a:gd name="connsiteX0" fmla="*/ 1766948 w 4143375"/>
              <a:gd name="connsiteY0" fmla="*/ 0 h 6480175"/>
              <a:gd name="connsiteX1" fmla="*/ 4143375 w 4143375"/>
              <a:gd name="connsiteY1" fmla="*/ 0 h 6480175"/>
              <a:gd name="connsiteX2" fmla="*/ 4143375 w 4143375"/>
              <a:gd name="connsiteY2" fmla="*/ 6480175 h 6480175"/>
              <a:gd name="connsiteX3" fmla="*/ 3600949 w 4143375"/>
              <a:gd name="connsiteY3" fmla="*/ 6480175 h 6480175"/>
              <a:gd name="connsiteX4" fmla="*/ 3600949 w 4143375"/>
              <a:gd name="connsiteY4" fmla="*/ 6173788 h 6480175"/>
              <a:gd name="connsiteX5" fmla="*/ 2846886 w 4143375"/>
              <a:gd name="connsiteY5" fmla="*/ 6173788 h 6480175"/>
              <a:gd name="connsiteX6" fmla="*/ 2846886 w 4143375"/>
              <a:gd name="connsiteY6" fmla="*/ 6480175 h 6480175"/>
              <a:gd name="connsiteX7" fmla="*/ 0 w 414337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3375" h="6480175">
                <a:moveTo>
                  <a:pt x="1766948" y="0"/>
                </a:moveTo>
                <a:lnTo>
                  <a:pt x="4143375" y="0"/>
                </a:lnTo>
                <a:lnTo>
                  <a:pt x="4143375" y="6480175"/>
                </a:lnTo>
                <a:lnTo>
                  <a:pt x="3600949" y="6480175"/>
                </a:lnTo>
                <a:lnTo>
                  <a:pt x="3600949" y="6173788"/>
                </a:lnTo>
                <a:lnTo>
                  <a:pt x="2846886" y="6173788"/>
                </a:lnTo>
                <a:lnTo>
                  <a:pt x="284688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Bild einfügen per </a:t>
            </a:r>
            <a:br>
              <a:rPr lang="de-DE" dirty="0"/>
            </a:br>
            <a:r>
              <a:rPr lang="de-DE" dirty="0"/>
              <a:t>Drag-n-Drop 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E58928A2-F2F0-4DA2-A28F-CE5885C0E8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51" y="1029361"/>
            <a:ext cx="5760000" cy="1620000"/>
          </a:xfrm>
          <a:prstGeom prst="rect">
            <a:avLst/>
          </a:prstGeom>
          <a:noFill/>
        </p:spPr>
        <p:txBody>
          <a:bodyPr wrap="square" lIns="0" tIns="0" rIns="0" anchor="t" anchorCtr="0">
            <a:noAutofit/>
          </a:bodyPr>
          <a:lstStyle>
            <a:lvl1pPr algn="l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Hier steht der Titel </a:t>
            </a:r>
            <a:br>
              <a:rPr lang="de-DE" dirty="0"/>
            </a:br>
            <a:r>
              <a:rPr lang="de-DE" dirty="0"/>
              <a:t>der Präsentation</a:t>
            </a:r>
            <a:br>
              <a:rPr lang="de-DE" dirty="0"/>
            </a:br>
            <a:r>
              <a:rPr lang="de-DE" dirty="0"/>
              <a:t>Dieser kann mehrzeilig sein</a:t>
            </a:r>
          </a:p>
        </p:txBody>
      </p:sp>
      <p:sp>
        <p:nvSpPr>
          <p:cNvPr id="3" name="Over Line">
            <a:extLst>
              <a:ext uri="{FF2B5EF4-FFF2-40B4-BE49-F238E27FC236}">
                <a16:creationId xmlns:a16="http://schemas.microsoft.com/office/drawing/2014/main" id="{5D62107B-E00D-4D9F-B761-023EEF0E97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512763"/>
            <a:ext cx="5760000" cy="503499"/>
          </a:xfrm>
        </p:spPr>
        <p:txBody>
          <a:bodyPr anchor="b" anchorCtr="0"/>
          <a:lstStyle>
            <a:lvl1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None/>
              <a:defRPr sz="3000" b="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de-DE" dirty="0"/>
              <a:t>Over Line Präsentationstitel</a:t>
            </a:r>
          </a:p>
        </p:txBody>
      </p:sp>
      <p:sp>
        <p:nvSpPr>
          <p:cNvPr id="24" name="Ort/Datum">
            <a:extLst>
              <a:ext uri="{FF2B5EF4-FFF2-40B4-BE49-F238E27FC236}">
                <a16:creationId xmlns:a16="http://schemas.microsoft.com/office/drawing/2014/main" id="{EE590035-1C9F-4D28-BC16-E8B42F9A8DFE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539749" y="5232932"/>
            <a:ext cx="5760000" cy="503499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Ort, X. Monat 2019 </a:t>
            </a:r>
          </a:p>
        </p:txBody>
      </p:sp>
      <p:sp>
        <p:nvSpPr>
          <p:cNvPr id="58" name="Inhalt">
            <a:extLst>
              <a:ext uri="{FF2B5EF4-FFF2-40B4-BE49-F238E27FC236}">
                <a16:creationId xmlns:a16="http://schemas.microsoft.com/office/drawing/2014/main" id="{C6CD3634-E569-42B7-9679-B18C402C418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39750" y="3240086"/>
            <a:ext cx="252000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0"/>
            </a:lvl1pPr>
            <a:lvl2pPr marL="0" indent="0">
              <a:buNone/>
              <a:defRPr sz="1000" b="0"/>
            </a:lvl2pPr>
            <a:lvl3pPr marL="0" indent="0">
              <a:buNone/>
              <a:defRPr sz="1000" b="0"/>
            </a:lvl3pPr>
            <a:lvl4pPr marL="0" indent="0">
              <a:buNone/>
              <a:defRPr sz="1000" b="0"/>
            </a:lvl4pPr>
            <a:lvl5pPr marL="0" indent="0">
              <a:buFont typeface="Arial" panose="020B0604020202020204" pitchFamily="34" charset="0"/>
              <a:buNone/>
              <a:defRPr sz="1000" b="0"/>
            </a:lvl5pPr>
            <a:lvl6pPr marL="0" indent="0">
              <a:buFont typeface="Arial" panose="020B0604020202020204" pitchFamily="34" charset="0"/>
              <a:buNone/>
              <a:defRPr sz="1000" b="0"/>
            </a:lvl6pPr>
            <a:lvl7pPr marL="0" indent="0">
              <a:buFont typeface="Arial" panose="020B0604020202020204" pitchFamily="34" charset="0"/>
              <a:buNone/>
              <a:defRPr sz="1000" b="0"/>
            </a:lvl7pPr>
            <a:lvl8pPr marL="0" indent="0">
              <a:buFont typeface="Arial" panose="020B0604020202020204" pitchFamily="34" charset="0"/>
              <a:buNone/>
              <a:defRPr sz="1000" b="0"/>
            </a:lvl8pPr>
            <a:lvl9pPr marL="0" indent="0">
              <a:buFont typeface="Arial" panose="020B0604020202020204" pitchFamily="34" charset="0"/>
              <a:buNone/>
              <a:defRPr sz="1000" b="0"/>
            </a:lvl9pPr>
          </a:lstStyle>
          <a:p>
            <a:pPr lvl="0"/>
            <a:r>
              <a:rPr lang="de-DE" dirty="0"/>
              <a:t>ggf. Kundenlogo einfügen</a:t>
            </a:r>
          </a:p>
        </p:txBody>
      </p:sp>
      <p:sp>
        <p:nvSpPr>
          <p:cNvPr id="10" name="Privacy Notice">
            <a:extLst>
              <a:ext uri="{FF2B5EF4-FFF2-40B4-BE49-F238E27FC236}">
                <a16:creationId xmlns:a16="http://schemas.microsoft.com/office/drawing/2014/main" id="{48218097-8789-4B91-801A-0CE1BC3ED33F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9749" y="5795964"/>
            <a:ext cx="7416000" cy="5868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Privacy Notice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D24D6296-EA2F-4570-8633-B8E92AB59FB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3168000" y="6552000"/>
            <a:ext cx="720000" cy="180000"/>
          </a:xfrm>
        </p:spPr>
        <p:txBody>
          <a:bodyPr/>
          <a:lstStyle/>
          <a:p>
            <a:fld id="{4BCAF4F7-49FF-4D9B-8A7B-679710F7C1F8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2" name="Fußzeile">
            <a:extLst>
              <a:ext uri="{FF2B5EF4-FFF2-40B4-BE49-F238E27FC236}">
                <a16:creationId xmlns:a16="http://schemas.microsoft.com/office/drawing/2014/main" id="{997F30CD-1553-4F99-869A-084B270DF7F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39750" y="6552000"/>
            <a:ext cx="2376250" cy="180000"/>
          </a:xfrm>
        </p:spPr>
        <p:txBody>
          <a:bodyPr/>
          <a:lstStyle/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3" name="Foliennummer">
            <a:extLst>
              <a:ext uri="{FF2B5EF4-FFF2-40B4-BE49-F238E27FC236}">
                <a16:creationId xmlns:a16="http://schemas.microsoft.com/office/drawing/2014/main" id="{4FCEC190-BAD0-468D-8530-6E8D10EBF6C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068000" y="6552000"/>
            <a:ext cx="540000" cy="180000"/>
          </a:xfrm>
        </p:spPr>
        <p:txBody>
          <a:bodyPr/>
          <a:lstStyle/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8922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17">
          <p15:clr>
            <a:srgbClr val="FBAE40"/>
          </p15:clr>
        </p15:guide>
        <p15:guide id="3" pos="340">
          <p15:clr>
            <a:srgbClr val="FBAE40"/>
          </p15:clr>
        </p15:guide>
        <p15:guide id="4" orient="horz" pos="3651">
          <p15:clr>
            <a:srgbClr val="FBAE40"/>
          </p15:clr>
        </p15:guide>
        <p15:guide id="5" orient="horz" pos="385" userDrawn="1">
          <p15:clr>
            <a:srgbClr val="FBAE40"/>
          </p15:clr>
        </p15:guide>
        <p15:guide id="6" orient="horz" pos="32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de-DE" sz="1800" b="1" i="0" u="none" strike="noStrike" baseline="0" smtClean="0"/>
            </a:lvl1pPr>
          </a:lstStyle>
          <a:p>
            <a:r>
              <a:rPr lang="de-DE" dirty="0"/>
              <a:t>Hier steht der Inhalt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5230366-7AB1-4EE3-AD91-2C54FE8789C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9750" y="1350963"/>
            <a:ext cx="6948488" cy="4445000"/>
          </a:xfrm>
        </p:spPr>
        <p:txBody>
          <a:bodyPr vert="horz"/>
          <a:lstStyle>
            <a:lvl1pPr marL="126000" indent="-126000">
              <a:spcBef>
                <a:spcPts val="2160"/>
              </a:spcBef>
              <a:buFont typeface="Arial" panose="020B0604020202020204" pitchFamily="34" charset="0"/>
              <a:buChar char="▪"/>
              <a:defRPr/>
            </a:lvl1pPr>
            <a:lvl2pPr marL="126000" indent="0">
              <a:spcBef>
                <a:spcPts val="0"/>
              </a:spcBef>
              <a:buNone/>
              <a:defRPr b="0"/>
            </a:lvl2pPr>
            <a:lvl3pPr marL="126000" indent="0">
              <a:buNone/>
              <a:defRPr b="0"/>
            </a:lvl3pPr>
            <a:lvl4pPr marL="126000" indent="0">
              <a:buNone/>
              <a:defRPr b="0"/>
            </a:lvl4pPr>
            <a:lvl5pPr marL="126000">
              <a:defRPr b="0"/>
            </a:lvl5pPr>
            <a:lvl6pPr marL="126000" indent="0">
              <a:spcBef>
                <a:spcPts val="0"/>
              </a:spcBef>
              <a:buNone/>
              <a:defRPr b="0"/>
            </a:lvl6pPr>
            <a:lvl7pPr marL="126000">
              <a:defRPr b="0"/>
            </a:lvl7pPr>
            <a:lvl8pPr marL="126000">
              <a:defRPr b="0"/>
            </a:lvl8pPr>
            <a:lvl9pPr marL="126000">
              <a:defRPr b="0"/>
            </a:lvl9pPr>
          </a:lstStyle>
          <a:p>
            <a:pPr lvl="0"/>
            <a:r>
              <a:rPr lang="de-DE" dirty="0"/>
              <a:t>Hauptthema auf erster Ebene // für Unterthema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754B46B1-58AD-4B06-B5C7-1CDB79506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177AF695-C41C-49FD-A803-E77DA8B91853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4" name="Fußzeile">
            <a:extLst>
              <a:ext uri="{FF2B5EF4-FFF2-40B4-BE49-F238E27FC236}">
                <a16:creationId xmlns:a16="http://schemas.microsoft.com/office/drawing/2014/main" id="{C9215632-AD94-4CD2-A373-802493226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5" name="Foliennummer">
            <a:extLst>
              <a:ext uri="{FF2B5EF4-FFF2-40B4-BE49-F238E27FC236}">
                <a16:creationId xmlns:a16="http://schemas.microsoft.com/office/drawing/2014/main" id="{E8D05E1B-94B0-4C56-8CAE-49D138D73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7650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85">
          <p15:clr>
            <a:srgbClr val="FBAE40"/>
          </p15:clr>
        </p15:guide>
        <p15:guide id="3" pos="4717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651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+ rhombo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F47392CF-7E88-490D-B47F-DF31B998A49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78EB9E25-8F84-433A-97CA-099C24127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E9E4F7E0-7044-4F1D-9C8F-F2ED296D86FF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4" name="Fußzeile">
            <a:extLst>
              <a:ext uri="{FF2B5EF4-FFF2-40B4-BE49-F238E27FC236}">
                <a16:creationId xmlns:a16="http://schemas.microsoft.com/office/drawing/2014/main" id="{F0C15C40-0BE3-473F-8DFF-F101680E1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5" name="Foliennummer">
            <a:extLst>
              <a:ext uri="{FF2B5EF4-FFF2-40B4-BE49-F238E27FC236}">
                <a16:creationId xmlns:a16="http://schemas.microsoft.com/office/drawing/2014/main" id="{6D2DDFEB-0E6C-47FC-A789-A89E4DC18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2623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3" pos="4717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">
            <a:extLst>
              <a:ext uri="{FF2B5EF4-FFF2-40B4-BE49-F238E27FC236}">
                <a16:creationId xmlns:a16="http://schemas.microsoft.com/office/drawing/2014/main" id="{DFFD8CF9-EE51-4F4F-9FA8-D015D8A8D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104409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F47392CF-7E88-490D-B47F-DF31B998A4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750" y="1350963"/>
            <a:ext cx="10440988" cy="4445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9C2643F5-175C-415C-8D80-423984569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93250184-73C1-4BAF-ADF1-47FF3D00C3F6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5974697A-A523-4A24-83EC-CDBE02F73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9" name="Foliennummer">
            <a:extLst>
              <a:ext uri="{FF2B5EF4-FFF2-40B4-BE49-F238E27FC236}">
                <a16:creationId xmlns:a16="http://schemas.microsoft.com/office/drawing/2014/main" id="{FACE0F43-D0B8-4935-AA81-EF3364973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158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">
            <a:extLst>
              <a:ext uri="{FF2B5EF4-FFF2-40B4-BE49-F238E27FC236}">
                <a16:creationId xmlns:a16="http://schemas.microsoft.com/office/drawing/2014/main" id="{99C89FAF-0272-465E-9807-2220BC2A5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69484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A4DAB5-B912-438F-A0FD-E799BE51B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86FD761E-C3E9-4FF3-AA53-79E95DD75260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0" name="Fußzeile">
            <a:extLst>
              <a:ext uri="{FF2B5EF4-FFF2-40B4-BE49-F238E27FC236}">
                <a16:creationId xmlns:a16="http://schemas.microsoft.com/office/drawing/2014/main" id="{04A32A89-79ED-4F5D-AE33-812961E05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1" name="Foliennummer">
            <a:extLst>
              <a:ext uri="{FF2B5EF4-FFF2-40B4-BE49-F238E27FC236}">
                <a16:creationId xmlns:a16="http://schemas.microsoft.com/office/drawing/2014/main" id="{0E50009A-25AD-45FE-95EF-AE86055E4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875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">
            <a:extLst>
              <a:ext uri="{FF2B5EF4-FFF2-40B4-BE49-F238E27FC236}">
                <a16:creationId xmlns:a16="http://schemas.microsoft.com/office/drawing/2014/main" id="{B08CBAAA-8029-491B-B851-1C9C30368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05E8B02-12A2-4FF7-B1CC-7FE736CAB7CA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9" name="Fußzeile">
            <a:extLst>
              <a:ext uri="{FF2B5EF4-FFF2-40B4-BE49-F238E27FC236}">
                <a16:creationId xmlns:a16="http://schemas.microsoft.com/office/drawing/2014/main" id="{CD8C0C49-40C0-4E77-82FF-C51CB5169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0" name="Foliennummer">
            <a:extLst>
              <a:ext uri="{FF2B5EF4-FFF2-40B4-BE49-F238E27FC236}">
                <a16:creationId xmlns:a16="http://schemas.microsoft.com/office/drawing/2014/main" id="{E43755B8-624C-4B97-8483-4EF0AA789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340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rhombo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homboid Bild 9 Spalten">
            <a:extLst>
              <a:ext uri="{FF2B5EF4-FFF2-40B4-BE49-F238E27FC236}">
                <a16:creationId xmlns:a16="http://schemas.microsoft.com/office/drawing/2014/main" id="{0E7F3D5D-81FF-409C-A28D-64C2A1AA96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1" y="0"/>
            <a:ext cx="10848975" cy="6480175"/>
          </a:xfrm>
          <a:custGeom>
            <a:avLst/>
            <a:gdLst>
              <a:gd name="connsiteX0" fmla="*/ 1766581 w 10848975"/>
              <a:gd name="connsiteY0" fmla="*/ 0 h 6480175"/>
              <a:gd name="connsiteX1" fmla="*/ 10848975 w 10848975"/>
              <a:gd name="connsiteY1" fmla="*/ 0 h 6480175"/>
              <a:gd name="connsiteX2" fmla="*/ 9082035 w 10848975"/>
              <a:gd name="connsiteY2" fmla="*/ 6480175 h 6480175"/>
              <a:gd name="connsiteX3" fmla="*/ 0 w 10848975"/>
              <a:gd name="connsiteY3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8975" h="6480175">
                <a:moveTo>
                  <a:pt x="1766581" y="0"/>
                </a:moveTo>
                <a:lnTo>
                  <a:pt x="10848975" y="0"/>
                </a:lnTo>
                <a:lnTo>
                  <a:pt x="9082035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einfügen </a:t>
            </a:r>
            <a:br>
              <a:rPr lang="de-DE" dirty="0"/>
            </a:br>
            <a:r>
              <a:rPr lang="de-DE" dirty="0"/>
              <a:t>per Drag-n-Drop oder löschen</a:t>
            </a:r>
          </a:p>
        </p:txBody>
      </p:sp>
      <p:sp>
        <p:nvSpPr>
          <p:cNvPr id="9" name="Rhomboid Bild 6 Spalten">
            <a:extLst>
              <a:ext uri="{FF2B5EF4-FFF2-40B4-BE49-F238E27FC236}">
                <a16:creationId xmlns:a16="http://schemas.microsoft.com/office/drawing/2014/main" id="{C12F8DF7-366D-44CA-8A83-88D05DBF6CA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71802" y="0"/>
            <a:ext cx="8548687" cy="6480175"/>
          </a:xfrm>
          <a:custGeom>
            <a:avLst/>
            <a:gdLst>
              <a:gd name="connsiteX0" fmla="*/ 1766685 w 8548687"/>
              <a:gd name="connsiteY0" fmla="*/ 0 h 6480175"/>
              <a:gd name="connsiteX1" fmla="*/ 8548687 w 8548687"/>
              <a:gd name="connsiteY1" fmla="*/ 0 h 6480175"/>
              <a:gd name="connsiteX2" fmla="*/ 8548687 w 8548687"/>
              <a:gd name="connsiteY2" fmla="*/ 6480175 h 6480175"/>
              <a:gd name="connsiteX3" fmla="*/ 8006262 w 8548687"/>
              <a:gd name="connsiteY3" fmla="*/ 6480175 h 6480175"/>
              <a:gd name="connsiteX4" fmla="*/ 8006262 w 8548687"/>
              <a:gd name="connsiteY4" fmla="*/ 6173788 h 6480175"/>
              <a:gd name="connsiteX5" fmla="*/ 7252199 w 8548687"/>
              <a:gd name="connsiteY5" fmla="*/ 6173788 h 6480175"/>
              <a:gd name="connsiteX6" fmla="*/ 7252199 w 8548687"/>
              <a:gd name="connsiteY6" fmla="*/ 6480175 h 6480175"/>
              <a:gd name="connsiteX7" fmla="*/ 0 w 8548687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8687" h="6480175">
                <a:moveTo>
                  <a:pt x="1766685" y="0"/>
                </a:moveTo>
                <a:lnTo>
                  <a:pt x="8548687" y="0"/>
                </a:lnTo>
                <a:lnTo>
                  <a:pt x="8548687" y="6480175"/>
                </a:lnTo>
                <a:lnTo>
                  <a:pt x="8006262" y="6480175"/>
                </a:lnTo>
                <a:lnTo>
                  <a:pt x="8006262" y="6173788"/>
                </a:lnTo>
                <a:lnTo>
                  <a:pt x="7252199" y="6173788"/>
                </a:lnTo>
                <a:lnTo>
                  <a:pt x="72521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einfügen </a:t>
            </a:r>
            <a:br>
              <a:rPr lang="de-DE" dirty="0"/>
            </a:br>
            <a:r>
              <a:rPr lang="de-DE" dirty="0"/>
              <a:t>per Drag-n-Drop oder löschen</a:t>
            </a:r>
          </a:p>
        </p:txBody>
      </p:sp>
      <p:sp>
        <p:nvSpPr>
          <p:cNvPr id="10" name="Rhomboid Bild 5 Spalten">
            <a:extLst>
              <a:ext uri="{FF2B5EF4-FFF2-40B4-BE49-F238E27FC236}">
                <a16:creationId xmlns:a16="http://schemas.microsoft.com/office/drawing/2014/main" id="{D90E07DD-F471-4EC0-ABB9-AC3BEE1F2B0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16576" y="0"/>
            <a:ext cx="5903913" cy="6480175"/>
          </a:xfrm>
          <a:custGeom>
            <a:avLst/>
            <a:gdLst>
              <a:gd name="connsiteX0" fmla="*/ 1766644 w 5903913"/>
              <a:gd name="connsiteY0" fmla="*/ 0 h 6480175"/>
              <a:gd name="connsiteX1" fmla="*/ 5903913 w 5903913"/>
              <a:gd name="connsiteY1" fmla="*/ 0 h 6480175"/>
              <a:gd name="connsiteX2" fmla="*/ 5903913 w 5903913"/>
              <a:gd name="connsiteY2" fmla="*/ 6480175 h 6480175"/>
              <a:gd name="connsiteX3" fmla="*/ 5361487 w 5903913"/>
              <a:gd name="connsiteY3" fmla="*/ 6480175 h 6480175"/>
              <a:gd name="connsiteX4" fmla="*/ 5361487 w 5903913"/>
              <a:gd name="connsiteY4" fmla="*/ 6173788 h 6480175"/>
              <a:gd name="connsiteX5" fmla="*/ 4607424 w 5903913"/>
              <a:gd name="connsiteY5" fmla="*/ 6173788 h 6480175"/>
              <a:gd name="connsiteX6" fmla="*/ 4607424 w 5903913"/>
              <a:gd name="connsiteY6" fmla="*/ 6480175 h 6480175"/>
              <a:gd name="connsiteX7" fmla="*/ 0 w 59039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03913" h="6480175">
                <a:moveTo>
                  <a:pt x="1766644" y="0"/>
                </a:moveTo>
                <a:lnTo>
                  <a:pt x="5903913" y="0"/>
                </a:lnTo>
                <a:lnTo>
                  <a:pt x="5903913" y="6480175"/>
                </a:lnTo>
                <a:lnTo>
                  <a:pt x="5361487" y="6480175"/>
                </a:lnTo>
                <a:lnTo>
                  <a:pt x="5361487" y="6173788"/>
                </a:lnTo>
                <a:lnTo>
                  <a:pt x="4607424" y="6173788"/>
                </a:lnTo>
                <a:lnTo>
                  <a:pt x="46074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1" name="Rhomboid Bild 4 Spalten">
            <a:extLst>
              <a:ext uri="{FF2B5EF4-FFF2-40B4-BE49-F238E27FC236}">
                <a16:creationId xmlns:a16="http://schemas.microsoft.com/office/drawing/2014/main" id="{3A6A00B8-3A56-40E8-8008-B7363B0D29B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96050" y="0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3 w 5024438"/>
              <a:gd name="connsiteY3" fmla="*/ 6480175 h 6480175"/>
              <a:gd name="connsiteX4" fmla="*/ 4482013 w 5024438"/>
              <a:gd name="connsiteY4" fmla="*/ 6173788 h 6480175"/>
              <a:gd name="connsiteX5" fmla="*/ 3727950 w 5024438"/>
              <a:gd name="connsiteY5" fmla="*/ 6173788 h 6480175"/>
              <a:gd name="connsiteX6" fmla="*/ 3727950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3" y="6480175"/>
                </a:lnTo>
                <a:lnTo>
                  <a:pt x="4482013" y="6173788"/>
                </a:lnTo>
                <a:lnTo>
                  <a:pt x="3727950" y="6173788"/>
                </a:lnTo>
                <a:lnTo>
                  <a:pt x="3727950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2" name="Rhomboid Bild 3 Spalten">
            <a:extLst>
              <a:ext uri="{FF2B5EF4-FFF2-40B4-BE49-F238E27FC236}">
                <a16:creationId xmlns:a16="http://schemas.microsoft.com/office/drawing/2014/main" id="{26176E4D-BD37-4A1D-BB60-87DF7FA24F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7114" y="0"/>
            <a:ext cx="4143375" cy="6480175"/>
          </a:xfrm>
          <a:custGeom>
            <a:avLst/>
            <a:gdLst>
              <a:gd name="connsiteX0" fmla="*/ 1766948 w 4143375"/>
              <a:gd name="connsiteY0" fmla="*/ 0 h 6480175"/>
              <a:gd name="connsiteX1" fmla="*/ 4143375 w 4143375"/>
              <a:gd name="connsiteY1" fmla="*/ 0 h 6480175"/>
              <a:gd name="connsiteX2" fmla="*/ 4143375 w 4143375"/>
              <a:gd name="connsiteY2" fmla="*/ 6480175 h 6480175"/>
              <a:gd name="connsiteX3" fmla="*/ 3600949 w 4143375"/>
              <a:gd name="connsiteY3" fmla="*/ 6480175 h 6480175"/>
              <a:gd name="connsiteX4" fmla="*/ 3600949 w 4143375"/>
              <a:gd name="connsiteY4" fmla="*/ 6173788 h 6480175"/>
              <a:gd name="connsiteX5" fmla="*/ 2846886 w 4143375"/>
              <a:gd name="connsiteY5" fmla="*/ 6173788 h 6480175"/>
              <a:gd name="connsiteX6" fmla="*/ 2846886 w 4143375"/>
              <a:gd name="connsiteY6" fmla="*/ 6480175 h 6480175"/>
              <a:gd name="connsiteX7" fmla="*/ 0 w 414337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3375" h="6480175">
                <a:moveTo>
                  <a:pt x="1766948" y="0"/>
                </a:moveTo>
                <a:lnTo>
                  <a:pt x="4143375" y="0"/>
                </a:lnTo>
                <a:lnTo>
                  <a:pt x="4143375" y="6480175"/>
                </a:lnTo>
                <a:lnTo>
                  <a:pt x="3600949" y="6480175"/>
                </a:lnTo>
                <a:lnTo>
                  <a:pt x="3600949" y="6173788"/>
                </a:lnTo>
                <a:lnTo>
                  <a:pt x="2846886" y="6173788"/>
                </a:lnTo>
                <a:lnTo>
                  <a:pt x="2846886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13" name="Rhomboid Bild 2 Spalten">
            <a:extLst>
              <a:ext uri="{FF2B5EF4-FFF2-40B4-BE49-F238E27FC236}">
                <a16:creationId xmlns:a16="http://schemas.microsoft.com/office/drawing/2014/main" id="{E74F145C-DBA8-48A5-B3A7-61186D5128D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258176" y="0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8 h 6480175"/>
              <a:gd name="connsiteX5" fmla="*/ 1965824 w 3262313"/>
              <a:gd name="connsiteY5" fmla="*/ 6173788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8"/>
                </a:lnTo>
                <a:lnTo>
                  <a:pt x="1965824" y="6173788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7" name="Überschrift">
            <a:extLst>
              <a:ext uri="{FF2B5EF4-FFF2-40B4-BE49-F238E27FC236}">
                <a16:creationId xmlns:a16="http://schemas.microsoft.com/office/drawing/2014/main" id="{7D89C902-FF4D-4473-8F37-B4428A26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611187"/>
            <a:ext cx="6948488" cy="61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14" name="Datum">
            <a:extLst>
              <a:ext uri="{FF2B5EF4-FFF2-40B4-BE49-F238E27FC236}">
                <a16:creationId xmlns:a16="http://schemas.microsoft.com/office/drawing/2014/main" id="{DCBFDBEC-5083-4665-AB89-54CE099E9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A0755C87-ABE7-4495-B59F-6F87B361B84E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5" name="Fußzeile">
            <a:extLst>
              <a:ext uri="{FF2B5EF4-FFF2-40B4-BE49-F238E27FC236}">
                <a16:creationId xmlns:a16="http://schemas.microsoft.com/office/drawing/2014/main" id="{5C4B4877-AA75-4EAB-A888-1A8049777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6" name="Foliennummer">
            <a:extLst>
              <a:ext uri="{FF2B5EF4-FFF2-40B4-BE49-F238E27FC236}">
                <a16:creationId xmlns:a16="http://schemas.microsoft.com/office/drawing/2014/main" id="{6EC71E8B-784A-441B-A976-7851E35A5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079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651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51">
          <p15:clr>
            <a:srgbClr val="FBAE40"/>
          </p15:clr>
        </p15:guide>
        <p15:guide id="6" orient="horz" pos="38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homboid Bild 5 Spalten">
            <a:extLst>
              <a:ext uri="{FF2B5EF4-FFF2-40B4-BE49-F238E27FC236}">
                <a16:creationId xmlns:a16="http://schemas.microsoft.com/office/drawing/2014/main" id="{DFD4FD9B-06B3-4512-9614-B72FD377856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96051" y="1"/>
            <a:ext cx="5024438" cy="6480175"/>
          </a:xfrm>
          <a:custGeom>
            <a:avLst/>
            <a:gdLst>
              <a:gd name="connsiteX0" fmla="*/ 1766606 w 5024438"/>
              <a:gd name="connsiteY0" fmla="*/ 0 h 6480175"/>
              <a:gd name="connsiteX1" fmla="*/ 5024438 w 5024438"/>
              <a:gd name="connsiteY1" fmla="*/ 0 h 6480175"/>
              <a:gd name="connsiteX2" fmla="*/ 5024438 w 5024438"/>
              <a:gd name="connsiteY2" fmla="*/ 6480175 h 6480175"/>
              <a:gd name="connsiteX3" fmla="*/ 4482012 w 5024438"/>
              <a:gd name="connsiteY3" fmla="*/ 6480175 h 6480175"/>
              <a:gd name="connsiteX4" fmla="*/ 4482012 w 5024438"/>
              <a:gd name="connsiteY4" fmla="*/ 6173787 h 6480175"/>
              <a:gd name="connsiteX5" fmla="*/ 3727949 w 5024438"/>
              <a:gd name="connsiteY5" fmla="*/ 6173787 h 6480175"/>
              <a:gd name="connsiteX6" fmla="*/ 3727949 w 5024438"/>
              <a:gd name="connsiteY6" fmla="*/ 6480175 h 6480175"/>
              <a:gd name="connsiteX7" fmla="*/ 0 w 502443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438" h="6480175">
                <a:moveTo>
                  <a:pt x="1766606" y="0"/>
                </a:moveTo>
                <a:lnTo>
                  <a:pt x="5024438" y="0"/>
                </a:lnTo>
                <a:lnTo>
                  <a:pt x="5024438" y="6480175"/>
                </a:lnTo>
                <a:lnTo>
                  <a:pt x="4482012" y="6480175"/>
                </a:lnTo>
                <a:lnTo>
                  <a:pt x="4482012" y="6173787"/>
                </a:lnTo>
                <a:lnTo>
                  <a:pt x="3727949" y="6173787"/>
                </a:lnTo>
                <a:lnTo>
                  <a:pt x="372794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1" name="Rhomboid Bild 4 Spalten">
            <a:extLst>
              <a:ext uri="{FF2B5EF4-FFF2-40B4-BE49-F238E27FC236}">
                <a16:creationId xmlns:a16="http://schemas.microsoft.com/office/drawing/2014/main" id="{23A1F439-72B6-4499-B473-E21B037F45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78701" y="1"/>
            <a:ext cx="4141788" cy="6480175"/>
          </a:xfrm>
          <a:custGeom>
            <a:avLst/>
            <a:gdLst>
              <a:gd name="connsiteX0" fmla="*/ 1766271 w 4141788"/>
              <a:gd name="connsiteY0" fmla="*/ 0 h 6480175"/>
              <a:gd name="connsiteX1" fmla="*/ 4141788 w 4141788"/>
              <a:gd name="connsiteY1" fmla="*/ 0 h 6480175"/>
              <a:gd name="connsiteX2" fmla="*/ 4141788 w 4141788"/>
              <a:gd name="connsiteY2" fmla="*/ 6480175 h 6480175"/>
              <a:gd name="connsiteX3" fmla="*/ 3599362 w 4141788"/>
              <a:gd name="connsiteY3" fmla="*/ 6480175 h 6480175"/>
              <a:gd name="connsiteX4" fmla="*/ 3599362 w 4141788"/>
              <a:gd name="connsiteY4" fmla="*/ 6173787 h 6480175"/>
              <a:gd name="connsiteX5" fmla="*/ 2845299 w 4141788"/>
              <a:gd name="connsiteY5" fmla="*/ 6173787 h 6480175"/>
              <a:gd name="connsiteX6" fmla="*/ 2845299 w 4141788"/>
              <a:gd name="connsiteY6" fmla="*/ 6480175 h 6480175"/>
              <a:gd name="connsiteX7" fmla="*/ 0 w 4141788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41788" h="6480175">
                <a:moveTo>
                  <a:pt x="1766271" y="0"/>
                </a:moveTo>
                <a:lnTo>
                  <a:pt x="4141788" y="0"/>
                </a:lnTo>
                <a:lnTo>
                  <a:pt x="4141788" y="6480175"/>
                </a:lnTo>
                <a:lnTo>
                  <a:pt x="3599362" y="6480175"/>
                </a:lnTo>
                <a:lnTo>
                  <a:pt x="3599362" y="6173787"/>
                </a:lnTo>
                <a:lnTo>
                  <a:pt x="2845299" y="6173787"/>
                </a:lnTo>
                <a:lnTo>
                  <a:pt x="2845299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30" name="Rhomboid Bild 3 Spalten">
            <a:extLst>
              <a:ext uri="{FF2B5EF4-FFF2-40B4-BE49-F238E27FC236}">
                <a16:creationId xmlns:a16="http://schemas.microsoft.com/office/drawing/2014/main" id="{3A0886EA-8BE1-4DA7-AF08-BD1EE33DD6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58176" y="1"/>
            <a:ext cx="3262313" cy="6480175"/>
          </a:xfrm>
          <a:custGeom>
            <a:avLst/>
            <a:gdLst>
              <a:gd name="connsiteX0" fmla="*/ 1766697 w 3262313"/>
              <a:gd name="connsiteY0" fmla="*/ 0 h 6480175"/>
              <a:gd name="connsiteX1" fmla="*/ 3262313 w 3262313"/>
              <a:gd name="connsiteY1" fmla="*/ 0 h 6480175"/>
              <a:gd name="connsiteX2" fmla="*/ 3262313 w 3262313"/>
              <a:gd name="connsiteY2" fmla="*/ 6480175 h 6480175"/>
              <a:gd name="connsiteX3" fmla="*/ 2719887 w 3262313"/>
              <a:gd name="connsiteY3" fmla="*/ 6480175 h 6480175"/>
              <a:gd name="connsiteX4" fmla="*/ 2719887 w 3262313"/>
              <a:gd name="connsiteY4" fmla="*/ 6173787 h 6480175"/>
              <a:gd name="connsiteX5" fmla="*/ 1965824 w 3262313"/>
              <a:gd name="connsiteY5" fmla="*/ 6173787 h 6480175"/>
              <a:gd name="connsiteX6" fmla="*/ 1965824 w 3262313"/>
              <a:gd name="connsiteY6" fmla="*/ 6480175 h 6480175"/>
              <a:gd name="connsiteX7" fmla="*/ 0 w 3262313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313" h="6480175">
                <a:moveTo>
                  <a:pt x="1766697" y="0"/>
                </a:moveTo>
                <a:lnTo>
                  <a:pt x="3262313" y="0"/>
                </a:lnTo>
                <a:lnTo>
                  <a:pt x="3262313" y="6480175"/>
                </a:lnTo>
                <a:lnTo>
                  <a:pt x="2719887" y="6480175"/>
                </a:lnTo>
                <a:lnTo>
                  <a:pt x="2719887" y="6173787"/>
                </a:lnTo>
                <a:lnTo>
                  <a:pt x="1965824" y="6173787"/>
                </a:lnTo>
                <a:lnTo>
                  <a:pt x="1965824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288000" bIns="36000" anchor="b" anchorCtr="0">
            <a:noAutofit/>
          </a:bodyPr>
          <a:lstStyle>
            <a:lvl1pPr algn="l">
              <a:defRPr sz="1000" b="0"/>
            </a:lvl1pPr>
          </a:lstStyle>
          <a:p>
            <a:r>
              <a:rPr lang="de-DE" dirty="0"/>
              <a:t>ggf. Bild </a:t>
            </a:r>
            <a:br>
              <a:rPr lang="de-DE" dirty="0"/>
            </a:br>
            <a:r>
              <a:rPr lang="de-DE" dirty="0"/>
              <a:t>einfügen per </a:t>
            </a:r>
            <a:br>
              <a:rPr lang="de-DE" dirty="0"/>
            </a:br>
            <a:r>
              <a:rPr lang="de-DE" dirty="0"/>
              <a:t>Drag-n-Drop </a:t>
            </a:r>
            <a:br>
              <a:rPr lang="de-DE" dirty="0"/>
            </a:br>
            <a:r>
              <a:rPr lang="de-DE" dirty="0"/>
              <a:t>oder </a:t>
            </a:r>
            <a:br>
              <a:rPr lang="de-DE" dirty="0"/>
            </a:br>
            <a:r>
              <a:rPr lang="de-DE" dirty="0"/>
              <a:t>löschen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5230366-7AB1-4EE3-AD91-2C54FE8789C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9750" y="1295400"/>
            <a:ext cx="6948488" cy="4500563"/>
          </a:xfrm>
        </p:spPr>
        <p:txBody>
          <a:bodyPr vert="horz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3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Headline auf erster Ebene // für </a:t>
            </a:r>
            <a:r>
              <a:rPr lang="de-DE" dirty="0" err="1"/>
              <a:t>Subline</a:t>
            </a:r>
            <a:r>
              <a:rPr lang="de-DE" dirty="0"/>
              <a:t> 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Datum">
            <a:extLst>
              <a:ext uri="{FF2B5EF4-FFF2-40B4-BE49-F238E27FC236}">
                <a16:creationId xmlns:a16="http://schemas.microsoft.com/office/drawing/2014/main" id="{8EE4115E-BAA4-4E3A-ABBB-A88C2B537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2AAD18AB-7869-4CEC-A89B-54DBEE7C6A92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13" name="Fußzeile">
            <a:extLst>
              <a:ext uri="{FF2B5EF4-FFF2-40B4-BE49-F238E27FC236}">
                <a16:creationId xmlns:a16="http://schemas.microsoft.com/office/drawing/2014/main" id="{89F6B5A2-2947-4548-AC3C-402EF6876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62E143D7-8296-47FF-ADA4-13D84B3C7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28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orient="horz" pos="385">
          <p15:clr>
            <a:srgbClr val="FBAE40"/>
          </p15:clr>
        </p15:guide>
        <p15:guide id="3" pos="4717">
          <p15:clr>
            <a:srgbClr val="FBAE40"/>
          </p15:clr>
        </p15:guide>
        <p15:guide id="4" pos="6917">
          <p15:clr>
            <a:srgbClr val="FBAE40"/>
          </p15:clr>
        </p15:guide>
        <p15:guide id="5" orient="horz" pos="816">
          <p15:clr>
            <a:srgbClr val="FBAE40"/>
          </p15:clr>
        </p15:guide>
        <p15:guide id="6" orient="horz" pos="3651">
          <p15:clr>
            <a:srgbClr val="FBAE40"/>
          </p15:clr>
        </p15:guide>
        <p15:guide id="7" pos="41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hombofähnchen">
            <a:extLst>
              <a:ext uri="{FF2B5EF4-FFF2-40B4-BE49-F238E27FC236}">
                <a16:creationId xmlns:a16="http://schemas.microsoft.com/office/drawing/2014/main" id="{2131920C-38D4-4B66-916C-8D002BC08CE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40000" y="0"/>
            <a:ext cx="833438" cy="287338"/>
          </a:xfrm>
          <a:custGeom>
            <a:avLst/>
            <a:gdLst>
              <a:gd name="T0" fmla="*/ 221 w 2320"/>
              <a:gd name="T1" fmla="*/ 0 h 800"/>
              <a:gd name="T2" fmla="*/ 0 w 2320"/>
              <a:gd name="T3" fmla="*/ 800 h 800"/>
              <a:gd name="T4" fmla="*/ 2099 w 2320"/>
              <a:gd name="T5" fmla="*/ 800 h 800"/>
              <a:gd name="T6" fmla="*/ 2320 w 2320"/>
              <a:gd name="T7" fmla="*/ 0 h 800"/>
              <a:gd name="T8" fmla="*/ 221 w 2320"/>
              <a:gd name="T9" fmla="*/ 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20" h="800">
                <a:moveTo>
                  <a:pt x="221" y="0"/>
                </a:moveTo>
                <a:lnTo>
                  <a:pt x="0" y="800"/>
                </a:lnTo>
                <a:lnTo>
                  <a:pt x="2099" y="800"/>
                </a:lnTo>
                <a:lnTo>
                  <a:pt x="2320" y="0"/>
                </a:lnTo>
                <a:lnTo>
                  <a:pt x="221" y="0"/>
                </a:lnTo>
                <a:close/>
              </a:path>
            </a:pathLst>
          </a:custGeom>
          <a:solidFill>
            <a:srgbClr val="0090A7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9" name="Logofläche">
            <a:extLst>
              <a:ext uri="{FF2B5EF4-FFF2-40B4-BE49-F238E27FC236}">
                <a16:creationId xmlns:a16="http://schemas.microsoft.com/office/drawing/2014/main" id="{A85F829D-9EC2-4B3A-B9ED-C5BF6898BFF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24000" y="6173788"/>
            <a:ext cx="754063" cy="306388"/>
          </a:xfrm>
          <a:prstGeom prst="rect">
            <a:avLst/>
          </a:prstGeom>
          <a:solidFill>
            <a:srgbClr val="0090A7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1" name="INFORM Logo">
            <a:extLst>
              <a:ext uri="{FF2B5EF4-FFF2-40B4-BE49-F238E27FC236}">
                <a16:creationId xmlns:a16="http://schemas.microsoft.com/office/drawing/2014/main" id="{21FE644D-2D77-49E9-8FCC-A78C6C92125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289087" y="6262688"/>
            <a:ext cx="598488" cy="93663"/>
          </a:xfrm>
          <a:custGeom>
            <a:avLst/>
            <a:gdLst>
              <a:gd name="T0" fmla="*/ 1267 w 1667"/>
              <a:gd name="T1" fmla="*/ 4 h 258"/>
              <a:gd name="T2" fmla="*/ 1159 w 1667"/>
              <a:gd name="T3" fmla="*/ 254 h 258"/>
              <a:gd name="T4" fmla="*/ 1225 w 1667"/>
              <a:gd name="T5" fmla="*/ 57 h 258"/>
              <a:gd name="T6" fmla="*/ 1298 w 1667"/>
              <a:gd name="T7" fmla="*/ 95 h 258"/>
              <a:gd name="T8" fmla="*/ 1227 w 1667"/>
              <a:gd name="T9" fmla="*/ 133 h 258"/>
              <a:gd name="T10" fmla="*/ 1384 w 1667"/>
              <a:gd name="T11" fmla="*/ 254 h 258"/>
              <a:gd name="T12" fmla="*/ 1364 w 1667"/>
              <a:gd name="T13" fmla="*/ 94 h 258"/>
              <a:gd name="T14" fmla="*/ 1667 w 1667"/>
              <a:gd name="T15" fmla="*/ 4 h 258"/>
              <a:gd name="T16" fmla="*/ 1533 w 1667"/>
              <a:gd name="T17" fmla="*/ 164 h 258"/>
              <a:gd name="T18" fmla="*/ 1400 w 1667"/>
              <a:gd name="T19" fmla="*/ 4 h 258"/>
              <a:gd name="T20" fmla="*/ 1458 w 1667"/>
              <a:gd name="T21" fmla="*/ 254 h 258"/>
              <a:gd name="T22" fmla="*/ 1505 w 1667"/>
              <a:gd name="T23" fmla="*/ 254 h 258"/>
              <a:gd name="T24" fmla="*/ 1603 w 1667"/>
              <a:gd name="T25" fmla="*/ 105 h 258"/>
              <a:gd name="T26" fmla="*/ 1667 w 1667"/>
              <a:gd name="T27" fmla="*/ 254 h 258"/>
              <a:gd name="T28" fmla="*/ 875 w 1667"/>
              <a:gd name="T29" fmla="*/ 61 h 258"/>
              <a:gd name="T30" fmla="*/ 696 w 1667"/>
              <a:gd name="T31" fmla="*/ 4 h 258"/>
              <a:gd name="T32" fmla="*/ 763 w 1667"/>
              <a:gd name="T33" fmla="*/ 254 h 258"/>
              <a:gd name="T34" fmla="*/ 854 w 1667"/>
              <a:gd name="T35" fmla="*/ 169 h 258"/>
              <a:gd name="T36" fmla="*/ 763 w 1667"/>
              <a:gd name="T37" fmla="*/ 115 h 258"/>
              <a:gd name="T38" fmla="*/ 608 w 1667"/>
              <a:gd name="T39" fmla="*/ 254 h 258"/>
              <a:gd name="T40" fmla="*/ 664 w 1667"/>
              <a:gd name="T41" fmla="*/ 4 h 258"/>
              <a:gd name="T42" fmla="*/ 600 w 1667"/>
              <a:gd name="T43" fmla="*/ 133 h 258"/>
              <a:gd name="T44" fmla="*/ 441 w 1667"/>
              <a:gd name="T45" fmla="*/ 4 h 258"/>
              <a:gd name="T46" fmla="*/ 505 w 1667"/>
              <a:gd name="T47" fmla="*/ 254 h 258"/>
              <a:gd name="T48" fmla="*/ 608 w 1667"/>
              <a:gd name="T49" fmla="*/ 254 h 258"/>
              <a:gd name="T50" fmla="*/ 409 w 1667"/>
              <a:gd name="T51" fmla="*/ 254 h 258"/>
              <a:gd name="T52" fmla="*/ 342 w 1667"/>
              <a:gd name="T53" fmla="*/ 4 h 258"/>
              <a:gd name="T54" fmla="*/ 1134 w 1667"/>
              <a:gd name="T55" fmla="*/ 128 h 258"/>
              <a:gd name="T56" fmla="*/ 888 w 1667"/>
              <a:gd name="T57" fmla="*/ 129 h 258"/>
              <a:gd name="T58" fmla="*/ 1134 w 1667"/>
              <a:gd name="T59" fmla="*/ 128 h 258"/>
              <a:gd name="T60" fmla="*/ 1011 w 1667"/>
              <a:gd name="T61" fmla="*/ 203 h 258"/>
              <a:gd name="T62" fmla="*/ 957 w 1667"/>
              <a:gd name="T63" fmla="*/ 118 h 258"/>
              <a:gd name="T64" fmla="*/ 1064 w 1667"/>
              <a:gd name="T65" fmla="*/ 119 h 258"/>
              <a:gd name="T66" fmla="*/ 223 w 1667"/>
              <a:gd name="T67" fmla="*/ 254 h 258"/>
              <a:gd name="T68" fmla="*/ 70 w 1667"/>
              <a:gd name="T69" fmla="*/ 4 h 258"/>
              <a:gd name="T70" fmla="*/ 223 w 1667"/>
              <a:gd name="T71" fmla="*/ 254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67" h="258">
                <a:moveTo>
                  <a:pt x="1364" y="94"/>
                </a:moveTo>
                <a:cubicBezTo>
                  <a:pt x="1364" y="15"/>
                  <a:pt x="1331" y="4"/>
                  <a:pt x="1267" y="4"/>
                </a:cubicBezTo>
                <a:lnTo>
                  <a:pt x="1159" y="4"/>
                </a:lnTo>
                <a:lnTo>
                  <a:pt x="1159" y="254"/>
                </a:lnTo>
                <a:lnTo>
                  <a:pt x="1225" y="254"/>
                </a:lnTo>
                <a:lnTo>
                  <a:pt x="1225" y="57"/>
                </a:lnTo>
                <a:lnTo>
                  <a:pt x="1266" y="57"/>
                </a:lnTo>
                <a:cubicBezTo>
                  <a:pt x="1286" y="57"/>
                  <a:pt x="1298" y="63"/>
                  <a:pt x="1298" y="95"/>
                </a:cubicBezTo>
                <a:cubicBezTo>
                  <a:pt x="1298" y="126"/>
                  <a:pt x="1288" y="133"/>
                  <a:pt x="1267" y="133"/>
                </a:cubicBezTo>
                <a:cubicBezTo>
                  <a:pt x="1263" y="133"/>
                  <a:pt x="1227" y="133"/>
                  <a:pt x="1227" y="133"/>
                </a:cubicBezTo>
                <a:lnTo>
                  <a:pt x="1308" y="254"/>
                </a:lnTo>
                <a:lnTo>
                  <a:pt x="1384" y="254"/>
                </a:lnTo>
                <a:lnTo>
                  <a:pt x="1326" y="170"/>
                </a:lnTo>
                <a:cubicBezTo>
                  <a:pt x="1351" y="163"/>
                  <a:pt x="1364" y="144"/>
                  <a:pt x="1364" y="94"/>
                </a:cubicBezTo>
                <a:close/>
                <a:moveTo>
                  <a:pt x="1667" y="254"/>
                </a:moveTo>
                <a:lnTo>
                  <a:pt x="1667" y="4"/>
                </a:lnTo>
                <a:lnTo>
                  <a:pt x="1584" y="4"/>
                </a:lnTo>
                <a:lnTo>
                  <a:pt x="1533" y="164"/>
                </a:lnTo>
                <a:lnTo>
                  <a:pt x="1483" y="4"/>
                </a:lnTo>
                <a:lnTo>
                  <a:pt x="1400" y="4"/>
                </a:lnTo>
                <a:lnTo>
                  <a:pt x="1400" y="254"/>
                </a:lnTo>
                <a:lnTo>
                  <a:pt x="1458" y="254"/>
                </a:lnTo>
                <a:lnTo>
                  <a:pt x="1458" y="105"/>
                </a:lnTo>
                <a:lnTo>
                  <a:pt x="1505" y="254"/>
                </a:lnTo>
                <a:lnTo>
                  <a:pt x="1557" y="254"/>
                </a:lnTo>
                <a:lnTo>
                  <a:pt x="1603" y="105"/>
                </a:lnTo>
                <a:lnTo>
                  <a:pt x="1603" y="254"/>
                </a:lnTo>
                <a:lnTo>
                  <a:pt x="1667" y="254"/>
                </a:lnTo>
                <a:close/>
                <a:moveTo>
                  <a:pt x="763" y="61"/>
                </a:moveTo>
                <a:lnTo>
                  <a:pt x="875" y="61"/>
                </a:lnTo>
                <a:lnTo>
                  <a:pt x="875" y="4"/>
                </a:lnTo>
                <a:lnTo>
                  <a:pt x="696" y="4"/>
                </a:lnTo>
                <a:lnTo>
                  <a:pt x="696" y="254"/>
                </a:lnTo>
                <a:lnTo>
                  <a:pt x="763" y="254"/>
                </a:lnTo>
                <a:lnTo>
                  <a:pt x="763" y="169"/>
                </a:lnTo>
                <a:lnTo>
                  <a:pt x="854" y="169"/>
                </a:lnTo>
                <a:lnTo>
                  <a:pt x="854" y="115"/>
                </a:lnTo>
                <a:lnTo>
                  <a:pt x="763" y="115"/>
                </a:lnTo>
                <a:lnTo>
                  <a:pt x="763" y="61"/>
                </a:lnTo>
                <a:close/>
                <a:moveTo>
                  <a:pt x="608" y="254"/>
                </a:moveTo>
                <a:lnTo>
                  <a:pt x="664" y="254"/>
                </a:lnTo>
                <a:lnTo>
                  <a:pt x="664" y="4"/>
                </a:lnTo>
                <a:lnTo>
                  <a:pt x="600" y="4"/>
                </a:lnTo>
                <a:lnTo>
                  <a:pt x="600" y="133"/>
                </a:lnTo>
                <a:lnTo>
                  <a:pt x="508" y="4"/>
                </a:lnTo>
                <a:lnTo>
                  <a:pt x="441" y="4"/>
                </a:lnTo>
                <a:lnTo>
                  <a:pt x="441" y="254"/>
                </a:lnTo>
                <a:lnTo>
                  <a:pt x="505" y="254"/>
                </a:lnTo>
                <a:lnTo>
                  <a:pt x="505" y="108"/>
                </a:lnTo>
                <a:lnTo>
                  <a:pt x="608" y="254"/>
                </a:lnTo>
                <a:close/>
                <a:moveTo>
                  <a:pt x="342" y="254"/>
                </a:moveTo>
                <a:lnTo>
                  <a:pt x="409" y="254"/>
                </a:lnTo>
                <a:lnTo>
                  <a:pt x="409" y="4"/>
                </a:lnTo>
                <a:lnTo>
                  <a:pt x="342" y="4"/>
                </a:lnTo>
                <a:lnTo>
                  <a:pt x="342" y="254"/>
                </a:lnTo>
                <a:close/>
                <a:moveTo>
                  <a:pt x="1134" y="128"/>
                </a:moveTo>
                <a:cubicBezTo>
                  <a:pt x="1134" y="19"/>
                  <a:pt x="1086" y="0"/>
                  <a:pt x="1011" y="0"/>
                </a:cubicBezTo>
                <a:cubicBezTo>
                  <a:pt x="936" y="0"/>
                  <a:pt x="888" y="19"/>
                  <a:pt x="888" y="129"/>
                </a:cubicBezTo>
                <a:cubicBezTo>
                  <a:pt x="888" y="239"/>
                  <a:pt x="936" y="258"/>
                  <a:pt x="1010" y="258"/>
                </a:cubicBezTo>
                <a:cubicBezTo>
                  <a:pt x="1085" y="258"/>
                  <a:pt x="1134" y="238"/>
                  <a:pt x="1134" y="128"/>
                </a:cubicBezTo>
                <a:close/>
                <a:moveTo>
                  <a:pt x="1064" y="139"/>
                </a:moveTo>
                <a:cubicBezTo>
                  <a:pt x="1064" y="186"/>
                  <a:pt x="1053" y="203"/>
                  <a:pt x="1011" y="203"/>
                </a:cubicBezTo>
                <a:cubicBezTo>
                  <a:pt x="970" y="203"/>
                  <a:pt x="957" y="185"/>
                  <a:pt x="957" y="138"/>
                </a:cubicBezTo>
                <a:lnTo>
                  <a:pt x="957" y="118"/>
                </a:lnTo>
                <a:cubicBezTo>
                  <a:pt x="957" y="71"/>
                  <a:pt x="969" y="56"/>
                  <a:pt x="1010" y="56"/>
                </a:cubicBezTo>
                <a:cubicBezTo>
                  <a:pt x="1052" y="56"/>
                  <a:pt x="1064" y="72"/>
                  <a:pt x="1064" y="119"/>
                </a:cubicBezTo>
                <a:lnTo>
                  <a:pt x="1064" y="139"/>
                </a:lnTo>
                <a:close/>
                <a:moveTo>
                  <a:pt x="223" y="254"/>
                </a:moveTo>
                <a:lnTo>
                  <a:pt x="292" y="4"/>
                </a:lnTo>
                <a:lnTo>
                  <a:pt x="70" y="4"/>
                </a:lnTo>
                <a:lnTo>
                  <a:pt x="0" y="254"/>
                </a:lnTo>
                <a:lnTo>
                  <a:pt x="223" y="25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77FB4912-5143-46BD-AFDC-2D16014CC15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611187"/>
            <a:ext cx="6948488" cy="61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E7B0853-D7B0-4E6A-9E5A-D4086C1FCE9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39750" y="1350963"/>
            <a:ext cx="6948488" cy="4445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grpSp>
        <p:nvGrpSpPr>
          <p:cNvPr id="47" name="Regieanweisung">
            <a:extLst>
              <a:ext uri="{FF2B5EF4-FFF2-40B4-BE49-F238E27FC236}">
                <a16:creationId xmlns:a16="http://schemas.microsoft.com/office/drawing/2014/main" id="{6EAC8C23-B5EF-489F-9599-BF0E4833E54B}"/>
              </a:ext>
            </a:extLst>
          </p:cNvPr>
          <p:cNvGrpSpPr/>
          <p:nvPr userDrawn="1"/>
        </p:nvGrpSpPr>
        <p:grpSpPr>
          <a:xfrm>
            <a:off x="-2124000" y="-540003"/>
            <a:ext cx="15334578" cy="7632004"/>
            <a:chOff x="-2124000" y="-540003"/>
            <a:chExt cx="15334578" cy="7632004"/>
          </a:xfrm>
        </p:grpSpPr>
        <p:sp>
          <p:nvSpPr>
            <p:cNvPr id="48" name="Zurücksetzen">
              <a:extLst>
                <a:ext uri="{FF2B5EF4-FFF2-40B4-BE49-F238E27FC236}">
                  <a16:creationId xmlns:a16="http://schemas.microsoft.com/office/drawing/2014/main" id="{D44145A0-7BF9-4400-B27C-B3A810950555}"/>
                </a:ext>
              </a:extLst>
            </p:cNvPr>
            <p:cNvSpPr txBox="1"/>
            <p:nvPr userDrawn="1"/>
          </p:nvSpPr>
          <p:spPr>
            <a:xfrm rot="10800000" flipH="1" flipV="1">
              <a:off x="5760244" y="-540003"/>
              <a:ext cx="5220493" cy="46800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Reset slide to original format in the menu via: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CH" sz="1000" b="1" baseline="0" dirty="0">
                  <a:solidFill>
                    <a:schemeClr val="tx1"/>
                  </a:solidFill>
                  <a:latin typeface="+mn-lt"/>
                </a:rPr>
                <a:t>Home &gt; </a:t>
              </a:r>
              <a:r>
                <a:rPr lang="en-US" sz="1000" b="1" baseline="0" noProof="0" dirty="0">
                  <a:solidFill>
                    <a:schemeClr val="tx1"/>
                  </a:solidFill>
                  <a:latin typeface="+mn-lt"/>
                </a:rPr>
                <a:t>Slides &gt; Reset</a:t>
              </a:r>
              <a:r>
                <a:rPr lang="en-US" sz="800" b="0" baseline="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</a:t>
              </a:r>
              <a:r>
                <a:rPr lang="de-CH" sz="800" b="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(Start &gt; Folien &gt; Zurücksetzen)</a:t>
              </a:r>
              <a:endParaRPr lang="de-CH" sz="1000" b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49" name="Layoutwechsel">
              <a:extLst>
                <a:ext uri="{FF2B5EF4-FFF2-40B4-BE49-F238E27FC236}">
                  <a16:creationId xmlns:a16="http://schemas.microsoft.com/office/drawing/2014/main" id="{B1F12085-B82D-4786-939C-1F8056005A1B}"/>
                </a:ext>
              </a:extLst>
            </p:cNvPr>
            <p:cNvSpPr txBox="1"/>
            <p:nvPr userDrawn="1"/>
          </p:nvSpPr>
          <p:spPr>
            <a:xfrm rot="10800000" flipH="1" flipV="1">
              <a:off x="-1690577" y="0"/>
              <a:ext cx="1582578" cy="61118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dirty="0">
                  <a:solidFill>
                    <a:schemeClr val="tx1"/>
                  </a:solidFill>
                  <a:latin typeface="+mn-lt"/>
                </a:rPr>
                <a:t>Change the layout of a slide in the menu via</a:t>
              </a:r>
              <a:r>
                <a:rPr lang="de-CH" sz="1000" b="0" baseline="0" dirty="0">
                  <a:solidFill>
                    <a:schemeClr val="tx1"/>
                  </a:solidFill>
                  <a:latin typeface="+mn-lt"/>
                </a:rPr>
                <a:t>: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0" baseline="0" noProof="0" dirty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CH" sz="800" b="0" i="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(Start &gt; Folien &gt; Layout)</a:t>
              </a:r>
            </a:p>
          </p:txBody>
        </p:sp>
        <p:sp>
          <p:nvSpPr>
            <p:cNvPr id="50" name="Text // Listenebene erhöhen">
              <a:extLst>
                <a:ext uri="{FF2B5EF4-FFF2-40B4-BE49-F238E27FC236}">
                  <a16:creationId xmlns:a16="http://schemas.microsoft.com/office/drawing/2014/main" id="{006C57A6-C3A3-4C6E-8B39-CB2BF0233C32}"/>
                </a:ext>
              </a:extLst>
            </p:cNvPr>
            <p:cNvSpPr txBox="1"/>
            <p:nvPr userDrawn="1"/>
          </p:nvSpPr>
          <p:spPr>
            <a:xfrm>
              <a:off x="-1690578" y="2340000"/>
              <a:ext cx="952398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Increase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List Level</a:t>
              </a:r>
              <a:endParaRPr lang="de-CH" sz="1000" b="0" i="0" baseline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1" name="Text // Listenebene verringern">
              <a:extLst>
                <a:ext uri="{FF2B5EF4-FFF2-40B4-BE49-F238E27FC236}">
                  <a16:creationId xmlns:a16="http://schemas.microsoft.com/office/drawing/2014/main" id="{8F0A689C-00E9-4022-8A86-FD3BBE1F21B1}"/>
                </a:ext>
              </a:extLst>
            </p:cNvPr>
            <p:cNvSpPr txBox="1"/>
            <p:nvPr userDrawn="1"/>
          </p:nvSpPr>
          <p:spPr>
            <a:xfrm>
              <a:off x="-1690578" y="2700000"/>
              <a:ext cx="952398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Decrease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List Level</a:t>
              </a:r>
              <a:endParaRPr lang="de-CH" sz="1000" b="0" i="0" baseline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2" name="Listenebenen">
              <a:extLst>
                <a:ext uri="{FF2B5EF4-FFF2-40B4-BE49-F238E27FC236}">
                  <a16:creationId xmlns:a16="http://schemas.microsoft.com/office/drawing/2014/main" id="{78D5488A-8643-49E5-BB3F-E5712C00BB7B}"/>
                </a:ext>
              </a:extLst>
            </p:cNvPr>
            <p:cNvSpPr txBox="1"/>
            <p:nvPr userDrawn="1"/>
          </p:nvSpPr>
          <p:spPr>
            <a:xfrm rot="10800000" flipH="1" flipV="1">
              <a:off x="-2124000" y="1332000"/>
              <a:ext cx="2016000" cy="8651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dirty="0">
                  <a:solidFill>
                    <a:schemeClr val="tx1"/>
                  </a:solidFill>
                  <a:latin typeface="+mn-lt"/>
                </a:rPr>
                <a:t>Change the text list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dirty="0">
                  <a:solidFill>
                    <a:schemeClr val="tx1"/>
                  </a:solidFill>
                  <a:latin typeface="+mn-lt"/>
                </a:rPr>
                <a:t>in the menu via</a:t>
              </a:r>
              <a:r>
                <a:rPr lang="de-CH" sz="1000" b="0" baseline="0" dirty="0">
                  <a:solidFill>
                    <a:schemeClr val="tx1"/>
                  </a:solidFill>
                  <a:latin typeface="+mn-lt"/>
                </a:rPr>
                <a:t>: </a:t>
              </a:r>
              <a:br>
                <a:rPr lang="de-CH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en-US" sz="1000" b="1" baseline="0" noProof="0" dirty="0">
                  <a:solidFill>
                    <a:schemeClr val="tx1"/>
                  </a:solidFill>
                  <a:latin typeface="+mn-lt"/>
                </a:rPr>
                <a:t>Home &gt; Paragraph &gt; Increase/Decrease List Level</a:t>
              </a:r>
              <a:endParaRPr lang="en-US" sz="1000" b="0" baseline="0" noProof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CH" sz="800" b="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(Start &gt; Absatz &gt; Listenebene erhöhen/verringern)</a:t>
              </a:r>
            </a:p>
          </p:txBody>
        </p:sp>
        <p:pic>
          <p:nvPicPr>
            <p:cNvPr id="53" name="Bild // Listenebene verringern">
              <a:extLst>
                <a:ext uri="{FF2B5EF4-FFF2-40B4-BE49-F238E27FC236}">
                  <a16:creationId xmlns:a16="http://schemas.microsoft.com/office/drawing/2014/main" id="{062DFCFC-6518-4F8A-AE1B-AE91832846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652320" y="2700000"/>
              <a:ext cx="544320" cy="252000"/>
            </a:xfrm>
            <a:prstGeom prst="rect">
              <a:avLst/>
            </a:prstGeom>
          </p:spPr>
        </p:pic>
        <p:pic>
          <p:nvPicPr>
            <p:cNvPr id="54" name="Bild // Listenebene erhöhen">
              <a:extLst>
                <a:ext uri="{FF2B5EF4-FFF2-40B4-BE49-F238E27FC236}">
                  <a16:creationId xmlns:a16="http://schemas.microsoft.com/office/drawing/2014/main" id="{5C673FE2-8A8C-4901-9F93-ADD98DE467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652320" y="2340000"/>
              <a:ext cx="544320" cy="252000"/>
            </a:xfrm>
            <a:prstGeom prst="rect">
              <a:avLst/>
            </a:prstGeom>
          </p:spPr>
        </p:pic>
        <p:sp>
          <p:nvSpPr>
            <p:cNvPr id="55" name="Hilfslinien">
              <a:extLst>
                <a:ext uri="{FF2B5EF4-FFF2-40B4-BE49-F238E27FC236}">
                  <a16:creationId xmlns:a16="http://schemas.microsoft.com/office/drawing/2014/main" id="{78F793DC-E50F-4E33-9571-EEC9AE76A26D}"/>
                </a:ext>
              </a:extLst>
            </p:cNvPr>
            <p:cNvSpPr txBox="1"/>
            <p:nvPr userDrawn="1"/>
          </p:nvSpPr>
          <p:spPr>
            <a:xfrm rot="10800000" flipH="1" flipV="1">
              <a:off x="539750" y="-540002"/>
              <a:ext cx="6948487" cy="468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guidelines </a:t>
              </a: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in the menu via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: </a:t>
              </a:r>
              <a:b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 checkbox for 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Guides </a:t>
              </a:r>
              <a:r>
                <a:rPr kumimoji="0" lang="de-CH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(Ansicht &gt; Anzeigen &gt; Haken bei Führungslinien setzen)</a:t>
              </a:r>
            </a:p>
          </p:txBody>
        </p:sp>
        <p:sp>
          <p:nvSpPr>
            <p:cNvPr id="16" name="Rhomboiden">
              <a:extLst>
                <a:ext uri="{FF2B5EF4-FFF2-40B4-BE49-F238E27FC236}">
                  <a16:creationId xmlns:a16="http://schemas.microsoft.com/office/drawing/2014/main" id="{CE90B042-8026-48DD-B523-17903DEB16E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1512000"/>
              <a:ext cx="1582578" cy="97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Note on the rhomboids</a:t>
              </a:r>
              <a:r>
                <a:rPr lang="de-CH" sz="1000" b="0" baseline="0" dirty="0">
                  <a:solidFill>
                    <a:schemeClr val="tx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tx1"/>
                  </a:solidFill>
                  <a:latin typeface="+mn-lt"/>
                </a:rPr>
                <a:t>They are stacked from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tx1"/>
                  </a:solidFill>
                  <a:latin typeface="+mn-lt"/>
                </a:rPr>
                <a:t>right to left and from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tx1"/>
                  </a:solidFill>
                  <a:latin typeface="+mn-lt"/>
                </a:rPr>
                <a:t>top to bottom.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1000" b="1" baseline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D2DB6C32-A409-414C-A371-3A6EAE0E0FEC}"/>
                </a:ext>
              </a:extLst>
            </p:cNvPr>
            <p:cNvSpPr txBox="1"/>
            <p:nvPr userDrawn="1"/>
          </p:nvSpPr>
          <p:spPr>
            <a:xfrm rot="10800000" flipH="1" flipV="1">
              <a:off x="539750" y="6624000"/>
              <a:ext cx="5220494" cy="468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Insert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footer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lang="en-US" sz="1000" b="0" baseline="0" noProof="0" dirty="0">
                  <a:solidFill>
                    <a:schemeClr val="tx1"/>
                  </a:solidFill>
                  <a:latin typeface="+mn-lt"/>
                </a:rPr>
                <a:t>in the menu via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: </a:t>
              </a:r>
              <a:b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CH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Insert &gt; Text &gt; Header &amp; Footer </a:t>
              </a:r>
              <a:r>
                <a:rPr kumimoji="0" lang="de-CH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(Einfügen &gt; Text &gt; Kopf- und Fußzeile)</a:t>
              </a:r>
              <a:endPara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" name="Datum">
            <a:extLst>
              <a:ext uri="{FF2B5EF4-FFF2-40B4-BE49-F238E27FC236}">
                <a16:creationId xmlns:a16="http://schemas.microsoft.com/office/drawing/2014/main" id="{50E4F951-8B2D-4F16-9B47-A41852866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91839FD4-7131-4B5C-814E-D6A1DC36FAEE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7" name="Fußzeile">
            <a:extLst>
              <a:ext uri="{FF2B5EF4-FFF2-40B4-BE49-F238E27FC236}">
                <a16:creationId xmlns:a16="http://schemas.microsoft.com/office/drawing/2014/main" id="{D036A8B3-EC4D-47F7-935E-0B604E4F9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8" name="Foliennummer">
            <a:extLst>
              <a:ext uri="{FF2B5EF4-FFF2-40B4-BE49-F238E27FC236}">
                <a16:creationId xmlns:a16="http://schemas.microsoft.com/office/drawing/2014/main" id="{74D2F4FF-A438-41A0-B755-AF02F4AF0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85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75" r:id="rId5"/>
    <p:sldLayoutId id="2147483673" r:id="rId6"/>
    <p:sldLayoutId id="2147483662" r:id="rId7"/>
    <p:sldLayoutId id="2147483663" r:id="rId8"/>
    <p:sldLayoutId id="2147483664" r:id="rId9"/>
  </p:sldLayoutIdLst>
  <p:hf sldNum="0" hdr="0" ftr="0" dt="0"/>
  <p:txStyles>
    <p:titleStyle>
      <a:lvl1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b="1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126000" indent="-126000" algn="l" defTabSz="86401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▪"/>
        <a:defRPr sz="1800" b="1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12600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▪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378000" indent="-12600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▪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12600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396000" algn="l" defTabSz="864017" rtl="0" eaLnBrk="1" latinLnBrk="0" hangingPunct="1">
        <a:lnSpc>
          <a:spcPct val="100000"/>
        </a:lnSpc>
        <a:spcBef>
          <a:spcPts val="1000"/>
        </a:spcBef>
        <a:buFont typeface="+mj-lt"/>
        <a:buAutoNum type="arabicPeriod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6pPr>
      <a:lvl7pPr marL="39600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hombofähnchen">
            <a:extLst>
              <a:ext uri="{FF2B5EF4-FFF2-40B4-BE49-F238E27FC236}">
                <a16:creationId xmlns:a16="http://schemas.microsoft.com/office/drawing/2014/main" id="{2131920C-38D4-4B66-916C-8D002BC08CE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40000" y="0"/>
            <a:ext cx="833438" cy="287338"/>
          </a:xfrm>
          <a:custGeom>
            <a:avLst/>
            <a:gdLst>
              <a:gd name="T0" fmla="*/ 221 w 2320"/>
              <a:gd name="T1" fmla="*/ 0 h 800"/>
              <a:gd name="T2" fmla="*/ 0 w 2320"/>
              <a:gd name="T3" fmla="*/ 800 h 800"/>
              <a:gd name="T4" fmla="*/ 2099 w 2320"/>
              <a:gd name="T5" fmla="*/ 800 h 800"/>
              <a:gd name="T6" fmla="*/ 2320 w 2320"/>
              <a:gd name="T7" fmla="*/ 0 h 800"/>
              <a:gd name="T8" fmla="*/ 221 w 2320"/>
              <a:gd name="T9" fmla="*/ 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20" h="800">
                <a:moveTo>
                  <a:pt x="221" y="0"/>
                </a:moveTo>
                <a:lnTo>
                  <a:pt x="0" y="800"/>
                </a:lnTo>
                <a:lnTo>
                  <a:pt x="2099" y="800"/>
                </a:lnTo>
                <a:lnTo>
                  <a:pt x="2320" y="0"/>
                </a:lnTo>
                <a:lnTo>
                  <a:pt x="221" y="0"/>
                </a:lnTo>
                <a:close/>
              </a:path>
            </a:pathLst>
          </a:custGeom>
          <a:solidFill>
            <a:srgbClr val="0090A7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9" name="Logofläche">
            <a:extLst>
              <a:ext uri="{FF2B5EF4-FFF2-40B4-BE49-F238E27FC236}">
                <a16:creationId xmlns:a16="http://schemas.microsoft.com/office/drawing/2014/main" id="{A85F829D-9EC2-4B3A-B9ED-C5BF6898BFF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24000" y="6173788"/>
            <a:ext cx="754063" cy="306388"/>
          </a:xfrm>
          <a:prstGeom prst="rect">
            <a:avLst/>
          </a:prstGeom>
          <a:solidFill>
            <a:srgbClr val="0090A7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1" name="INFORM Logo">
            <a:extLst>
              <a:ext uri="{FF2B5EF4-FFF2-40B4-BE49-F238E27FC236}">
                <a16:creationId xmlns:a16="http://schemas.microsoft.com/office/drawing/2014/main" id="{21FE644D-2D77-49E9-8FCC-A78C6C92125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289087" y="6262688"/>
            <a:ext cx="598488" cy="93663"/>
          </a:xfrm>
          <a:custGeom>
            <a:avLst/>
            <a:gdLst>
              <a:gd name="T0" fmla="*/ 1267 w 1667"/>
              <a:gd name="T1" fmla="*/ 4 h 258"/>
              <a:gd name="T2" fmla="*/ 1159 w 1667"/>
              <a:gd name="T3" fmla="*/ 254 h 258"/>
              <a:gd name="T4" fmla="*/ 1225 w 1667"/>
              <a:gd name="T5" fmla="*/ 57 h 258"/>
              <a:gd name="T6" fmla="*/ 1298 w 1667"/>
              <a:gd name="T7" fmla="*/ 95 h 258"/>
              <a:gd name="T8" fmla="*/ 1227 w 1667"/>
              <a:gd name="T9" fmla="*/ 133 h 258"/>
              <a:gd name="T10" fmla="*/ 1384 w 1667"/>
              <a:gd name="T11" fmla="*/ 254 h 258"/>
              <a:gd name="T12" fmla="*/ 1364 w 1667"/>
              <a:gd name="T13" fmla="*/ 94 h 258"/>
              <a:gd name="T14" fmla="*/ 1667 w 1667"/>
              <a:gd name="T15" fmla="*/ 4 h 258"/>
              <a:gd name="T16" fmla="*/ 1533 w 1667"/>
              <a:gd name="T17" fmla="*/ 164 h 258"/>
              <a:gd name="T18" fmla="*/ 1400 w 1667"/>
              <a:gd name="T19" fmla="*/ 4 h 258"/>
              <a:gd name="T20" fmla="*/ 1458 w 1667"/>
              <a:gd name="T21" fmla="*/ 254 h 258"/>
              <a:gd name="T22" fmla="*/ 1505 w 1667"/>
              <a:gd name="T23" fmla="*/ 254 h 258"/>
              <a:gd name="T24" fmla="*/ 1603 w 1667"/>
              <a:gd name="T25" fmla="*/ 105 h 258"/>
              <a:gd name="T26" fmla="*/ 1667 w 1667"/>
              <a:gd name="T27" fmla="*/ 254 h 258"/>
              <a:gd name="T28" fmla="*/ 875 w 1667"/>
              <a:gd name="T29" fmla="*/ 61 h 258"/>
              <a:gd name="T30" fmla="*/ 696 w 1667"/>
              <a:gd name="T31" fmla="*/ 4 h 258"/>
              <a:gd name="T32" fmla="*/ 763 w 1667"/>
              <a:gd name="T33" fmla="*/ 254 h 258"/>
              <a:gd name="T34" fmla="*/ 854 w 1667"/>
              <a:gd name="T35" fmla="*/ 169 h 258"/>
              <a:gd name="T36" fmla="*/ 763 w 1667"/>
              <a:gd name="T37" fmla="*/ 115 h 258"/>
              <a:gd name="T38" fmla="*/ 608 w 1667"/>
              <a:gd name="T39" fmla="*/ 254 h 258"/>
              <a:gd name="T40" fmla="*/ 664 w 1667"/>
              <a:gd name="T41" fmla="*/ 4 h 258"/>
              <a:gd name="T42" fmla="*/ 600 w 1667"/>
              <a:gd name="T43" fmla="*/ 133 h 258"/>
              <a:gd name="T44" fmla="*/ 441 w 1667"/>
              <a:gd name="T45" fmla="*/ 4 h 258"/>
              <a:gd name="T46" fmla="*/ 505 w 1667"/>
              <a:gd name="T47" fmla="*/ 254 h 258"/>
              <a:gd name="T48" fmla="*/ 608 w 1667"/>
              <a:gd name="T49" fmla="*/ 254 h 258"/>
              <a:gd name="T50" fmla="*/ 409 w 1667"/>
              <a:gd name="T51" fmla="*/ 254 h 258"/>
              <a:gd name="T52" fmla="*/ 342 w 1667"/>
              <a:gd name="T53" fmla="*/ 4 h 258"/>
              <a:gd name="T54" fmla="*/ 1134 w 1667"/>
              <a:gd name="T55" fmla="*/ 128 h 258"/>
              <a:gd name="T56" fmla="*/ 888 w 1667"/>
              <a:gd name="T57" fmla="*/ 129 h 258"/>
              <a:gd name="T58" fmla="*/ 1134 w 1667"/>
              <a:gd name="T59" fmla="*/ 128 h 258"/>
              <a:gd name="T60" fmla="*/ 1011 w 1667"/>
              <a:gd name="T61" fmla="*/ 203 h 258"/>
              <a:gd name="T62" fmla="*/ 957 w 1667"/>
              <a:gd name="T63" fmla="*/ 118 h 258"/>
              <a:gd name="T64" fmla="*/ 1064 w 1667"/>
              <a:gd name="T65" fmla="*/ 119 h 258"/>
              <a:gd name="T66" fmla="*/ 223 w 1667"/>
              <a:gd name="T67" fmla="*/ 254 h 258"/>
              <a:gd name="T68" fmla="*/ 70 w 1667"/>
              <a:gd name="T69" fmla="*/ 4 h 258"/>
              <a:gd name="T70" fmla="*/ 223 w 1667"/>
              <a:gd name="T71" fmla="*/ 254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67" h="258">
                <a:moveTo>
                  <a:pt x="1364" y="94"/>
                </a:moveTo>
                <a:cubicBezTo>
                  <a:pt x="1364" y="15"/>
                  <a:pt x="1331" y="4"/>
                  <a:pt x="1267" y="4"/>
                </a:cubicBezTo>
                <a:lnTo>
                  <a:pt x="1159" y="4"/>
                </a:lnTo>
                <a:lnTo>
                  <a:pt x="1159" y="254"/>
                </a:lnTo>
                <a:lnTo>
                  <a:pt x="1225" y="254"/>
                </a:lnTo>
                <a:lnTo>
                  <a:pt x="1225" y="57"/>
                </a:lnTo>
                <a:lnTo>
                  <a:pt x="1266" y="57"/>
                </a:lnTo>
                <a:cubicBezTo>
                  <a:pt x="1286" y="57"/>
                  <a:pt x="1298" y="63"/>
                  <a:pt x="1298" y="95"/>
                </a:cubicBezTo>
                <a:cubicBezTo>
                  <a:pt x="1298" y="126"/>
                  <a:pt x="1288" y="133"/>
                  <a:pt x="1267" y="133"/>
                </a:cubicBezTo>
                <a:cubicBezTo>
                  <a:pt x="1263" y="133"/>
                  <a:pt x="1227" y="133"/>
                  <a:pt x="1227" y="133"/>
                </a:cubicBezTo>
                <a:lnTo>
                  <a:pt x="1308" y="254"/>
                </a:lnTo>
                <a:lnTo>
                  <a:pt x="1384" y="254"/>
                </a:lnTo>
                <a:lnTo>
                  <a:pt x="1326" y="170"/>
                </a:lnTo>
                <a:cubicBezTo>
                  <a:pt x="1351" y="163"/>
                  <a:pt x="1364" y="144"/>
                  <a:pt x="1364" y="94"/>
                </a:cubicBezTo>
                <a:close/>
                <a:moveTo>
                  <a:pt x="1667" y="254"/>
                </a:moveTo>
                <a:lnTo>
                  <a:pt x="1667" y="4"/>
                </a:lnTo>
                <a:lnTo>
                  <a:pt x="1584" y="4"/>
                </a:lnTo>
                <a:lnTo>
                  <a:pt x="1533" y="164"/>
                </a:lnTo>
                <a:lnTo>
                  <a:pt x="1483" y="4"/>
                </a:lnTo>
                <a:lnTo>
                  <a:pt x="1400" y="4"/>
                </a:lnTo>
                <a:lnTo>
                  <a:pt x="1400" y="254"/>
                </a:lnTo>
                <a:lnTo>
                  <a:pt x="1458" y="254"/>
                </a:lnTo>
                <a:lnTo>
                  <a:pt x="1458" y="105"/>
                </a:lnTo>
                <a:lnTo>
                  <a:pt x="1505" y="254"/>
                </a:lnTo>
                <a:lnTo>
                  <a:pt x="1557" y="254"/>
                </a:lnTo>
                <a:lnTo>
                  <a:pt x="1603" y="105"/>
                </a:lnTo>
                <a:lnTo>
                  <a:pt x="1603" y="254"/>
                </a:lnTo>
                <a:lnTo>
                  <a:pt x="1667" y="254"/>
                </a:lnTo>
                <a:close/>
                <a:moveTo>
                  <a:pt x="763" y="61"/>
                </a:moveTo>
                <a:lnTo>
                  <a:pt x="875" y="61"/>
                </a:lnTo>
                <a:lnTo>
                  <a:pt x="875" y="4"/>
                </a:lnTo>
                <a:lnTo>
                  <a:pt x="696" y="4"/>
                </a:lnTo>
                <a:lnTo>
                  <a:pt x="696" y="254"/>
                </a:lnTo>
                <a:lnTo>
                  <a:pt x="763" y="254"/>
                </a:lnTo>
                <a:lnTo>
                  <a:pt x="763" y="169"/>
                </a:lnTo>
                <a:lnTo>
                  <a:pt x="854" y="169"/>
                </a:lnTo>
                <a:lnTo>
                  <a:pt x="854" y="115"/>
                </a:lnTo>
                <a:lnTo>
                  <a:pt x="763" y="115"/>
                </a:lnTo>
                <a:lnTo>
                  <a:pt x="763" y="61"/>
                </a:lnTo>
                <a:close/>
                <a:moveTo>
                  <a:pt x="608" y="254"/>
                </a:moveTo>
                <a:lnTo>
                  <a:pt x="664" y="254"/>
                </a:lnTo>
                <a:lnTo>
                  <a:pt x="664" y="4"/>
                </a:lnTo>
                <a:lnTo>
                  <a:pt x="600" y="4"/>
                </a:lnTo>
                <a:lnTo>
                  <a:pt x="600" y="133"/>
                </a:lnTo>
                <a:lnTo>
                  <a:pt x="508" y="4"/>
                </a:lnTo>
                <a:lnTo>
                  <a:pt x="441" y="4"/>
                </a:lnTo>
                <a:lnTo>
                  <a:pt x="441" y="254"/>
                </a:lnTo>
                <a:lnTo>
                  <a:pt x="505" y="254"/>
                </a:lnTo>
                <a:lnTo>
                  <a:pt x="505" y="108"/>
                </a:lnTo>
                <a:lnTo>
                  <a:pt x="608" y="254"/>
                </a:lnTo>
                <a:close/>
                <a:moveTo>
                  <a:pt x="342" y="254"/>
                </a:moveTo>
                <a:lnTo>
                  <a:pt x="409" y="254"/>
                </a:lnTo>
                <a:lnTo>
                  <a:pt x="409" y="4"/>
                </a:lnTo>
                <a:lnTo>
                  <a:pt x="342" y="4"/>
                </a:lnTo>
                <a:lnTo>
                  <a:pt x="342" y="254"/>
                </a:lnTo>
                <a:close/>
                <a:moveTo>
                  <a:pt x="1134" y="128"/>
                </a:moveTo>
                <a:cubicBezTo>
                  <a:pt x="1134" y="19"/>
                  <a:pt x="1086" y="0"/>
                  <a:pt x="1011" y="0"/>
                </a:cubicBezTo>
                <a:cubicBezTo>
                  <a:pt x="936" y="0"/>
                  <a:pt x="888" y="19"/>
                  <a:pt x="888" y="129"/>
                </a:cubicBezTo>
                <a:cubicBezTo>
                  <a:pt x="888" y="239"/>
                  <a:pt x="936" y="258"/>
                  <a:pt x="1010" y="258"/>
                </a:cubicBezTo>
                <a:cubicBezTo>
                  <a:pt x="1085" y="258"/>
                  <a:pt x="1134" y="238"/>
                  <a:pt x="1134" y="128"/>
                </a:cubicBezTo>
                <a:close/>
                <a:moveTo>
                  <a:pt x="1064" y="139"/>
                </a:moveTo>
                <a:cubicBezTo>
                  <a:pt x="1064" y="186"/>
                  <a:pt x="1053" y="203"/>
                  <a:pt x="1011" y="203"/>
                </a:cubicBezTo>
                <a:cubicBezTo>
                  <a:pt x="970" y="203"/>
                  <a:pt x="957" y="185"/>
                  <a:pt x="957" y="138"/>
                </a:cubicBezTo>
                <a:lnTo>
                  <a:pt x="957" y="118"/>
                </a:lnTo>
                <a:cubicBezTo>
                  <a:pt x="957" y="71"/>
                  <a:pt x="969" y="56"/>
                  <a:pt x="1010" y="56"/>
                </a:cubicBezTo>
                <a:cubicBezTo>
                  <a:pt x="1052" y="56"/>
                  <a:pt x="1064" y="72"/>
                  <a:pt x="1064" y="119"/>
                </a:cubicBezTo>
                <a:lnTo>
                  <a:pt x="1064" y="139"/>
                </a:lnTo>
                <a:close/>
                <a:moveTo>
                  <a:pt x="223" y="254"/>
                </a:moveTo>
                <a:lnTo>
                  <a:pt x="292" y="4"/>
                </a:lnTo>
                <a:lnTo>
                  <a:pt x="70" y="4"/>
                </a:lnTo>
                <a:lnTo>
                  <a:pt x="0" y="254"/>
                </a:lnTo>
                <a:lnTo>
                  <a:pt x="223" y="25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" name="Überschrift">
            <a:extLst>
              <a:ext uri="{FF2B5EF4-FFF2-40B4-BE49-F238E27FC236}">
                <a16:creationId xmlns:a16="http://schemas.microsoft.com/office/drawing/2014/main" id="{77FB4912-5143-46BD-AFDC-2D16014CC15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611187"/>
            <a:ext cx="6948488" cy="61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Diese kann zweizeilig sein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E7B0853-D7B0-4E6A-9E5A-D4086C1FCE9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39750" y="1350963"/>
            <a:ext cx="6948488" cy="4445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First level text // for bullets, numbering and other text levels </a:t>
            </a:r>
            <a:br>
              <a:rPr lang="en-US" dirty="0"/>
            </a:br>
            <a:r>
              <a:rPr lang="en-US" dirty="0"/>
              <a:t>&gt;&gt; Menu &gt; Home &gt; Paragraph &gt; Increase/Decrease List Level</a:t>
            </a:r>
            <a:br>
              <a:rPr lang="en-US" dirty="0"/>
            </a:br>
            <a:br>
              <a:rPr lang="en-US" dirty="0"/>
            </a:br>
            <a:r>
              <a:rPr lang="de-DE" dirty="0"/>
              <a:t>Text auf erster Ebene // für Aufzählung, Nummerierung und weitere Textebenen </a:t>
            </a:r>
            <a:br>
              <a:rPr lang="de-DE" dirty="0"/>
            </a:br>
            <a:r>
              <a:rPr lang="de-DE" dirty="0"/>
              <a:t>&gt;&gt; Menü &gt; Start &gt; Absatz &gt; Listenebene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grpSp>
        <p:nvGrpSpPr>
          <p:cNvPr id="24" name="Regieanweisung">
            <a:extLst>
              <a:ext uri="{FF2B5EF4-FFF2-40B4-BE49-F238E27FC236}">
                <a16:creationId xmlns:a16="http://schemas.microsoft.com/office/drawing/2014/main" id="{94E5171B-3B96-4087-9978-9393F7EE41E5}"/>
              </a:ext>
            </a:extLst>
          </p:cNvPr>
          <p:cNvGrpSpPr/>
          <p:nvPr userDrawn="1"/>
        </p:nvGrpSpPr>
        <p:grpSpPr>
          <a:xfrm>
            <a:off x="-2124000" y="-540003"/>
            <a:ext cx="15334578" cy="7632004"/>
            <a:chOff x="-2124000" y="-540003"/>
            <a:chExt cx="15334578" cy="7632004"/>
          </a:xfrm>
        </p:grpSpPr>
        <p:sp>
          <p:nvSpPr>
            <p:cNvPr id="25" name="Zurücksetzen">
              <a:extLst>
                <a:ext uri="{FF2B5EF4-FFF2-40B4-BE49-F238E27FC236}">
                  <a16:creationId xmlns:a16="http://schemas.microsoft.com/office/drawing/2014/main" id="{E093E455-976F-4329-851E-D0E30341139E}"/>
                </a:ext>
              </a:extLst>
            </p:cNvPr>
            <p:cNvSpPr txBox="1"/>
            <p:nvPr userDrawn="1"/>
          </p:nvSpPr>
          <p:spPr>
            <a:xfrm rot="10800000" flipH="1" flipV="1">
              <a:off x="5760244" y="-540003"/>
              <a:ext cx="5220493" cy="46800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Reset slide to original format in the menu via: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CH" sz="1000" b="1" baseline="0" dirty="0">
                  <a:solidFill>
                    <a:schemeClr val="bg1"/>
                  </a:solidFill>
                  <a:latin typeface="+mn-lt"/>
                </a:rPr>
                <a:t>Home &gt; </a:t>
              </a:r>
              <a:r>
                <a:rPr lang="en-US" sz="1000" b="1" baseline="0" noProof="0" dirty="0">
                  <a:solidFill>
                    <a:schemeClr val="bg1"/>
                  </a:solidFill>
                  <a:latin typeface="+mn-lt"/>
                </a:rPr>
                <a:t>Slides &gt; Reset</a:t>
              </a:r>
              <a:r>
                <a:rPr lang="en-US" sz="800" b="0" baseline="0" noProof="0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de-CH" sz="800" b="0" baseline="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n-lt"/>
                </a:rPr>
                <a:t>(Start &gt; Folien &gt; Zurücksetzen)</a:t>
              </a:r>
              <a:endParaRPr lang="de-CH" sz="1000" b="0" baseline="0" dirty="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43" name="Layoutwechsel">
              <a:extLst>
                <a:ext uri="{FF2B5EF4-FFF2-40B4-BE49-F238E27FC236}">
                  <a16:creationId xmlns:a16="http://schemas.microsoft.com/office/drawing/2014/main" id="{974384E5-2A91-4ED6-B9E7-0940A4A228F8}"/>
                </a:ext>
              </a:extLst>
            </p:cNvPr>
            <p:cNvSpPr txBox="1"/>
            <p:nvPr userDrawn="1"/>
          </p:nvSpPr>
          <p:spPr>
            <a:xfrm rot="10800000" flipH="1" flipV="1">
              <a:off x="-1690577" y="0"/>
              <a:ext cx="1582578" cy="61118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dirty="0">
                  <a:solidFill>
                    <a:schemeClr val="bg1"/>
                  </a:solidFill>
                  <a:latin typeface="+mn-lt"/>
                </a:rPr>
                <a:t>Change the layout of a slide in the menu via</a:t>
              </a:r>
              <a:r>
                <a:rPr lang="de-CH" sz="1000" b="0" baseline="0" dirty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0" baseline="0" noProof="0" dirty="0">
                  <a:solidFill>
                    <a:schemeClr val="bg1"/>
                  </a:solidFill>
                  <a:latin typeface="+mn-lt"/>
                </a:rPr>
                <a:t>Home &gt; Slides &gt; Layout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CH" sz="800" b="0" i="0" baseline="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n-lt"/>
                </a:rPr>
                <a:t>(Start &gt; Folien &gt; Layout)</a:t>
              </a:r>
            </a:p>
          </p:txBody>
        </p:sp>
        <p:sp>
          <p:nvSpPr>
            <p:cNvPr id="44" name="Text // Listenebene erhöhen">
              <a:extLst>
                <a:ext uri="{FF2B5EF4-FFF2-40B4-BE49-F238E27FC236}">
                  <a16:creationId xmlns:a16="http://schemas.microsoft.com/office/drawing/2014/main" id="{D56DF009-84B9-4499-BBBF-AE1BE2FCC734}"/>
                </a:ext>
              </a:extLst>
            </p:cNvPr>
            <p:cNvSpPr txBox="1"/>
            <p:nvPr userDrawn="1"/>
          </p:nvSpPr>
          <p:spPr>
            <a:xfrm>
              <a:off x="-1690578" y="2340000"/>
              <a:ext cx="952398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Increase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List Level</a:t>
              </a:r>
              <a:endParaRPr lang="de-CH" sz="1000" b="0" i="0" baseline="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5" name="Text // Listenebene verringern">
              <a:extLst>
                <a:ext uri="{FF2B5EF4-FFF2-40B4-BE49-F238E27FC236}">
                  <a16:creationId xmlns:a16="http://schemas.microsoft.com/office/drawing/2014/main" id="{CC3F211B-6EB9-4C09-93E8-636878CDD3A5}"/>
                </a:ext>
              </a:extLst>
            </p:cNvPr>
            <p:cNvSpPr txBox="1"/>
            <p:nvPr userDrawn="1"/>
          </p:nvSpPr>
          <p:spPr>
            <a:xfrm>
              <a:off x="-1690578" y="2700000"/>
              <a:ext cx="952398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Decrease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List Level</a:t>
              </a:r>
              <a:endParaRPr lang="de-CH" sz="1000" b="0" i="0" baseline="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6" name="Listenebenen">
              <a:extLst>
                <a:ext uri="{FF2B5EF4-FFF2-40B4-BE49-F238E27FC236}">
                  <a16:creationId xmlns:a16="http://schemas.microsoft.com/office/drawing/2014/main" id="{68F100D2-6907-4E7A-A67F-573464534CDD}"/>
                </a:ext>
              </a:extLst>
            </p:cNvPr>
            <p:cNvSpPr txBox="1"/>
            <p:nvPr userDrawn="1"/>
          </p:nvSpPr>
          <p:spPr>
            <a:xfrm rot="10800000" flipH="1" flipV="1">
              <a:off x="-2124000" y="1332000"/>
              <a:ext cx="2016000" cy="8651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dirty="0">
                  <a:solidFill>
                    <a:schemeClr val="bg1"/>
                  </a:solidFill>
                  <a:latin typeface="+mn-lt"/>
                </a:rPr>
                <a:t>Change the text list </a:t>
              </a: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 dirty="0">
                  <a:solidFill>
                    <a:schemeClr val="bg1"/>
                  </a:solidFill>
                  <a:latin typeface="+mn-lt"/>
                </a:rPr>
                <a:t>in the menu via</a:t>
              </a:r>
              <a:r>
                <a:rPr lang="de-CH" sz="1000" b="0" baseline="0" dirty="0">
                  <a:solidFill>
                    <a:schemeClr val="bg1"/>
                  </a:solidFill>
                  <a:latin typeface="+mn-lt"/>
                </a:rPr>
                <a:t>: </a:t>
              </a:r>
              <a:br>
                <a:rPr lang="de-CH" sz="1000" b="0" baseline="0" dirty="0">
                  <a:solidFill>
                    <a:schemeClr val="bg1"/>
                  </a:solidFill>
                  <a:latin typeface="+mn-lt"/>
                </a:rPr>
              </a:br>
              <a:r>
                <a:rPr lang="en-US" sz="1000" b="1" baseline="0" noProof="0" dirty="0">
                  <a:solidFill>
                    <a:schemeClr val="bg1"/>
                  </a:solidFill>
                  <a:latin typeface="+mn-lt"/>
                </a:rPr>
                <a:t>Home &gt; Paragraph &gt; Increase/Decrease List Level</a:t>
              </a:r>
              <a:endParaRPr lang="en-US" sz="1000" b="0" baseline="0" noProof="0" dirty="0">
                <a:solidFill>
                  <a:schemeClr val="bg1"/>
                </a:solidFill>
                <a:latin typeface="+mn-lt"/>
              </a:endParaRPr>
            </a:p>
            <a:p>
              <a:pPr marL="0" marR="0" lvl="0" indent="0" algn="r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CH" sz="800" b="0" baseline="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n-lt"/>
                </a:rPr>
                <a:t>(Start &gt; Absatz &gt; Listenebene erhöhen/verringern)</a:t>
              </a:r>
            </a:p>
          </p:txBody>
        </p:sp>
        <p:pic>
          <p:nvPicPr>
            <p:cNvPr id="47" name="Bild // Listenebene verringern">
              <a:extLst>
                <a:ext uri="{FF2B5EF4-FFF2-40B4-BE49-F238E27FC236}">
                  <a16:creationId xmlns:a16="http://schemas.microsoft.com/office/drawing/2014/main" id="{416826AD-246A-4648-8285-7174B0BA6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652320" y="2700000"/>
              <a:ext cx="544320" cy="252000"/>
            </a:xfrm>
            <a:prstGeom prst="rect">
              <a:avLst/>
            </a:prstGeom>
          </p:spPr>
        </p:pic>
        <p:pic>
          <p:nvPicPr>
            <p:cNvPr id="48" name="Bild // Listenebene erhöhen">
              <a:extLst>
                <a:ext uri="{FF2B5EF4-FFF2-40B4-BE49-F238E27FC236}">
                  <a16:creationId xmlns:a16="http://schemas.microsoft.com/office/drawing/2014/main" id="{9A168A30-FB79-44FC-B4C1-68CAC0E858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652320" y="2340000"/>
              <a:ext cx="544320" cy="252000"/>
            </a:xfrm>
            <a:prstGeom prst="rect">
              <a:avLst/>
            </a:prstGeom>
          </p:spPr>
        </p:pic>
        <p:sp>
          <p:nvSpPr>
            <p:cNvPr id="49" name="Hilfslinien">
              <a:extLst>
                <a:ext uri="{FF2B5EF4-FFF2-40B4-BE49-F238E27FC236}">
                  <a16:creationId xmlns:a16="http://schemas.microsoft.com/office/drawing/2014/main" id="{7E4C87FF-37AF-48CF-B8F3-FA41ADE09B1A}"/>
                </a:ext>
              </a:extLst>
            </p:cNvPr>
            <p:cNvSpPr txBox="1"/>
            <p:nvPr userDrawn="1"/>
          </p:nvSpPr>
          <p:spPr>
            <a:xfrm rot="10800000" flipH="1" flipV="1">
              <a:off x="539750" y="-540002"/>
              <a:ext cx="6948487" cy="468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guidelines </a:t>
              </a: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in the menu via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: </a:t>
              </a:r>
              <a:b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 checkbox for </a:t>
              </a: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Guides </a:t>
              </a:r>
              <a:r>
                <a:rPr kumimoji="0" lang="de-CH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(Ansicht &gt; Anzeigen &gt; Haken bei Führungslinien setzen)</a:t>
              </a:r>
            </a:p>
          </p:txBody>
        </p:sp>
        <p:sp>
          <p:nvSpPr>
            <p:cNvPr id="50" name="Rhomboiden">
              <a:extLst>
                <a:ext uri="{FF2B5EF4-FFF2-40B4-BE49-F238E27FC236}">
                  <a16:creationId xmlns:a16="http://schemas.microsoft.com/office/drawing/2014/main" id="{64B9447F-3F84-4EE0-8A2B-C34AD1217B05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1512000"/>
              <a:ext cx="1582578" cy="97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Note on the rhomboids</a:t>
              </a:r>
              <a:r>
                <a:rPr lang="de-CH" sz="1000" b="0" baseline="0" dirty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bg1"/>
                  </a:solidFill>
                  <a:latin typeface="+mn-lt"/>
                </a:rPr>
                <a:t>They are stacked from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bg1"/>
                  </a:solidFill>
                  <a:latin typeface="+mn-lt"/>
                </a:rPr>
                <a:t>right to left and from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 dirty="0">
                  <a:solidFill>
                    <a:schemeClr val="bg1"/>
                  </a:solidFill>
                  <a:latin typeface="+mn-lt"/>
                </a:rPr>
                <a:t>top to bottom.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1000" b="1" baseline="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1" name="Fußzeile">
              <a:extLst>
                <a:ext uri="{FF2B5EF4-FFF2-40B4-BE49-F238E27FC236}">
                  <a16:creationId xmlns:a16="http://schemas.microsoft.com/office/drawing/2014/main" id="{05537F69-E9AB-46C5-9503-5D22F02EA3C8}"/>
                </a:ext>
              </a:extLst>
            </p:cNvPr>
            <p:cNvSpPr txBox="1"/>
            <p:nvPr userDrawn="1"/>
          </p:nvSpPr>
          <p:spPr>
            <a:xfrm rot="10800000" flipH="1" flipV="1">
              <a:off x="539750" y="6624000"/>
              <a:ext cx="5220494" cy="468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Insert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footer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lang="en-US" sz="1000" b="0" baseline="0" noProof="0" dirty="0">
                  <a:solidFill>
                    <a:schemeClr val="bg1"/>
                  </a:solidFill>
                  <a:latin typeface="+mn-lt"/>
                </a:rPr>
                <a:t>in the menu via</a:t>
              </a: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: </a:t>
              </a:r>
              <a:b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CH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Insert &gt; Text &gt; Header &amp; Footer </a:t>
              </a:r>
              <a:r>
                <a:rPr kumimoji="0" lang="de-CH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(Einfügen &gt; Text &gt; Kopf- und Fußzeile)</a:t>
              </a:r>
              <a:endPara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Datum">
            <a:extLst>
              <a:ext uri="{FF2B5EF4-FFF2-40B4-BE49-F238E27FC236}">
                <a16:creationId xmlns:a16="http://schemas.microsoft.com/office/drawing/2014/main" id="{BF7F80CD-D41C-40BC-9F8F-5A020C9C6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8000" y="6211052"/>
            <a:ext cx="72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C0338D66-856A-42C2-9E89-2A30E4EE082B}" type="datetime1">
              <a:rPr lang="de-DE" smtClean="0"/>
              <a:t>12.09.2025</a:t>
            </a:fld>
            <a:endParaRPr lang="de-DE" sz="1000" dirty="0"/>
          </a:p>
        </p:txBody>
      </p:sp>
      <p:sp>
        <p:nvSpPr>
          <p:cNvPr id="22" name="Fußzeile">
            <a:extLst>
              <a:ext uri="{FF2B5EF4-FFF2-40B4-BE49-F238E27FC236}">
                <a16:creationId xmlns:a16="http://schemas.microsoft.com/office/drawing/2014/main" id="{DE58427E-8A14-45BE-9FCA-542AB920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211052"/>
            <a:ext cx="237625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r>
              <a:rPr lang="en-US" dirty="0"/>
              <a:t>Refer to proprietary notice on title page</a:t>
            </a:r>
            <a:endParaRPr lang="de-DE" dirty="0"/>
          </a:p>
        </p:txBody>
      </p:sp>
      <p:sp>
        <p:nvSpPr>
          <p:cNvPr id="23" name="Foliennummer">
            <a:extLst>
              <a:ext uri="{FF2B5EF4-FFF2-40B4-BE49-F238E27FC236}">
                <a16:creationId xmlns:a16="http://schemas.microsoft.com/office/drawing/2014/main" id="{F781C148-B989-4AFF-8028-982B9B185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8000" y="6211052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l">
              <a:buFont typeface="Arial" panose="020B0604020202020204" pitchFamily="34" charset="0"/>
              <a:buNone/>
              <a:defRPr sz="900" b="0" spc="-10" baseline="0">
                <a:solidFill>
                  <a:schemeClr val="tx1"/>
                </a:solidFill>
              </a:defRPr>
            </a:lvl1pPr>
            <a:lvl2pPr marL="0" indent="0" algn="l">
              <a:defRPr sz="800" b="0"/>
            </a:lvl2pPr>
            <a:lvl3pPr marL="0" indent="0" algn="l">
              <a:defRPr sz="800" b="0"/>
            </a:lvl3pPr>
            <a:lvl4pPr marL="0" indent="0" algn="l">
              <a:defRPr sz="800" b="0"/>
            </a:lvl4pPr>
            <a:lvl5pPr marL="0" indent="0" algn="l">
              <a:defRPr sz="800" b="0"/>
            </a:lvl5pPr>
            <a:lvl6pPr marL="0" indent="0" algn="l">
              <a:defRPr sz="800" b="0"/>
            </a:lvl6pPr>
            <a:lvl7pPr marL="0" indent="0" algn="l">
              <a:defRPr sz="800" b="0"/>
            </a:lvl7pPr>
            <a:lvl8pPr marL="0" indent="0" algn="l">
              <a:defRPr sz="800" b="0"/>
            </a:lvl8pPr>
            <a:lvl9pPr marL="0" indent="0" algn="l">
              <a:defRPr sz="800" b="0"/>
            </a:lvl9pPr>
          </a:lstStyle>
          <a:p>
            <a:fld id="{4AD4A16B-153B-404F-85EB-98232DE50BB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77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6" r:id="rId5"/>
    <p:sldLayoutId id="2147483674" r:id="rId6"/>
    <p:sldLayoutId id="2147483670" r:id="rId7"/>
    <p:sldLayoutId id="2147483671" r:id="rId8"/>
    <p:sldLayoutId id="2147483672" r:id="rId9"/>
  </p:sldLayoutIdLst>
  <p:hf sldNum="0" hdr="0" ftr="0" dt="0"/>
  <p:txStyles>
    <p:titleStyle>
      <a:lvl1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b="1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126000" indent="-126000" algn="l" defTabSz="86401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▪"/>
        <a:defRPr sz="1800" b="1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12600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▪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378000" indent="-12600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▪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12600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396000" algn="l" defTabSz="864017" rtl="0" eaLnBrk="1" latinLnBrk="0" hangingPunct="1">
        <a:lnSpc>
          <a:spcPct val="100000"/>
        </a:lnSpc>
        <a:spcBef>
          <a:spcPts val="1000"/>
        </a:spcBef>
        <a:buFont typeface="+mj-lt"/>
        <a:buAutoNum type="arabicPeriod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6pPr>
      <a:lvl7pPr marL="39600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3C22-6B26-0FAF-15E8-CACD6E5F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68D49AE-4AF4-59B3-BE7F-CB814503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1187"/>
            <a:ext cx="7857630" cy="612000"/>
          </a:xfrm>
        </p:spPr>
        <p:txBody>
          <a:bodyPr/>
          <a:lstStyle/>
          <a:p>
            <a:r>
              <a:rPr lang="en-US" dirty="0"/>
              <a:t>A-Time – </a:t>
            </a:r>
            <a:r>
              <a:rPr lang="en-US" dirty="0" err="1"/>
              <a:t>Standardfall</a:t>
            </a:r>
            <a:endParaRPr lang="en-US" dirty="0"/>
          </a:p>
        </p:txBody>
      </p:sp>
      <p:graphicFrame>
        <p:nvGraphicFramePr>
          <p:cNvPr id="6" name="Tabelle 2">
            <a:extLst>
              <a:ext uri="{FF2B5EF4-FFF2-40B4-BE49-F238E27FC236}">
                <a16:creationId xmlns:a16="http://schemas.microsoft.com/office/drawing/2014/main" id="{67EBD9F5-2C67-DB79-6AF3-71AFF06AD8EC}"/>
              </a:ext>
            </a:extLst>
          </p:cNvPr>
          <p:cNvGraphicFramePr>
            <a:graphicFrameLocks noGrp="1"/>
          </p:cNvGraphicFramePr>
          <p:nvPr/>
        </p:nvGraphicFramePr>
        <p:xfrm>
          <a:off x="585787" y="1296661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397AA09E-FA63-09CD-C7A8-42B4E29EE0C1}"/>
              </a:ext>
            </a:extLst>
          </p:cNvPr>
          <p:cNvSpPr/>
          <p:nvPr/>
        </p:nvSpPr>
        <p:spPr>
          <a:xfrm>
            <a:off x="3105678" y="2543175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  <a:endParaRPr lang="de-DE" sz="1400" dirty="0">
              <a:solidFill>
                <a:srgbClr val="34404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9C7E2D3-73A3-D7C3-58AF-5C1217DE9275}"/>
              </a:ext>
            </a:extLst>
          </p:cNvPr>
          <p:cNvSpPr/>
          <p:nvPr/>
        </p:nvSpPr>
        <p:spPr>
          <a:xfrm>
            <a:off x="4563003" y="2543175"/>
            <a:ext cx="339165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04B2994-FBF7-685C-D9F9-5279A703E8CA}"/>
              </a:ext>
            </a:extLst>
          </p:cNvPr>
          <p:cNvSpPr/>
          <p:nvPr/>
        </p:nvSpPr>
        <p:spPr>
          <a:xfrm>
            <a:off x="5136445" y="2543175"/>
            <a:ext cx="928392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814256A-170E-F806-9A65-2CAC891EF4DF}"/>
              </a:ext>
            </a:extLst>
          </p:cNvPr>
          <p:cNvCxnSpPr>
            <a:cxnSpLocks/>
          </p:cNvCxnSpPr>
          <p:nvPr/>
        </p:nvCxnSpPr>
        <p:spPr>
          <a:xfrm>
            <a:off x="4546577" y="2440616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41277B59-3FAC-A417-DDFA-3B11E9BEEA6F}"/>
              </a:ext>
            </a:extLst>
          </p:cNvPr>
          <p:cNvSpPr/>
          <p:nvPr/>
        </p:nvSpPr>
        <p:spPr>
          <a:xfrm>
            <a:off x="5013452" y="2542048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0E88D0F-FADE-B274-B4B5-9B03E362B9D2}"/>
              </a:ext>
            </a:extLst>
          </p:cNvPr>
          <p:cNvCxnSpPr/>
          <p:nvPr/>
        </p:nvCxnSpPr>
        <p:spPr>
          <a:xfrm flipV="1">
            <a:off x="5024515" y="3001830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645EBEB2-7CCE-26AD-5375-9D6B45396C06}"/>
              </a:ext>
            </a:extLst>
          </p:cNvPr>
          <p:cNvSpPr/>
          <p:nvPr/>
        </p:nvSpPr>
        <p:spPr>
          <a:xfrm>
            <a:off x="1451691" y="3835091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Vertikaler Textplatzhalter 2">
            <a:extLst>
              <a:ext uri="{FF2B5EF4-FFF2-40B4-BE49-F238E27FC236}">
                <a16:creationId xmlns:a16="http://schemas.microsoft.com/office/drawing/2014/main" id="{676F4D99-5A16-9270-EA44-EAD4D7E86A01}"/>
              </a:ext>
            </a:extLst>
          </p:cNvPr>
          <p:cNvSpPr txBox="1">
            <a:spLocks/>
          </p:cNvSpPr>
          <p:nvPr/>
        </p:nvSpPr>
        <p:spPr>
          <a:xfrm>
            <a:off x="1963197" y="3924565"/>
            <a:ext cx="1062772" cy="367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6000" indent="-12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8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6000" indent="-39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= wash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51A6C79-5E75-6041-391A-6FF9DDCB9E62}"/>
              </a:ext>
            </a:extLst>
          </p:cNvPr>
          <p:cNvSpPr/>
          <p:nvPr/>
        </p:nvSpPr>
        <p:spPr>
          <a:xfrm>
            <a:off x="1249029" y="4570962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Vertikaler Textplatzhalter 2">
            <a:extLst>
              <a:ext uri="{FF2B5EF4-FFF2-40B4-BE49-F238E27FC236}">
                <a16:creationId xmlns:a16="http://schemas.microsoft.com/office/drawing/2014/main" id="{DF942743-649E-B5E4-9C73-0B939B837A3F}"/>
              </a:ext>
            </a:extLst>
          </p:cNvPr>
          <p:cNvSpPr txBox="1">
            <a:spLocks/>
          </p:cNvSpPr>
          <p:nvPr/>
        </p:nvSpPr>
        <p:spPr>
          <a:xfrm>
            <a:off x="1963197" y="5306833"/>
            <a:ext cx="1062772" cy="367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6000" indent="-12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8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6000" indent="-39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= A-Time</a:t>
            </a:r>
          </a:p>
        </p:txBody>
      </p:sp>
      <p:sp>
        <p:nvSpPr>
          <p:cNvPr id="13" name="Vertikaler Textplatzhalter 2">
            <a:extLst>
              <a:ext uri="{FF2B5EF4-FFF2-40B4-BE49-F238E27FC236}">
                <a16:creationId xmlns:a16="http://schemas.microsoft.com/office/drawing/2014/main" id="{D6B9067D-1E92-0891-16F3-7D88D57A19FC}"/>
              </a:ext>
            </a:extLst>
          </p:cNvPr>
          <p:cNvSpPr txBox="1">
            <a:spLocks/>
          </p:cNvSpPr>
          <p:nvPr/>
        </p:nvSpPr>
        <p:spPr>
          <a:xfrm>
            <a:off x="1963197" y="4615699"/>
            <a:ext cx="1062772" cy="367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6000" indent="-12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800" b="1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8000" indent="-12600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▪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6000" indent="-396000" algn="l" defTabSz="864017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0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= break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6A4CF75-1F93-AB11-2D93-CFA011AB3F52}"/>
              </a:ext>
            </a:extLst>
          </p:cNvPr>
          <p:cNvCxnSpPr/>
          <p:nvPr/>
        </p:nvCxnSpPr>
        <p:spPr>
          <a:xfrm flipV="1">
            <a:off x="1600221" y="5279557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14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2D4E-F219-FAAB-EA51-0945F8E4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EB72C467-ED6B-ED24-2A9A-D4F13C7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1187"/>
            <a:ext cx="7857630" cy="612000"/>
          </a:xfrm>
        </p:spPr>
        <p:txBody>
          <a:bodyPr/>
          <a:lstStyle/>
          <a:p>
            <a:r>
              <a:rPr lang="en-US" dirty="0"/>
              <a:t>A-Time 1 – Pause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Idletime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der Pause</a:t>
            </a:r>
          </a:p>
        </p:txBody>
      </p:sp>
      <p:graphicFrame>
        <p:nvGraphicFramePr>
          <p:cNvPr id="6" name="Tabelle 2">
            <a:extLst>
              <a:ext uri="{FF2B5EF4-FFF2-40B4-BE49-F238E27FC236}">
                <a16:creationId xmlns:a16="http://schemas.microsoft.com/office/drawing/2014/main" id="{758387CB-CD1A-79A6-7B37-3D2C200FBF58}"/>
              </a:ext>
            </a:extLst>
          </p:cNvPr>
          <p:cNvGraphicFramePr>
            <a:graphicFrameLocks noGrp="1"/>
          </p:cNvGraphicFramePr>
          <p:nvPr/>
        </p:nvGraphicFramePr>
        <p:xfrm>
          <a:off x="585787" y="1296661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28B5469C-33DA-3A48-BCFF-76998E0982C2}"/>
              </a:ext>
            </a:extLst>
          </p:cNvPr>
          <p:cNvSpPr/>
          <p:nvPr/>
        </p:nvSpPr>
        <p:spPr>
          <a:xfrm>
            <a:off x="3105678" y="2543175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  <a:endParaRPr lang="de-DE" sz="1400" dirty="0">
              <a:solidFill>
                <a:srgbClr val="34404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23844A3-EA0B-31CA-A29A-C6C10BF0C4C9}"/>
              </a:ext>
            </a:extLst>
          </p:cNvPr>
          <p:cNvSpPr/>
          <p:nvPr/>
        </p:nvSpPr>
        <p:spPr>
          <a:xfrm>
            <a:off x="4563003" y="2543175"/>
            <a:ext cx="339165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2B0925C-2D04-C729-B37A-22A2BE5B3F08}"/>
              </a:ext>
            </a:extLst>
          </p:cNvPr>
          <p:cNvSpPr/>
          <p:nvPr/>
        </p:nvSpPr>
        <p:spPr>
          <a:xfrm>
            <a:off x="5728872" y="2543175"/>
            <a:ext cx="928392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FB0D0AE1-659C-CD25-9548-14487A0D1B34}"/>
              </a:ext>
            </a:extLst>
          </p:cNvPr>
          <p:cNvSpPr txBox="1">
            <a:spLocks/>
          </p:cNvSpPr>
          <p:nvPr/>
        </p:nvSpPr>
        <p:spPr>
          <a:xfrm>
            <a:off x="585787" y="3380955"/>
            <a:ext cx="7857630" cy="61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A-Time 2 – Pause </a:t>
            </a:r>
            <a:r>
              <a:rPr lang="en-US" dirty="0" err="1"/>
              <a:t>unterwegs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Idletime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der Pause</a:t>
            </a:r>
          </a:p>
        </p:txBody>
      </p:sp>
      <p:graphicFrame>
        <p:nvGraphicFramePr>
          <p:cNvPr id="14" name="Tabelle 2">
            <a:extLst>
              <a:ext uri="{FF2B5EF4-FFF2-40B4-BE49-F238E27FC236}">
                <a16:creationId xmlns:a16="http://schemas.microsoft.com/office/drawing/2014/main" id="{EF925A5C-093B-9CE7-E630-D81A801A634B}"/>
              </a:ext>
            </a:extLst>
          </p:cNvPr>
          <p:cNvGraphicFramePr>
            <a:graphicFrameLocks noGrp="1"/>
          </p:cNvGraphicFramePr>
          <p:nvPr/>
        </p:nvGraphicFramePr>
        <p:xfrm>
          <a:off x="631824" y="4066429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0641EB74-D036-F6C5-F192-BBAF4A81F77E}"/>
              </a:ext>
            </a:extLst>
          </p:cNvPr>
          <p:cNvSpPr/>
          <p:nvPr/>
        </p:nvSpPr>
        <p:spPr>
          <a:xfrm>
            <a:off x="3151715" y="5312943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0088E4-313F-1C65-8BF0-13CA47C0B9C4}"/>
              </a:ext>
            </a:extLst>
          </p:cNvPr>
          <p:cNvSpPr/>
          <p:nvPr/>
        </p:nvSpPr>
        <p:spPr>
          <a:xfrm>
            <a:off x="4609040" y="5312943"/>
            <a:ext cx="365731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5B95BD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C242235-1F76-5581-97BC-1545B07BB625}"/>
              </a:ext>
            </a:extLst>
          </p:cNvPr>
          <p:cNvSpPr/>
          <p:nvPr/>
        </p:nvSpPr>
        <p:spPr>
          <a:xfrm>
            <a:off x="5723385" y="5312943"/>
            <a:ext cx="943315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C947AE7-C390-3D13-39E4-229703A3A503}"/>
              </a:ext>
            </a:extLst>
          </p:cNvPr>
          <p:cNvSpPr>
            <a:spLocks noChangeAspect="1"/>
          </p:cNvSpPr>
          <p:nvPr/>
        </p:nvSpPr>
        <p:spPr>
          <a:xfrm>
            <a:off x="4609040" y="5312943"/>
            <a:ext cx="679947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A61E4EC-E95C-9CEE-9E72-0AE4E9CFDF13}"/>
              </a:ext>
            </a:extLst>
          </p:cNvPr>
          <p:cNvSpPr/>
          <p:nvPr/>
        </p:nvSpPr>
        <p:spPr>
          <a:xfrm>
            <a:off x="4970236" y="5312943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310ECB6D-13B6-3239-2E68-7515EFDBA68A}"/>
              </a:ext>
            </a:extLst>
          </p:cNvPr>
          <p:cNvCxnSpPr>
            <a:cxnSpLocks/>
          </p:cNvCxnSpPr>
          <p:nvPr/>
        </p:nvCxnSpPr>
        <p:spPr>
          <a:xfrm>
            <a:off x="4593160" y="5210384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DDA58AA-73B9-C297-AE00-611F17823F31}"/>
              </a:ext>
            </a:extLst>
          </p:cNvPr>
          <p:cNvCxnSpPr>
            <a:cxnSpLocks/>
          </p:cNvCxnSpPr>
          <p:nvPr/>
        </p:nvCxnSpPr>
        <p:spPr>
          <a:xfrm>
            <a:off x="4546577" y="2440616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527E6941-39EA-8608-BDBE-7ACC03A2B8A9}"/>
              </a:ext>
            </a:extLst>
          </p:cNvPr>
          <p:cNvSpPr/>
          <p:nvPr/>
        </p:nvSpPr>
        <p:spPr>
          <a:xfrm>
            <a:off x="5073120" y="2542096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854428F-30C8-1319-0C2E-01821576AEE8}"/>
              </a:ext>
            </a:extLst>
          </p:cNvPr>
          <p:cNvSpPr/>
          <p:nvPr/>
        </p:nvSpPr>
        <p:spPr>
          <a:xfrm>
            <a:off x="5605879" y="2542048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5DF1D69-252C-C78D-168A-875AF7BCFED9}"/>
              </a:ext>
            </a:extLst>
          </p:cNvPr>
          <p:cNvSpPr/>
          <p:nvPr/>
        </p:nvSpPr>
        <p:spPr>
          <a:xfrm>
            <a:off x="5599374" y="5312943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4973238-ABF8-7E6F-42A0-CA36CE3645FC}"/>
              </a:ext>
            </a:extLst>
          </p:cNvPr>
          <p:cNvCxnSpPr/>
          <p:nvPr/>
        </p:nvCxnSpPr>
        <p:spPr>
          <a:xfrm flipV="1">
            <a:off x="5618406" y="3001830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9BCE0047-EFB6-5F72-7444-8D457CCA5A83}"/>
              </a:ext>
            </a:extLst>
          </p:cNvPr>
          <p:cNvCxnSpPr/>
          <p:nvPr/>
        </p:nvCxnSpPr>
        <p:spPr>
          <a:xfrm flipV="1">
            <a:off x="5599374" y="5770143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24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CC4E-514A-E400-9D1C-81B8D0A9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36F7501-CDDE-2727-3BFC-EC4A3212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1187"/>
            <a:ext cx="7857630" cy="612000"/>
          </a:xfrm>
        </p:spPr>
        <p:txBody>
          <a:bodyPr/>
          <a:lstStyle/>
          <a:p>
            <a:r>
              <a:rPr lang="en-US" dirty="0"/>
              <a:t>A-Time 3 – Pause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 </a:t>
            </a:r>
            <a:r>
              <a:rPr lang="en-US" dirty="0" err="1"/>
              <a:t>unmittelbar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dem </a:t>
            </a:r>
            <a:r>
              <a:rPr lang="en-US" dirty="0" err="1"/>
              <a:t>Waschen</a:t>
            </a:r>
            <a:endParaRPr lang="en-US" dirty="0"/>
          </a:p>
        </p:txBody>
      </p:sp>
      <p:graphicFrame>
        <p:nvGraphicFramePr>
          <p:cNvPr id="6" name="Tabelle 2">
            <a:extLst>
              <a:ext uri="{FF2B5EF4-FFF2-40B4-BE49-F238E27FC236}">
                <a16:creationId xmlns:a16="http://schemas.microsoft.com/office/drawing/2014/main" id="{7DA67D14-EFC2-2838-0939-4C85BB074C3A}"/>
              </a:ext>
            </a:extLst>
          </p:cNvPr>
          <p:cNvGraphicFramePr>
            <a:graphicFrameLocks noGrp="1"/>
          </p:cNvGraphicFramePr>
          <p:nvPr/>
        </p:nvGraphicFramePr>
        <p:xfrm>
          <a:off x="585787" y="1296661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5323C2C7-AAE5-E2EE-3A02-BE751DA02019}"/>
              </a:ext>
            </a:extLst>
          </p:cNvPr>
          <p:cNvSpPr/>
          <p:nvPr/>
        </p:nvSpPr>
        <p:spPr>
          <a:xfrm>
            <a:off x="3105678" y="2543175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  <a:endParaRPr lang="de-DE" sz="1400" dirty="0">
              <a:solidFill>
                <a:srgbClr val="34404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8218CA-9551-0C7E-B614-E20F7B051404}"/>
              </a:ext>
            </a:extLst>
          </p:cNvPr>
          <p:cNvSpPr/>
          <p:nvPr/>
        </p:nvSpPr>
        <p:spPr>
          <a:xfrm>
            <a:off x="4563003" y="2543175"/>
            <a:ext cx="339165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17D7C4A-3DA6-76E2-3803-C267B35B2461}"/>
              </a:ext>
            </a:extLst>
          </p:cNvPr>
          <p:cNvSpPr/>
          <p:nvPr/>
        </p:nvSpPr>
        <p:spPr>
          <a:xfrm>
            <a:off x="5555017" y="2543175"/>
            <a:ext cx="928392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2DAF6512-480D-A543-365A-704F12AC86FA}"/>
              </a:ext>
            </a:extLst>
          </p:cNvPr>
          <p:cNvSpPr txBox="1">
            <a:spLocks/>
          </p:cNvSpPr>
          <p:nvPr/>
        </p:nvSpPr>
        <p:spPr>
          <a:xfrm>
            <a:off x="585787" y="3380955"/>
            <a:ext cx="7857630" cy="61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A-Time 4 – </a:t>
            </a:r>
            <a:r>
              <a:rPr lang="en-US" dirty="0" err="1"/>
              <a:t>Waschen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, erst </a:t>
            </a:r>
            <a:r>
              <a:rPr lang="en-US" dirty="0" err="1"/>
              <a:t>danach</a:t>
            </a:r>
            <a:r>
              <a:rPr lang="en-US" dirty="0"/>
              <a:t> Pause</a:t>
            </a:r>
            <a:br>
              <a:rPr lang="en-US" dirty="0"/>
            </a:br>
            <a:r>
              <a:rPr lang="en-US" dirty="0" err="1">
                <a:solidFill>
                  <a:srgbClr val="FF0000"/>
                </a:solidFill>
              </a:rPr>
              <a:t>Wird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laut</a:t>
            </a:r>
            <a:r>
              <a:rPr lang="en-US" dirty="0">
                <a:solidFill>
                  <a:srgbClr val="FF0000"/>
                </a:solidFill>
              </a:rPr>
              <a:t> Thomas B </a:t>
            </a:r>
            <a:r>
              <a:rPr lang="en-US" dirty="0" err="1">
                <a:solidFill>
                  <a:srgbClr val="FF0000"/>
                </a:solidFill>
              </a:rPr>
              <a:t>nicht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unterstützt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4" name="Tabelle 2">
            <a:extLst>
              <a:ext uri="{FF2B5EF4-FFF2-40B4-BE49-F238E27FC236}">
                <a16:creationId xmlns:a16="http://schemas.microsoft.com/office/drawing/2014/main" id="{1DE46CC5-2F69-B3FE-0873-5E5765ED530C}"/>
              </a:ext>
            </a:extLst>
          </p:cNvPr>
          <p:cNvGraphicFramePr>
            <a:graphicFrameLocks noGrp="1"/>
          </p:cNvGraphicFramePr>
          <p:nvPr/>
        </p:nvGraphicFramePr>
        <p:xfrm>
          <a:off x="631824" y="4066429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BA93C0B3-13F1-7F31-526B-3A155DF9A56C}"/>
              </a:ext>
            </a:extLst>
          </p:cNvPr>
          <p:cNvSpPr/>
          <p:nvPr/>
        </p:nvSpPr>
        <p:spPr>
          <a:xfrm>
            <a:off x="3151715" y="5312943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78EABB4-7349-08CD-13B4-AA72083C6869}"/>
              </a:ext>
            </a:extLst>
          </p:cNvPr>
          <p:cNvSpPr/>
          <p:nvPr/>
        </p:nvSpPr>
        <p:spPr>
          <a:xfrm>
            <a:off x="4609040" y="5312943"/>
            <a:ext cx="365731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5B95BD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2B329B8-9D3F-DF81-84A0-28689B5F6B71}"/>
              </a:ext>
            </a:extLst>
          </p:cNvPr>
          <p:cNvSpPr/>
          <p:nvPr/>
        </p:nvSpPr>
        <p:spPr>
          <a:xfrm>
            <a:off x="5697647" y="5312943"/>
            <a:ext cx="943315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87E0CF6-8CAE-F84C-97DB-92D0300C7C20}"/>
              </a:ext>
            </a:extLst>
          </p:cNvPr>
          <p:cNvSpPr>
            <a:spLocks noChangeAspect="1"/>
          </p:cNvSpPr>
          <p:nvPr/>
        </p:nvSpPr>
        <p:spPr>
          <a:xfrm>
            <a:off x="4609040" y="5312943"/>
            <a:ext cx="679947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9A1035F-92FA-96DD-EB78-B11BE5A2A3D4}"/>
              </a:ext>
            </a:extLst>
          </p:cNvPr>
          <p:cNvSpPr/>
          <p:nvPr/>
        </p:nvSpPr>
        <p:spPr>
          <a:xfrm>
            <a:off x="5163427" y="5312943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3DD2604-BCC7-4A64-5B81-517E35AFAD02}"/>
              </a:ext>
            </a:extLst>
          </p:cNvPr>
          <p:cNvCxnSpPr>
            <a:cxnSpLocks/>
          </p:cNvCxnSpPr>
          <p:nvPr/>
        </p:nvCxnSpPr>
        <p:spPr>
          <a:xfrm>
            <a:off x="4593160" y="5210384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6C239F3-E703-0644-6CBF-480B2178A058}"/>
              </a:ext>
            </a:extLst>
          </p:cNvPr>
          <p:cNvCxnSpPr>
            <a:cxnSpLocks/>
          </p:cNvCxnSpPr>
          <p:nvPr/>
        </p:nvCxnSpPr>
        <p:spPr>
          <a:xfrm>
            <a:off x="4546577" y="2440616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76693465-39DC-90A8-090E-D0B733882860}"/>
              </a:ext>
            </a:extLst>
          </p:cNvPr>
          <p:cNvSpPr/>
          <p:nvPr/>
        </p:nvSpPr>
        <p:spPr>
          <a:xfrm>
            <a:off x="4899267" y="2542096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0E1F2F-2AD7-7300-59FE-7467A27322B4}"/>
              </a:ext>
            </a:extLst>
          </p:cNvPr>
          <p:cNvSpPr/>
          <p:nvPr/>
        </p:nvSpPr>
        <p:spPr>
          <a:xfrm>
            <a:off x="5039144" y="5312943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992FB1-1EDA-A5D0-F254-87700F8A457E}"/>
              </a:ext>
            </a:extLst>
          </p:cNvPr>
          <p:cNvSpPr/>
          <p:nvPr/>
        </p:nvSpPr>
        <p:spPr>
          <a:xfrm>
            <a:off x="5427228" y="2541976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2C02883-DC66-269B-C4A8-F61416F85449}"/>
              </a:ext>
            </a:extLst>
          </p:cNvPr>
          <p:cNvCxnSpPr/>
          <p:nvPr/>
        </p:nvCxnSpPr>
        <p:spPr>
          <a:xfrm flipV="1">
            <a:off x="5427228" y="2999176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FB478B9-3912-C3E9-D5E1-192AD152B5E6}"/>
              </a:ext>
            </a:extLst>
          </p:cNvPr>
          <p:cNvCxnSpPr/>
          <p:nvPr/>
        </p:nvCxnSpPr>
        <p:spPr>
          <a:xfrm flipV="1">
            <a:off x="5039144" y="5770143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97">
            <a:extLst>
              <a:ext uri="{FF2B5EF4-FFF2-40B4-BE49-F238E27FC236}">
                <a16:creationId xmlns:a16="http://schemas.microsoft.com/office/drawing/2014/main" id="{662566A7-6E07-951C-117C-85DB673BFC86}"/>
              </a:ext>
            </a:extLst>
          </p:cNvPr>
          <p:cNvSpPr>
            <a:spLocks/>
          </p:cNvSpPr>
          <p:nvPr/>
        </p:nvSpPr>
        <p:spPr bwMode="auto">
          <a:xfrm>
            <a:off x="2686642" y="3748897"/>
            <a:ext cx="2903454" cy="2702998"/>
          </a:xfrm>
          <a:custGeom>
            <a:avLst/>
            <a:gdLst>
              <a:gd name="T0" fmla="*/ 302 w 302"/>
              <a:gd name="T1" fmla="*/ 63 h 301"/>
              <a:gd name="T2" fmla="*/ 239 w 302"/>
              <a:gd name="T3" fmla="*/ 0 h 301"/>
              <a:gd name="T4" fmla="*/ 151 w 302"/>
              <a:gd name="T5" fmla="*/ 90 h 301"/>
              <a:gd name="T6" fmla="*/ 63 w 302"/>
              <a:gd name="T7" fmla="*/ 0 h 301"/>
              <a:gd name="T8" fmla="*/ 0 w 302"/>
              <a:gd name="T9" fmla="*/ 63 h 301"/>
              <a:gd name="T10" fmla="*/ 90 w 302"/>
              <a:gd name="T11" fmla="*/ 151 h 301"/>
              <a:gd name="T12" fmla="*/ 0 w 302"/>
              <a:gd name="T13" fmla="*/ 238 h 301"/>
              <a:gd name="T14" fmla="*/ 63 w 302"/>
              <a:gd name="T15" fmla="*/ 301 h 301"/>
              <a:gd name="T16" fmla="*/ 151 w 302"/>
              <a:gd name="T17" fmla="*/ 211 h 301"/>
              <a:gd name="T18" fmla="*/ 239 w 302"/>
              <a:gd name="T19" fmla="*/ 301 h 301"/>
              <a:gd name="T20" fmla="*/ 302 w 302"/>
              <a:gd name="T21" fmla="*/ 238 h 301"/>
              <a:gd name="T22" fmla="*/ 212 w 302"/>
              <a:gd name="T23" fmla="*/ 151 h 301"/>
              <a:gd name="T24" fmla="*/ 302 w 302"/>
              <a:gd name="T25" fmla="*/ 63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2" h="301">
                <a:moveTo>
                  <a:pt x="302" y="63"/>
                </a:moveTo>
                <a:lnTo>
                  <a:pt x="239" y="0"/>
                </a:lnTo>
                <a:lnTo>
                  <a:pt x="151" y="90"/>
                </a:lnTo>
                <a:lnTo>
                  <a:pt x="63" y="0"/>
                </a:lnTo>
                <a:lnTo>
                  <a:pt x="0" y="63"/>
                </a:lnTo>
                <a:lnTo>
                  <a:pt x="90" y="151"/>
                </a:lnTo>
                <a:lnTo>
                  <a:pt x="0" y="238"/>
                </a:lnTo>
                <a:lnTo>
                  <a:pt x="63" y="301"/>
                </a:lnTo>
                <a:lnTo>
                  <a:pt x="151" y="211"/>
                </a:lnTo>
                <a:lnTo>
                  <a:pt x="239" y="301"/>
                </a:lnTo>
                <a:lnTo>
                  <a:pt x="302" y="238"/>
                </a:lnTo>
                <a:lnTo>
                  <a:pt x="212" y="151"/>
                </a:lnTo>
                <a:lnTo>
                  <a:pt x="302" y="63"/>
                </a:lnTo>
                <a:close/>
              </a:path>
            </a:pathLst>
          </a:custGeom>
          <a:solidFill>
            <a:schemeClr val="accent6"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01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8C32C-9936-BB1B-E591-B57172EA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46424FF1-204F-FA0B-9FD4-A9BBA948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1187"/>
            <a:ext cx="7857630" cy="612000"/>
          </a:xfrm>
        </p:spPr>
        <p:txBody>
          <a:bodyPr/>
          <a:lstStyle/>
          <a:p>
            <a:r>
              <a:rPr lang="en-US" dirty="0"/>
              <a:t>A-Time 5 – Pause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 </a:t>
            </a:r>
            <a:r>
              <a:rPr lang="en-US" dirty="0" err="1"/>
              <a:t>unmittelbar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dem </a:t>
            </a:r>
            <a:r>
              <a:rPr lang="en-US" dirty="0" err="1"/>
              <a:t>Waschen</a:t>
            </a:r>
            <a:r>
              <a:rPr lang="en-US" dirty="0"/>
              <a:t>, </a:t>
            </a:r>
            <a:r>
              <a:rPr lang="en-US" dirty="0" err="1"/>
              <a:t>Verspätung</a:t>
            </a:r>
            <a:r>
              <a:rPr lang="en-US" dirty="0"/>
              <a:t> </a:t>
            </a:r>
            <a:r>
              <a:rPr lang="en-US" dirty="0" err="1"/>
              <a:t>schiebt</a:t>
            </a:r>
            <a:r>
              <a:rPr lang="en-US" dirty="0"/>
              <a:t> A-Time </a:t>
            </a:r>
            <a:r>
              <a:rPr lang="en-US" dirty="0" err="1"/>
              <a:t>vor</a:t>
            </a:r>
            <a:r>
              <a:rPr lang="en-US" dirty="0"/>
              <a:t> den Start Load-Zeitpunkt</a:t>
            </a:r>
          </a:p>
        </p:txBody>
      </p:sp>
      <p:graphicFrame>
        <p:nvGraphicFramePr>
          <p:cNvPr id="6" name="Tabelle 2">
            <a:extLst>
              <a:ext uri="{FF2B5EF4-FFF2-40B4-BE49-F238E27FC236}">
                <a16:creationId xmlns:a16="http://schemas.microsoft.com/office/drawing/2014/main" id="{9C8F05FD-CA29-7BAA-BACC-794FC854942E}"/>
              </a:ext>
            </a:extLst>
          </p:cNvPr>
          <p:cNvGraphicFramePr>
            <a:graphicFrameLocks noGrp="1"/>
          </p:cNvGraphicFramePr>
          <p:nvPr/>
        </p:nvGraphicFramePr>
        <p:xfrm>
          <a:off x="585787" y="1296661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78B933F1-3945-9B90-C999-0FC2179B75FF}"/>
              </a:ext>
            </a:extLst>
          </p:cNvPr>
          <p:cNvSpPr/>
          <p:nvPr/>
        </p:nvSpPr>
        <p:spPr>
          <a:xfrm>
            <a:off x="3105678" y="2543175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  <a:endParaRPr lang="de-DE" sz="1400" dirty="0">
              <a:solidFill>
                <a:srgbClr val="34404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4F831A6-5E03-5A77-9539-3A25CDC95059}"/>
              </a:ext>
            </a:extLst>
          </p:cNvPr>
          <p:cNvSpPr/>
          <p:nvPr/>
        </p:nvSpPr>
        <p:spPr>
          <a:xfrm>
            <a:off x="4563003" y="2543175"/>
            <a:ext cx="339165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CA44F04-5747-A2B9-0EEE-837CF7B99FDB}"/>
              </a:ext>
            </a:extLst>
          </p:cNvPr>
          <p:cNvSpPr/>
          <p:nvPr/>
        </p:nvSpPr>
        <p:spPr>
          <a:xfrm>
            <a:off x="5555017" y="2543175"/>
            <a:ext cx="928392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FB3F76EF-2787-0A72-FF9B-46FF30FB7D9C}"/>
              </a:ext>
            </a:extLst>
          </p:cNvPr>
          <p:cNvSpPr txBox="1">
            <a:spLocks/>
          </p:cNvSpPr>
          <p:nvPr/>
        </p:nvSpPr>
        <p:spPr>
          <a:xfrm>
            <a:off x="585787" y="3380955"/>
            <a:ext cx="7857630" cy="61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spc="-2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A-Time 6 – </a:t>
            </a:r>
            <a:r>
              <a:rPr lang="en-US" dirty="0" err="1"/>
              <a:t>Waschen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Ankunft</a:t>
            </a:r>
            <a:r>
              <a:rPr lang="en-US" dirty="0"/>
              <a:t>, erst </a:t>
            </a:r>
            <a:r>
              <a:rPr lang="en-US" dirty="0" err="1"/>
              <a:t>danach</a:t>
            </a:r>
            <a:r>
              <a:rPr lang="en-US" dirty="0"/>
              <a:t> Pause</a:t>
            </a:r>
            <a:br>
              <a:rPr lang="en-US" dirty="0"/>
            </a:br>
            <a:r>
              <a:rPr lang="en-US" dirty="0" err="1">
                <a:solidFill>
                  <a:srgbClr val="FF0000"/>
                </a:solidFill>
              </a:rPr>
              <a:t>Wird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laut</a:t>
            </a:r>
            <a:r>
              <a:rPr lang="en-US" dirty="0">
                <a:solidFill>
                  <a:srgbClr val="FF0000"/>
                </a:solidFill>
              </a:rPr>
              <a:t> Thomas B </a:t>
            </a:r>
            <a:r>
              <a:rPr lang="en-US" dirty="0" err="1">
                <a:solidFill>
                  <a:srgbClr val="FF0000"/>
                </a:solidFill>
              </a:rPr>
              <a:t>nicht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unterstützt</a:t>
            </a:r>
            <a:endParaRPr lang="en-US" dirty="0"/>
          </a:p>
        </p:txBody>
      </p:sp>
      <p:graphicFrame>
        <p:nvGraphicFramePr>
          <p:cNvPr id="14" name="Tabelle 2">
            <a:extLst>
              <a:ext uri="{FF2B5EF4-FFF2-40B4-BE49-F238E27FC236}">
                <a16:creationId xmlns:a16="http://schemas.microsoft.com/office/drawing/2014/main" id="{FAF7CC95-890F-AFD1-20E5-957297CA2AE0}"/>
              </a:ext>
            </a:extLst>
          </p:cNvPr>
          <p:cNvGraphicFramePr>
            <a:graphicFrameLocks noGrp="1"/>
          </p:cNvGraphicFramePr>
          <p:nvPr/>
        </p:nvGraphicFramePr>
        <p:xfrm>
          <a:off x="631824" y="4066429"/>
          <a:ext cx="6258983" cy="18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101">
                  <a:extLst>
                    <a:ext uri="{9D8B030D-6E8A-4147-A177-3AD203B41FA5}">
                      <a16:colId xmlns:a16="http://schemas.microsoft.com/office/drawing/2014/main" val="2825373251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233937721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969585536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072700302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4232202099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2900486411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3703516953"/>
                    </a:ext>
                  </a:extLst>
                </a:gridCol>
                <a:gridCol w="467088">
                  <a:extLst>
                    <a:ext uri="{9D8B030D-6E8A-4147-A177-3AD203B41FA5}">
                      <a16:colId xmlns:a16="http://schemas.microsoft.com/office/drawing/2014/main" val="1281601919"/>
                    </a:ext>
                  </a:extLst>
                </a:gridCol>
                <a:gridCol w="934177">
                  <a:extLst>
                    <a:ext uri="{9D8B030D-6E8A-4147-A177-3AD203B41FA5}">
                      <a16:colId xmlns:a16="http://schemas.microsoft.com/office/drawing/2014/main" val="3785264208"/>
                    </a:ext>
                  </a:extLst>
                </a:gridCol>
              </a:tblGrid>
              <a:tr h="633094">
                <a:tc rowSpan="2">
                  <a:txBody>
                    <a:bodyPr/>
                    <a:lstStyle/>
                    <a:p>
                      <a:pPr algn="ctr"/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Timescale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01832"/>
                  </a:ext>
                </a:extLst>
              </a:tr>
              <a:tr h="527578">
                <a:tc v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Truck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10:00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11:00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11:30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23210"/>
                  </a:ext>
                </a:extLst>
              </a:tr>
              <a:tr h="641887"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Schedule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54318"/>
                  </a:ext>
                </a:extLst>
              </a:tr>
            </a:tbl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3299B370-E713-5ECC-162A-E1B442560CAD}"/>
              </a:ext>
            </a:extLst>
          </p:cNvPr>
          <p:cNvSpPr/>
          <p:nvPr/>
        </p:nvSpPr>
        <p:spPr>
          <a:xfrm>
            <a:off x="3151715" y="5312943"/>
            <a:ext cx="1457325" cy="457200"/>
          </a:xfrm>
          <a:prstGeom prst="rect">
            <a:avLst/>
          </a:prstGeom>
          <a:solidFill>
            <a:srgbClr val="5B95BD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unloading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876A397-096F-683B-CDEA-F9D5CD65D0EB}"/>
              </a:ext>
            </a:extLst>
          </p:cNvPr>
          <p:cNvSpPr/>
          <p:nvPr/>
        </p:nvSpPr>
        <p:spPr>
          <a:xfrm>
            <a:off x="4609040" y="5312943"/>
            <a:ext cx="365731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5B95BD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BC858C9-F405-5E0D-4F88-5DDAB04A40D3}"/>
              </a:ext>
            </a:extLst>
          </p:cNvPr>
          <p:cNvSpPr/>
          <p:nvPr/>
        </p:nvSpPr>
        <p:spPr>
          <a:xfrm>
            <a:off x="5697647" y="5312943"/>
            <a:ext cx="943315" cy="457200"/>
          </a:xfrm>
          <a:prstGeom prst="rect">
            <a:avLst/>
          </a:prstGeom>
          <a:solidFill>
            <a:srgbClr val="84B57E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344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81DDE88-B958-6B16-1AAD-A6FAD615A5E1}"/>
              </a:ext>
            </a:extLst>
          </p:cNvPr>
          <p:cNvSpPr>
            <a:spLocks noChangeAspect="1"/>
          </p:cNvSpPr>
          <p:nvPr/>
        </p:nvSpPr>
        <p:spPr>
          <a:xfrm>
            <a:off x="4609040" y="5312943"/>
            <a:ext cx="679947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50000">
                <a:srgbClr val="84B57E"/>
              </a:gs>
              <a:gs pos="100000">
                <a:schemeClr val="bg1"/>
              </a:gs>
            </a:gsLst>
            <a:lin ang="5400000" scaled="1"/>
            <a:tileRect/>
          </a:grad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DF219ED-9C9D-6C3F-7315-ACFDC95BB183}"/>
              </a:ext>
            </a:extLst>
          </p:cNvPr>
          <p:cNvSpPr/>
          <p:nvPr/>
        </p:nvSpPr>
        <p:spPr>
          <a:xfrm>
            <a:off x="5163427" y="5312943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7DC754-8D6A-1622-C105-C92319388447}"/>
              </a:ext>
            </a:extLst>
          </p:cNvPr>
          <p:cNvCxnSpPr>
            <a:cxnSpLocks/>
          </p:cNvCxnSpPr>
          <p:nvPr/>
        </p:nvCxnSpPr>
        <p:spPr>
          <a:xfrm>
            <a:off x="4593160" y="5210384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E92F324-686E-EF9A-6FE6-A210223876CB}"/>
              </a:ext>
            </a:extLst>
          </p:cNvPr>
          <p:cNvCxnSpPr>
            <a:cxnSpLocks/>
          </p:cNvCxnSpPr>
          <p:nvPr/>
        </p:nvCxnSpPr>
        <p:spPr>
          <a:xfrm>
            <a:off x="4546577" y="2440616"/>
            <a:ext cx="0" cy="658604"/>
          </a:xfrm>
          <a:prstGeom prst="line">
            <a:avLst/>
          </a:prstGeom>
          <a:ln w="15875">
            <a:solidFill>
              <a:srgbClr val="BF7B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0B9F9D0-9E14-C2B8-E45A-B3A7E57E1386}"/>
              </a:ext>
            </a:extLst>
          </p:cNvPr>
          <p:cNvSpPr/>
          <p:nvPr/>
        </p:nvSpPr>
        <p:spPr>
          <a:xfrm>
            <a:off x="4899267" y="2542096"/>
            <a:ext cx="533400" cy="457200"/>
          </a:xfrm>
          <a:prstGeom prst="rect">
            <a:avLst/>
          </a:prstGeom>
          <a:pattFill prst="lgCheck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0DE26EE-C729-A23F-8FC6-A082EF361710}"/>
              </a:ext>
            </a:extLst>
          </p:cNvPr>
          <p:cNvSpPr/>
          <p:nvPr/>
        </p:nvSpPr>
        <p:spPr>
          <a:xfrm>
            <a:off x="5039144" y="5312943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20BB299-FD20-5697-3324-2D45855A9404}"/>
              </a:ext>
            </a:extLst>
          </p:cNvPr>
          <p:cNvSpPr/>
          <p:nvPr/>
        </p:nvSpPr>
        <p:spPr>
          <a:xfrm>
            <a:off x="5427228" y="2541976"/>
            <a:ext cx="128077" cy="457200"/>
          </a:xfrm>
          <a:prstGeom prst="rect">
            <a:avLst/>
          </a:prstGeom>
          <a:pattFill prst="pct90">
            <a:fgClr>
              <a:srgbClr val="84B57E"/>
            </a:fgClr>
            <a:bgClr>
              <a:schemeClr val="bg1"/>
            </a:bgClr>
          </a:pattFill>
          <a:ln>
            <a:solidFill>
              <a:srgbClr val="344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BFFA04E-B22A-CC3B-0E1C-7942078B5C86}"/>
              </a:ext>
            </a:extLst>
          </p:cNvPr>
          <p:cNvSpPr/>
          <p:nvPr/>
        </p:nvSpPr>
        <p:spPr>
          <a:xfrm>
            <a:off x="6245666" y="2679800"/>
            <a:ext cx="173864" cy="180235"/>
          </a:xfrm>
          <a:prstGeom prst="ellipse">
            <a:avLst/>
          </a:prstGeom>
          <a:solidFill>
            <a:srgbClr val="FFFC24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F736B95-53C2-D854-A490-3BF3686BD515}"/>
              </a:ext>
            </a:extLst>
          </p:cNvPr>
          <p:cNvSpPr/>
          <p:nvPr/>
        </p:nvSpPr>
        <p:spPr>
          <a:xfrm>
            <a:off x="6405547" y="5449568"/>
            <a:ext cx="173864" cy="180235"/>
          </a:xfrm>
          <a:prstGeom prst="ellipse">
            <a:avLst/>
          </a:prstGeom>
          <a:solidFill>
            <a:srgbClr val="FFFC24"/>
          </a:solidFill>
          <a:ln>
            <a:solidFill>
              <a:srgbClr val="344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5EB1DF6-3C56-EF5B-EBF0-D861AAF3C7A1}"/>
              </a:ext>
            </a:extLst>
          </p:cNvPr>
          <p:cNvCxnSpPr/>
          <p:nvPr/>
        </p:nvCxnSpPr>
        <p:spPr>
          <a:xfrm flipV="1">
            <a:off x="5307869" y="2999176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2A5D47C-5EFC-F42C-5282-89DA2348629E}"/>
              </a:ext>
            </a:extLst>
          </p:cNvPr>
          <p:cNvCxnSpPr/>
          <p:nvPr/>
        </p:nvCxnSpPr>
        <p:spPr>
          <a:xfrm flipV="1">
            <a:off x="4946429" y="5770143"/>
            <a:ext cx="0" cy="32092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97">
            <a:extLst>
              <a:ext uri="{FF2B5EF4-FFF2-40B4-BE49-F238E27FC236}">
                <a16:creationId xmlns:a16="http://schemas.microsoft.com/office/drawing/2014/main" id="{D3271509-6449-0BF7-6820-3919FA6B11F4}"/>
              </a:ext>
            </a:extLst>
          </p:cNvPr>
          <p:cNvSpPr>
            <a:spLocks/>
          </p:cNvSpPr>
          <p:nvPr/>
        </p:nvSpPr>
        <p:spPr bwMode="auto">
          <a:xfrm>
            <a:off x="2686642" y="3748897"/>
            <a:ext cx="2903454" cy="2702998"/>
          </a:xfrm>
          <a:custGeom>
            <a:avLst/>
            <a:gdLst>
              <a:gd name="T0" fmla="*/ 302 w 302"/>
              <a:gd name="T1" fmla="*/ 63 h 301"/>
              <a:gd name="T2" fmla="*/ 239 w 302"/>
              <a:gd name="T3" fmla="*/ 0 h 301"/>
              <a:gd name="T4" fmla="*/ 151 w 302"/>
              <a:gd name="T5" fmla="*/ 90 h 301"/>
              <a:gd name="T6" fmla="*/ 63 w 302"/>
              <a:gd name="T7" fmla="*/ 0 h 301"/>
              <a:gd name="T8" fmla="*/ 0 w 302"/>
              <a:gd name="T9" fmla="*/ 63 h 301"/>
              <a:gd name="T10" fmla="*/ 90 w 302"/>
              <a:gd name="T11" fmla="*/ 151 h 301"/>
              <a:gd name="T12" fmla="*/ 0 w 302"/>
              <a:gd name="T13" fmla="*/ 238 h 301"/>
              <a:gd name="T14" fmla="*/ 63 w 302"/>
              <a:gd name="T15" fmla="*/ 301 h 301"/>
              <a:gd name="T16" fmla="*/ 151 w 302"/>
              <a:gd name="T17" fmla="*/ 211 h 301"/>
              <a:gd name="T18" fmla="*/ 239 w 302"/>
              <a:gd name="T19" fmla="*/ 301 h 301"/>
              <a:gd name="T20" fmla="*/ 302 w 302"/>
              <a:gd name="T21" fmla="*/ 238 h 301"/>
              <a:gd name="T22" fmla="*/ 212 w 302"/>
              <a:gd name="T23" fmla="*/ 151 h 301"/>
              <a:gd name="T24" fmla="*/ 302 w 302"/>
              <a:gd name="T25" fmla="*/ 63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2" h="301">
                <a:moveTo>
                  <a:pt x="302" y="63"/>
                </a:moveTo>
                <a:lnTo>
                  <a:pt x="239" y="0"/>
                </a:lnTo>
                <a:lnTo>
                  <a:pt x="151" y="90"/>
                </a:lnTo>
                <a:lnTo>
                  <a:pt x="63" y="0"/>
                </a:lnTo>
                <a:lnTo>
                  <a:pt x="0" y="63"/>
                </a:lnTo>
                <a:lnTo>
                  <a:pt x="90" y="151"/>
                </a:lnTo>
                <a:lnTo>
                  <a:pt x="0" y="238"/>
                </a:lnTo>
                <a:lnTo>
                  <a:pt x="63" y="301"/>
                </a:lnTo>
                <a:lnTo>
                  <a:pt x="151" y="211"/>
                </a:lnTo>
                <a:lnTo>
                  <a:pt x="239" y="301"/>
                </a:lnTo>
                <a:lnTo>
                  <a:pt x="302" y="238"/>
                </a:lnTo>
                <a:lnTo>
                  <a:pt x="212" y="151"/>
                </a:lnTo>
                <a:lnTo>
                  <a:pt x="302" y="63"/>
                </a:lnTo>
                <a:close/>
              </a:path>
            </a:pathLst>
          </a:custGeom>
          <a:solidFill>
            <a:schemeClr val="accent6"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16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FORM PowerPoint Master LIGHT">
  <a:themeElements>
    <a:clrScheme name="INFORM LIGHT">
      <a:dk1>
        <a:sysClr val="windowText" lastClr="000000"/>
      </a:dk1>
      <a:lt1>
        <a:sysClr val="window" lastClr="FFFFFF"/>
      </a:lt1>
      <a:dk2>
        <a:srgbClr val="FFFFFF"/>
      </a:dk2>
      <a:lt2>
        <a:srgbClr val="0090A7"/>
      </a:lt2>
      <a:accent1>
        <a:srgbClr val="0090A7"/>
      </a:accent1>
      <a:accent2>
        <a:srgbClr val="004759"/>
      </a:accent2>
      <a:accent3>
        <a:srgbClr val="4E5355"/>
      </a:accent3>
      <a:accent4>
        <a:srgbClr val="F37900"/>
      </a:accent4>
      <a:accent5>
        <a:srgbClr val="BECB00"/>
      </a:accent5>
      <a:accent6>
        <a:srgbClr val="C00222"/>
      </a:accent6>
      <a:hlink>
        <a:srgbClr val="000000"/>
      </a:hlink>
      <a:folHlink>
        <a:srgbClr val="000000"/>
      </a:folHlink>
    </a:clrScheme>
    <a:fontScheme name="INFOR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800" dirty="0" err="1" smtClean="0"/>
        </a:defPPr>
      </a:lstStyle>
    </a:txDef>
  </a:objectDefaults>
  <a:extraClrSchemeLst/>
  <a:custClrLst>
    <a:custClr name="Petrol 100%">
      <a:srgbClr val="0090A7"/>
    </a:custClr>
    <a:custClr name="Dunkelgrün 100%">
      <a:srgbClr val="004759"/>
    </a:custClr>
    <a:custClr name="Grau 100%">
      <a:srgbClr val="4E5355"/>
    </a:custClr>
    <a:custClr name="Weiß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75%">
      <a:srgbClr val="40ACBD"/>
    </a:custClr>
    <a:custClr name="Dunkelgrün 75%">
      <a:srgbClr val="407583"/>
    </a:custClr>
    <a:custClr name="Grau 75%">
      <a:srgbClr val="7A7E8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50%">
      <a:srgbClr val="7FC7D3"/>
    </a:custClr>
    <a:custClr name="Dunkelgrün 50%">
      <a:srgbClr val="7FA3AC"/>
    </a:custClr>
    <a:custClr name="Grau 50%">
      <a:srgbClr val="A6A9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25%">
      <a:srgbClr val="BFE3E9"/>
    </a:custClr>
    <a:custClr name="Dunkelgrün 25%">
      <a:srgbClr val="BFD1D5"/>
    </a:custClr>
    <a:custClr name="Grau 25%">
      <a:srgbClr val="D3D4D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10%">
      <a:srgbClr val="E5F4F6"/>
    </a:custClr>
    <a:custClr name="Dunkelgrün 10%">
      <a:srgbClr val="E5ECEE"/>
    </a:custClr>
    <a:custClr name="Grau 10%">
      <a:srgbClr val="EDED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PT_INFORM_Master-finalissimo.potx" id="{08DFF224-28EA-4460-9005-DEA4B42CC829}" vid="{13C13357-C866-4C3D-8173-A3F2C8EB7759}"/>
    </a:ext>
  </a:extLst>
</a:theme>
</file>

<file path=ppt/theme/theme2.xml><?xml version="1.0" encoding="utf-8"?>
<a:theme xmlns:a="http://schemas.openxmlformats.org/drawingml/2006/main" name="INFORM PowerPoint Master DARK">
  <a:themeElements>
    <a:clrScheme name="INFORM DARK">
      <a:dk1>
        <a:srgbClr val="FFFFFF"/>
      </a:dk1>
      <a:lt1>
        <a:srgbClr val="000000"/>
      </a:lt1>
      <a:dk2>
        <a:srgbClr val="004759"/>
      </a:dk2>
      <a:lt2>
        <a:srgbClr val="FFFFFF"/>
      </a:lt2>
      <a:accent1>
        <a:srgbClr val="0090A7"/>
      </a:accent1>
      <a:accent2>
        <a:srgbClr val="7FC7D3"/>
      </a:accent2>
      <a:accent3>
        <a:srgbClr val="A6A9AA"/>
      </a:accent3>
      <a:accent4>
        <a:srgbClr val="F37900"/>
      </a:accent4>
      <a:accent5>
        <a:srgbClr val="BECB00"/>
      </a:accent5>
      <a:accent6>
        <a:srgbClr val="C00222"/>
      </a:accent6>
      <a:hlink>
        <a:srgbClr val="FFFFFF"/>
      </a:hlink>
      <a:folHlink>
        <a:srgbClr val="FFFFFF"/>
      </a:folHlink>
    </a:clrScheme>
    <a:fontScheme name="INFOR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800" dirty="0" err="1" smtClean="0"/>
        </a:defPPr>
      </a:lstStyle>
    </a:txDef>
  </a:objectDefaults>
  <a:extraClrSchemeLst/>
  <a:custClrLst>
    <a:custClr name="Petrol 100%">
      <a:srgbClr val="0090A7"/>
    </a:custClr>
    <a:custClr name="Dunkelgrün 100%">
      <a:srgbClr val="004759"/>
    </a:custClr>
    <a:custClr name="Grau 100%">
      <a:srgbClr val="4E5355"/>
    </a:custClr>
    <a:custClr name="Weiß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75%">
      <a:srgbClr val="40ACBD"/>
    </a:custClr>
    <a:custClr name="Dunkelgrün 75%">
      <a:srgbClr val="407583"/>
    </a:custClr>
    <a:custClr name="Grau 75%">
      <a:srgbClr val="7A7E8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50%">
      <a:srgbClr val="7FC7D3"/>
    </a:custClr>
    <a:custClr name="Dunkelgrün 50%">
      <a:srgbClr val="7FA3AC"/>
    </a:custClr>
    <a:custClr name="Grau 50%">
      <a:srgbClr val="A6A9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25%">
      <a:srgbClr val="BFE3E9"/>
    </a:custClr>
    <a:custClr name="Dunkelgrün 25%">
      <a:srgbClr val="BFD1D5"/>
    </a:custClr>
    <a:custClr name="Grau 25%">
      <a:srgbClr val="D3D4D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10%">
      <a:srgbClr val="E5F4F6"/>
    </a:custClr>
    <a:custClr name="Dunkelgrün 10%">
      <a:srgbClr val="E5ECEE"/>
    </a:custClr>
    <a:custClr name="Grau 10%">
      <a:srgbClr val="EDED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PT_INFORM_Master-finalissimo.potx" id="{08DFF224-28EA-4460-9005-DEA4B42CC829}" vid="{1D29530A-DD79-4C2A-8420-58D901F50A61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etrol 100%">
      <a:srgbClr val="0090A7"/>
    </a:custClr>
    <a:custClr name="Dunkelgrün 100%">
      <a:srgbClr val="004759"/>
    </a:custClr>
    <a:custClr name="Grau 100%">
      <a:srgbClr val="4E5355"/>
    </a:custClr>
    <a:custClr name="Weiß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75%">
      <a:srgbClr val="40ACBD"/>
    </a:custClr>
    <a:custClr name="Dunkelgrün 75%">
      <a:srgbClr val="407583"/>
    </a:custClr>
    <a:custClr name="Grau 75%">
      <a:srgbClr val="7A7E8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50%">
      <a:srgbClr val="7FC7D3"/>
    </a:custClr>
    <a:custClr name="Dunkelgrün 50%">
      <a:srgbClr val="7FA3AC"/>
    </a:custClr>
    <a:custClr name="Grau 50%">
      <a:srgbClr val="A6A9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25%">
      <a:srgbClr val="BFE3E9"/>
    </a:custClr>
    <a:custClr name="Dunkelgrün 25%">
      <a:srgbClr val="BFD1D5"/>
    </a:custClr>
    <a:custClr name="Grau 25%">
      <a:srgbClr val="D3D4D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etrol 10%">
      <a:srgbClr val="E5F4F6"/>
    </a:custClr>
    <a:custClr name="Dunkelgrün 10%">
      <a:srgbClr val="E5ECEE"/>
    </a:custClr>
    <a:custClr name="Grau 10%">
      <a:srgbClr val="EDED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6234B35684C054188F72B1E8634A21A" ma:contentTypeVersion="15" ma:contentTypeDescription="Ein neues Dokument erstellen." ma:contentTypeScope="" ma:versionID="18b2f209f16334cdea3fd630fd295692">
  <xsd:schema xmlns:xsd="http://www.w3.org/2001/XMLSchema" xmlns:xs="http://www.w3.org/2001/XMLSchema" xmlns:p="http://schemas.microsoft.com/office/2006/metadata/properties" xmlns:ns2="1f926143-5031-4b95-9bfe-ac16aed1c6ee" xmlns:ns3="f714a945-9a11-4faf-a813-e5cce666a4e7" targetNamespace="http://schemas.microsoft.com/office/2006/metadata/properties" ma:root="true" ma:fieldsID="f59867081c4c35fa4e8a39e9c786af24" ns2:_="" ns3:_="">
    <xsd:import namespace="1f926143-5031-4b95-9bfe-ac16aed1c6ee"/>
    <xsd:import namespace="f714a945-9a11-4faf-a813-e5cce666a4e7"/>
    <xsd:element name="properties">
      <xsd:complexType>
        <xsd:sequence>
          <xsd:element name="documentManagement">
            <xsd:complexType>
              <xsd:all>
                <xsd:element ref="ns2:p568792b52a9481b9514c959b5a646b9" minOccurs="0"/>
                <xsd:element ref="ns3:TaxCatchAll" minOccurs="0"/>
                <xsd:element ref="ns2:nf631d3fffee4a50b7e01fba34d78591" minOccurs="0"/>
                <xsd:element ref="ns2:ae95fa87ad9a40f4a55cec8f97d2bf8e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26143-5031-4b95-9bfe-ac16aed1c6ee" elementFormDefault="qualified">
    <xsd:import namespace="http://schemas.microsoft.com/office/2006/documentManagement/types"/>
    <xsd:import namespace="http://schemas.microsoft.com/office/infopath/2007/PartnerControls"/>
    <xsd:element name="p568792b52a9481b9514c959b5a646b9" ma:index="9" ma:taxonomy="true" ma:internalName="p568792b52a9481b9514c959b5a646b9" ma:taxonomyFieldName="Category" ma:displayName="Category" ma:readOnly="false" ma:default="" ma:fieldId="{9568792b-52a9-481b-9514-c959b5a646b9}" ma:taxonomyMulti="true" ma:sspId="836cc5e2-c886-4229-a540-983ae932b858" ma:termSetId="54b280aa-2744-40ae-893b-6918caa6948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f631d3fffee4a50b7e01fba34d78591" ma:index="12" ma:taxonomy="true" ma:internalName="nf631d3fffee4a50b7e01fba34d78591" ma:taxonomyFieldName="Language" ma:displayName="Language" ma:default="" ma:fieldId="{7f631d3f-ffee-4a50-b7e0-1fba34d78591}" ma:sspId="836cc5e2-c886-4229-a540-983ae932b858" ma:termSetId="7c4c3b45-30c0-4d2b-9eff-a2589685b2f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e95fa87ad9a40f4a55cec8f97d2bf8e" ma:index="14" ma:taxonomy="true" ma:internalName="ae95fa87ad9a40f4a55cec8f97d2bf8e" ma:taxonomyFieldName="Hub" ma:displayName="Hub" ma:readOnly="false" ma:default="" ma:fieldId="{ae95fa87-ad9a-40f4-a55c-ec8f97d2bf8e}" ma:taxonomyMulti="true" ma:sspId="836cc5e2-c886-4229-a540-983ae932b858" ma:termSetId="082846c0-6337-43bd-8189-034d962a8a8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4a945-9a11-4faf-a813-e5cce666a4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e32fe23-9173-4584-a9d2-fd7e18a8c070}" ma:internalName="TaxCatchAll" ma:showField="CatchAllData" ma:web="f714a945-9a11-4faf-a813-e5cce666a4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568792b52a9481b9514c959b5a646b9 xmlns="1f926143-5031-4b95-9bfe-ac16aed1c6ee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e2c38caa-5279-4d73-bbdb-d04cbc114da0</TermId>
        </TermInfo>
      </Terms>
    </p568792b52a9481b9514c959b5a646b9>
    <TaxCatchAll xmlns="f714a945-9a11-4faf-a813-e5cce666a4e7">
      <Value>13</Value>
      <Value>5</Value>
      <Value>8</Value>
    </TaxCatchAll>
    <nf631d3fffee4a50b7e01fba34d78591 xmlns="1f926143-5031-4b95-9bfe-ac16aed1c6ee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Deutsch</TermName>
          <TermId xmlns="http://schemas.microsoft.com/office/infopath/2007/PartnerControls">0688a92c-e3fa-4534-ac5c-a4a79a7f6a79</TermId>
        </TermInfo>
      </Terms>
    </nf631d3fffee4a50b7e01fba34d78591>
    <ae95fa87ad9a40f4a55cec8f97d2bf8e xmlns="1f926143-5031-4b95-9bfe-ac16aed1c6e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Marketing</TermName>
          <TermId xmlns="http://schemas.microsoft.com/office/infopath/2007/PartnerControls">6761add7-922c-4566-b95b-9698f0597141</TermId>
        </TermInfo>
      </Terms>
    </ae95fa87ad9a40f4a55cec8f97d2bf8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F7521A-07E9-4E8A-8E8B-F5616E2254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926143-5031-4b95-9bfe-ac16aed1c6ee"/>
    <ds:schemaRef ds:uri="f714a945-9a11-4faf-a813-e5cce666a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0ADEF0-4205-40B1-B087-5638AF317E7B}">
  <ds:schemaRefs>
    <ds:schemaRef ds:uri="1f926143-5031-4b95-9bfe-ac16aed1c6ee"/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f714a945-9a11-4faf-a813-e5cce666a4e7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7AB80DC-69DF-41F8-8EEA-3C14D63CF8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PPT_INFORM_Master-finalissimo (1)</Template>
  <TotalTime>0</TotalTime>
  <Words>165</Words>
  <Application>Microsoft Office PowerPoint</Application>
  <PresentationFormat>Benutzerdefiniert</PresentationFormat>
  <Paragraphs>66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Tahoma</vt:lpstr>
      <vt:lpstr>INFORM PowerPoint Master LIGHT</vt:lpstr>
      <vt:lpstr>INFORM PowerPoint Master DARK</vt:lpstr>
      <vt:lpstr>A-Time – Standardfall</vt:lpstr>
      <vt:lpstr>A-Time 1 – Pause nach Ankunft mit Idletime vor der Pause</vt:lpstr>
      <vt:lpstr>A-Time 3 – Pause nach Ankunft unmittelbar vor dem Waschen</vt:lpstr>
      <vt:lpstr>A-Time 5 – Pause nach Ankunft unmittelbar vor dem Waschen, Verspätung schiebt A-Time vor den Start Load-Zeitpunkt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 ppt-template</dc:title>
  <dc:creator>Sabine Walter</dc:creator>
  <cp:lastModifiedBy>Stefan Rupp</cp:lastModifiedBy>
  <cp:revision>219</cp:revision>
  <dcterms:created xsi:type="dcterms:W3CDTF">2021-11-02T12:53:45Z</dcterms:created>
  <dcterms:modified xsi:type="dcterms:W3CDTF">2025-09-12T09:57:09Z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0x010100D6234B35684C054188F72B1E8634A21A</vt:lpwstr>
  </property>
  <property fmtid="{D5CDD505-2E9C-101B-9397-08002B2CF9AE}" pid="3" name="Category">
    <vt:lpwstr>13;#Powerpoint|e2c38caa-5279-4d73-bbdb-d04cbc114da0</vt:lpwstr>
  </property>
  <property fmtid="{D5CDD505-2E9C-101B-9397-08002B2CF9AE}" pid="4" name="Language">
    <vt:lpwstr>5;#Deutsch|0688a92c-e3fa-4534-ac5c-a4a79a7f6a79</vt:lpwstr>
  </property>
  <property fmtid="{D5CDD505-2E9C-101B-9397-08002B2CF9AE}" pid="5" name="Hub">
    <vt:lpwstr>8;#Marketing|6761add7-922c-4566-b95b-9698f0597141</vt:lpwstr>
  </property>
</Properties>
</file>