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5" r:id="rId5"/>
  </p:sldMasterIdLst>
  <p:notesMasterIdLst>
    <p:notesMasterId r:id="rId17"/>
  </p:notesMasterIdLst>
  <p:sldIdLst>
    <p:sldId id="2513" r:id="rId6"/>
    <p:sldId id="2523" r:id="rId7"/>
    <p:sldId id="390" r:id="rId8"/>
    <p:sldId id="2525" r:id="rId9"/>
    <p:sldId id="2526" r:id="rId10"/>
    <p:sldId id="2528" r:id="rId11"/>
    <p:sldId id="2529" r:id="rId12"/>
    <p:sldId id="2530" r:id="rId13"/>
    <p:sldId id="2532" r:id="rId14"/>
    <p:sldId id="2534" r:id="rId15"/>
    <p:sldId id="2533" r:id="rId16"/>
  </p:sldIdLst>
  <p:sldSz cx="11520488" cy="6480175"/>
  <p:notesSz cx="6858000" cy="9144000"/>
  <p:defaultTextStyle>
    <a:defPPr>
      <a:defRPr lang="de-DE"/>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B57E"/>
    <a:srgbClr val="5B95BD"/>
    <a:srgbClr val="477C44"/>
    <a:srgbClr val="BF7B2C"/>
    <a:srgbClr val="CBDBE1"/>
    <a:srgbClr val="0090A7"/>
    <a:srgbClr val="EEEEEE"/>
    <a:srgbClr val="F8F8F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29" autoAdjust="0"/>
    <p:restoredTop sz="95642" autoAdjust="0"/>
  </p:normalViewPr>
  <p:slideViewPr>
    <p:cSldViewPr snapToGrid="0" showGuides="1">
      <p:cViewPr varScale="1">
        <p:scale>
          <a:sx n="105" d="100"/>
          <a:sy n="105" d="100"/>
        </p:scale>
        <p:origin x="1338" y="1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EF0017-8566-49B6-95AC-06D17BE9DB1D}" type="datetimeFigureOut">
              <a:rPr lang="de-DE" smtClean="0"/>
              <a:t>15.03.2024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527421-B0B6-4A3E-A51A-4B97E11B7FD8}" type="slidenum">
              <a:rPr lang="de-DE" smtClean="0"/>
              <a:t>‹Nr.›</a:t>
            </a:fld>
            <a:endParaRPr lang="de-DE"/>
          </a:p>
        </p:txBody>
      </p:sp>
    </p:spTree>
    <p:extLst>
      <p:ext uri="{BB962C8B-B14F-4D97-AF65-F5344CB8AC3E}">
        <p14:creationId xmlns:p14="http://schemas.microsoft.com/office/powerpoint/2010/main" val="492486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noProof="0" dirty="0"/>
          </a:p>
        </p:txBody>
      </p:sp>
      <p:sp>
        <p:nvSpPr>
          <p:cNvPr id="4" name="Foliennummernplatzhalter 3"/>
          <p:cNvSpPr>
            <a:spLocks noGrp="1"/>
          </p:cNvSpPr>
          <p:nvPr>
            <p:ph type="sldNum" sz="quarter" idx="5"/>
          </p:nvPr>
        </p:nvSpPr>
        <p:spPr/>
        <p:txBody>
          <a:bodyPr/>
          <a:lstStyle/>
          <a:p>
            <a:pPr defTabSz="912748">
              <a:defRPr/>
            </a:pPr>
            <a:fld id="{EA527421-B0B6-4A3E-A51A-4B97E11B7FD8}" type="slidenum">
              <a:rPr lang="de-DE">
                <a:solidFill>
                  <a:prstClr val="black"/>
                </a:solidFill>
                <a:latin typeface="Calibri" panose="020F0502020204030204"/>
              </a:rPr>
              <a:pPr defTabSz="912748">
                <a:defRPr/>
              </a:pPr>
              <a:t>1</a:t>
            </a:fld>
            <a:endParaRPr lang="de-DE">
              <a:solidFill>
                <a:prstClr val="black"/>
              </a:solidFill>
              <a:latin typeface="Calibri" panose="020F0502020204030204"/>
            </a:endParaRPr>
          </a:p>
        </p:txBody>
      </p:sp>
    </p:spTree>
    <p:extLst>
      <p:ext uri="{BB962C8B-B14F-4D97-AF65-F5344CB8AC3E}">
        <p14:creationId xmlns:p14="http://schemas.microsoft.com/office/powerpoint/2010/main" val="1157644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Interaction between Logistics / Sales and Production =&gt; shared objectives focusing on the process (Its not about my customer, my plant or my trucks anymore)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your Drivers why you are doing this and what it is you aim for. Train them</a:t>
            </a:r>
          </a:p>
          <a:p>
            <a:endParaRPr lang="de-DE" dirty="0"/>
          </a:p>
        </p:txBody>
      </p:sp>
      <p:sp>
        <p:nvSpPr>
          <p:cNvPr id="4" name="Foliennummernplatzhalter 3"/>
          <p:cNvSpPr>
            <a:spLocks noGrp="1"/>
          </p:cNvSpPr>
          <p:nvPr>
            <p:ph type="sldNum" sz="quarter" idx="5"/>
          </p:nvPr>
        </p:nvSpPr>
        <p:spPr/>
        <p:txBody>
          <a:bodyPr/>
          <a:lstStyle/>
          <a:p>
            <a:fld id="{EA527421-B0B6-4A3E-A51A-4B97E11B7FD8}" type="slidenum">
              <a:rPr lang="de-DE" smtClean="0"/>
              <a:t>3</a:t>
            </a:fld>
            <a:endParaRPr lang="de-DE"/>
          </a:p>
        </p:txBody>
      </p:sp>
    </p:spTree>
    <p:extLst>
      <p:ext uri="{BB962C8B-B14F-4D97-AF65-F5344CB8AC3E}">
        <p14:creationId xmlns:p14="http://schemas.microsoft.com/office/powerpoint/2010/main" val="2797745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Interaction between Logistics / Sales and Production =&gt; shared objectives focusing on the process (Its not about my customer, my plant or my trucks anymore)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your Drivers why you are doing this and what it is you aim for. Train them</a:t>
            </a:r>
          </a:p>
          <a:p>
            <a:endParaRPr lang="de-DE" dirty="0"/>
          </a:p>
        </p:txBody>
      </p:sp>
      <p:sp>
        <p:nvSpPr>
          <p:cNvPr id="4" name="Foliennummernplatzhalter 3"/>
          <p:cNvSpPr>
            <a:spLocks noGrp="1"/>
          </p:cNvSpPr>
          <p:nvPr>
            <p:ph type="sldNum" sz="quarter" idx="5"/>
          </p:nvPr>
        </p:nvSpPr>
        <p:spPr/>
        <p:txBody>
          <a:bodyPr/>
          <a:lstStyle/>
          <a:p>
            <a:fld id="{EA527421-B0B6-4A3E-A51A-4B97E11B7FD8}" type="slidenum">
              <a:rPr lang="de-DE" smtClean="0"/>
              <a:t>4</a:t>
            </a:fld>
            <a:endParaRPr lang="de-DE"/>
          </a:p>
        </p:txBody>
      </p:sp>
    </p:spTree>
    <p:extLst>
      <p:ext uri="{BB962C8B-B14F-4D97-AF65-F5344CB8AC3E}">
        <p14:creationId xmlns:p14="http://schemas.microsoft.com/office/powerpoint/2010/main" val="3672189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Interaction between Logistics / Sales and Production =&gt; shared objectives focusing on the process (Its not about my customer, my plant or my trucks anymore)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your Drivers why you are doing this and what it is you aim for. Train them</a:t>
            </a:r>
          </a:p>
          <a:p>
            <a:endParaRPr lang="de-DE" dirty="0"/>
          </a:p>
        </p:txBody>
      </p:sp>
      <p:sp>
        <p:nvSpPr>
          <p:cNvPr id="4" name="Foliennummernplatzhalter 3"/>
          <p:cNvSpPr>
            <a:spLocks noGrp="1"/>
          </p:cNvSpPr>
          <p:nvPr>
            <p:ph type="sldNum" sz="quarter" idx="5"/>
          </p:nvPr>
        </p:nvSpPr>
        <p:spPr/>
        <p:txBody>
          <a:bodyPr/>
          <a:lstStyle/>
          <a:p>
            <a:fld id="{EA527421-B0B6-4A3E-A51A-4B97E11B7FD8}" type="slidenum">
              <a:rPr lang="de-DE" smtClean="0"/>
              <a:t>6</a:t>
            </a:fld>
            <a:endParaRPr lang="de-DE"/>
          </a:p>
        </p:txBody>
      </p:sp>
    </p:spTree>
    <p:extLst>
      <p:ext uri="{BB962C8B-B14F-4D97-AF65-F5344CB8AC3E}">
        <p14:creationId xmlns:p14="http://schemas.microsoft.com/office/powerpoint/2010/main" val="2337226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Interaction between Logistics / Sales and Production =&gt; shared objectives focusing on the process (Its not about my customer, my plant or my trucks anymore)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Explain your Drivers why you are doing this and what it is you aim for. Train them</a:t>
            </a:r>
          </a:p>
          <a:p>
            <a:endParaRPr lang="de-DE" dirty="0"/>
          </a:p>
        </p:txBody>
      </p:sp>
      <p:sp>
        <p:nvSpPr>
          <p:cNvPr id="4" name="Foliennummernplatzhalter 3"/>
          <p:cNvSpPr>
            <a:spLocks noGrp="1"/>
          </p:cNvSpPr>
          <p:nvPr>
            <p:ph type="sldNum" sz="quarter" idx="5"/>
          </p:nvPr>
        </p:nvSpPr>
        <p:spPr/>
        <p:txBody>
          <a:bodyPr/>
          <a:lstStyle/>
          <a:p>
            <a:fld id="{EA527421-B0B6-4A3E-A51A-4B97E11B7FD8}" type="slidenum">
              <a:rPr lang="de-DE" smtClean="0"/>
              <a:t>11</a:t>
            </a:fld>
            <a:endParaRPr lang="de-DE"/>
          </a:p>
        </p:txBody>
      </p:sp>
    </p:spTree>
    <p:extLst>
      <p:ext uri="{BB962C8B-B14F-4D97-AF65-F5344CB8AC3E}">
        <p14:creationId xmlns:p14="http://schemas.microsoft.com/office/powerpoint/2010/main" val="3215171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full image">
    <p:spTree>
      <p:nvGrpSpPr>
        <p:cNvPr id="1" name=""/>
        <p:cNvGrpSpPr/>
        <p:nvPr/>
      </p:nvGrpSpPr>
      <p:grpSpPr>
        <a:xfrm>
          <a:off x="0" y="0"/>
          <a:ext cx="0" cy="0"/>
          <a:chOff x="0" y="0"/>
          <a:chExt cx="0" cy="0"/>
        </a:xfrm>
      </p:grpSpPr>
      <p:sp>
        <p:nvSpPr>
          <p:cNvPr id="13" name="Vollbild">
            <a:extLst>
              <a:ext uri="{FF2B5EF4-FFF2-40B4-BE49-F238E27FC236}">
                <a16:creationId xmlns:a16="http://schemas.microsoft.com/office/drawing/2014/main" id="{14397B68-4E63-4A35-AB9B-0598739D8A88}"/>
              </a:ext>
            </a:extLst>
          </p:cNvPr>
          <p:cNvSpPr>
            <a:spLocks noGrp="1"/>
          </p:cNvSpPr>
          <p:nvPr>
            <p:ph type="pic" sz="quarter" idx="13" hasCustomPrompt="1"/>
          </p:nvPr>
        </p:nvSpPr>
        <p:spPr>
          <a:xfrm>
            <a:off x="0" y="1"/>
            <a:ext cx="11520489" cy="6480175"/>
          </a:xfrm>
          <a:custGeom>
            <a:avLst/>
            <a:gdLst>
              <a:gd name="connsiteX0" fmla="*/ 0 w 11520489"/>
              <a:gd name="connsiteY0" fmla="*/ 0 h 6480175"/>
              <a:gd name="connsiteX1" fmla="*/ 619392 w 11520489"/>
              <a:gd name="connsiteY1" fmla="*/ 0 h 6480175"/>
              <a:gd name="connsiteX2" fmla="*/ 540000 w 11520489"/>
              <a:gd name="connsiteY2" fmla="*/ 287337 h 6480175"/>
              <a:gd name="connsiteX3" fmla="*/ 1294046 w 11520489"/>
              <a:gd name="connsiteY3" fmla="*/ 287337 h 6480175"/>
              <a:gd name="connsiteX4" fmla="*/ 1373438 w 11520489"/>
              <a:gd name="connsiteY4" fmla="*/ 0 h 6480175"/>
              <a:gd name="connsiteX5" fmla="*/ 11520489 w 11520489"/>
              <a:gd name="connsiteY5" fmla="*/ 0 h 6480175"/>
              <a:gd name="connsiteX6" fmla="*/ 11520489 w 11520489"/>
              <a:gd name="connsiteY6" fmla="*/ 6480175 h 6480175"/>
              <a:gd name="connsiteX7" fmla="*/ 10978063 w 11520489"/>
              <a:gd name="connsiteY7" fmla="*/ 6480175 h 6480175"/>
              <a:gd name="connsiteX8" fmla="*/ 10978063 w 11520489"/>
              <a:gd name="connsiteY8" fmla="*/ 6173787 h 6480175"/>
              <a:gd name="connsiteX9" fmla="*/ 10224000 w 11520489"/>
              <a:gd name="connsiteY9" fmla="*/ 6173787 h 6480175"/>
              <a:gd name="connsiteX10" fmla="*/ 10224000 w 11520489"/>
              <a:gd name="connsiteY10" fmla="*/ 6480175 h 6480175"/>
              <a:gd name="connsiteX11" fmla="*/ 0 w 11520489"/>
              <a:gd name="connsiteY11"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20489" h="6480175">
                <a:moveTo>
                  <a:pt x="0" y="0"/>
                </a:moveTo>
                <a:lnTo>
                  <a:pt x="619392" y="0"/>
                </a:lnTo>
                <a:lnTo>
                  <a:pt x="540000" y="287337"/>
                </a:lnTo>
                <a:lnTo>
                  <a:pt x="1294046" y="287337"/>
                </a:lnTo>
                <a:lnTo>
                  <a:pt x="1373438" y="0"/>
                </a:lnTo>
                <a:lnTo>
                  <a:pt x="11520489" y="0"/>
                </a:lnTo>
                <a:lnTo>
                  <a:pt x="11520489" y="6480175"/>
                </a:lnTo>
                <a:lnTo>
                  <a:pt x="10978063" y="6480175"/>
                </a:lnTo>
                <a:lnTo>
                  <a:pt x="10978063" y="6173787"/>
                </a:lnTo>
                <a:lnTo>
                  <a:pt x="10224000" y="6173787"/>
                </a:lnTo>
                <a:lnTo>
                  <a:pt x="10224000" y="6480175"/>
                </a:lnTo>
                <a:lnTo>
                  <a:pt x="0" y="6480175"/>
                </a:lnTo>
                <a:close/>
              </a:path>
            </a:pathLst>
          </a:custGeom>
          <a:solidFill>
            <a:schemeClr val="accent3">
              <a:lumMod val="20000"/>
              <a:lumOff val="80000"/>
            </a:schemeClr>
          </a:solidFill>
        </p:spPr>
        <p:txBody>
          <a:bodyPr wrap="square" lIns="10224000" bIns="792000" anchor="b" anchorCtr="0">
            <a:noAutofit/>
          </a:bodyPr>
          <a:lstStyle>
            <a:lvl1pPr algn="l">
              <a:defRPr sz="1600" b="0"/>
            </a:lvl1pPr>
          </a:lstStyle>
          <a:p>
            <a:r>
              <a:rPr lang="de-DE" dirty="0"/>
              <a:t>Bild einfügen &gt;&gt; Menü </a:t>
            </a:r>
            <a:br>
              <a:rPr lang="de-DE" dirty="0"/>
            </a:br>
            <a:r>
              <a:rPr lang="de-DE" dirty="0"/>
              <a:t>&gt; Einfügen </a:t>
            </a:r>
            <a:br>
              <a:rPr lang="de-DE" dirty="0"/>
            </a:br>
            <a:r>
              <a:rPr lang="de-DE" dirty="0"/>
              <a:t>&gt; Bilder </a:t>
            </a:r>
            <a:br>
              <a:rPr lang="de-DE" dirty="0"/>
            </a:br>
            <a:r>
              <a:rPr lang="de-DE" dirty="0"/>
              <a:t>oder per </a:t>
            </a:r>
            <a:br>
              <a:rPr lang="de-DE" dirty="0"/>
            </a:br>
            <a:r>
              <a:rPr lang="de-DE" dirty="0"/>
              <a:t>Drag-n-Drop</a:t>
            </a:r>
          </a:p>
        </p:txBody>
      </p:sp>
      <p:sp>
        <p:nvSpPr>
          <p:cNvPr id="21" name="Titel">
            <a:extLst>
              <a:ext uri="{FF2B5EF4-FFF2-40B4-BE49-F238E27FC236}">
                <a16:creationId xmlns:a16="http://schemas.microsoft.com/office/drawing/2014/main" id="{E58928A2-F2F0-4DA2-A28F-CE5885C0E895}"/>
              </a:ext>
            </a:extLst>
          </p:cNvPr>
          <p:cNvSpPr>
            <a:spLocks noGrp="1"/>
          </p:cNvSpPr>
          <p:nvPr>
            <p:ph type="ctrTitle" hasCustomPrompt="1"/>
          </p:nvPr>
        </p:nvSpPr>
        <p:spPr>
          <a:xfrm>
            <a:off x="0" y="0"/>
            <a:ext cx="11156950" cy="6480175"/>
          </a:xfrm>
          <a:custGeom>
            <a:avLst/>
            <a:gdLst>
              <a:gd name="connsiteX0" fmla="*/ 0 w 11156950"/>
              <a:gd name="connsiteY0" fmla="*/ 0 h 6480175"/>
              <a:gd name="connsiteX1" fmla="*/ 619392 w 11156950"/>
              <a:gd name="connsiteY1" fmla="*/ 0 h 6480175"/>
              <a:gd name="connsiteX2" fmla="*/ 540000 w 11156950"/>
              <a:gd name="connsiteY2" fmla="*/ 287338 h 6480175"/>
              <a:gd name="connsiteX3" fmla="*/ 1294046 w 11156950"/>
              <a:gd name="connsiteY3" fmla="*/ 287338 h 6480175"/>
              <a:gd name="connsiteX4" fmla="*/ 1373438 w 11156950"/>
              <a:gd name="connsiteY4" fmla="*/ 0 h 6480175"/>
              <a:gd name="connsiteX5" fmla="*/ 11156950 w 11156950"/>
              <a:gd name="connsiteY5" fmla="*/ 0 h 6480175"/>
              <a:gd name="connsiteX6" fmla="*/ 9388946 w 11156950"/>
              <a:gd name="connsiteY6" fmla="*/ 6480175 h 6480175"/>
              <a:gd name="connsiteX7" fmla="*/ 0 w 11156950"/>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56950" h="6480175">
                <a:moveTo>
                  <a:pt x="0" y="0"/>
                </a:moveTo>
                <a:lnTo>
                  <a:pt x="619392" y="0"/>
                </a:lnTo>
                <a:lnTo>
                  <a:pt x="540000" y="287338"/>
                </a:lnTo>
                <a:lnTo>
                  <a:pt x="1294046" y="287338"/>
                </a:lnTo>
                <a:lnTo>
                  <a:pt x="1373438" y="0"/>
                </a:lnTo>
                <a:lnTo>
                  <a:pt x="11156950" y="0"/>
                </a:lnTo>
                <a:lnTo>
                  <a:pt x="9388946" y="6480175"/>
                </a:lnTo>
                <a:lnTo>
                  <a:pt x="0" y="6480175"/>
                </a:lnTo>
                <a:close/>
              </a:path>
            </a:pathLst>
          </a:custGeom>
          <a:solidFill>
            <a:schemeClr val="accent3">
              <a:alpha val="50000"/>
            </a:schemeClr>
          </a:solidFill>
        </p:spPr>
        <p:txBody>
          <a:bodyPr wrap="square" lIns="1404000" tIns="1782000" rIns="1080000" anchor="t" anchorCtr="0">
            <a:noAutofit/>
          </a:bodyPr>
          <a:lstStyle>
            <a:lvl1pPr algn="l">
              <a:defRPr sz="3000">
                <a:solidFill>
                  <a:schemeClr val="bg1"/>
                </a:solidFill>
                <a:latin typeface="+mj-lt"/>
              </a:defRPr>
            </a:lvl1pPr>
          </a:lstStyle>
          <a:p>
            <a:r>
              <a:rPr lang="de-DE" dirty="0"/>
              <a:t>Hier steht der Titel der Präsentation</a:t>
            </a:r>
            <a:br>
              <a:rPr lang="de-DE" dirty="0"/>
            </a:br>
            <a:r>
              <a:rPr lang="de-DE" dirty="0"/>
              <a:t>Dieser kann zweizeilig sein</a:t>
            </a:r>
          </a:p>
        </p:txBody>
      </p:sp>
      <p:sp>
        <p:nvSpPr>
          <p:cNvPr id="3" name="Over Line">
            <a:extLst>
              <a:ext uri="{FF2B5EF4-FFF2-40B4-BE49-F238E27FC236}">
                <a16:creationId xmlns:a16="http://schemas.microsoft.com/office/drawing/2014/main" id="{5D62107B-E00D-4D9F-B761-023EEF0E9789}"/>
              </a:ext>
            </a:extLst>
          </p:cNvPr>
          <p:cNvSpPr>
            <a:spLocks noGrp="1"/>
          </p:cNvSpPr>
          <p:nvPr>
            <p:ph type="subTitle" idx="1" hasCustomPrompt="1"/>
          </p:nvPr>
        </p:nvSpPr>
        <p:spPr>
          <a:xfrm>
            <a:off x="1403350" y="1262063"/>
            <a:ext cx="8672400" cy="503499"/>
          </a:xfrm>
        </p:spPr>
        <p:txBody>
          <a:bodyPr anchor="b" anchorCtr="0"/>
          <a:lstStyle>
            <a:lvl1pPr marL="0" indent="0" algn="l">
              <a:buFont typeface="Arial" panose="020B0604020202020204" pitchFamily="34" charset="0"/>
              <a:buNone/>
              <a:defRPr sz="3000" b="0">
                <a:solidFill>
                  <a:schemeClr val="bg1"/>
                </a:solidFill>
                <a:latin typeface="+mn-lt"/>
              </a:defRPr>
            </a:lvl1pPr>
            <a:lvl2pPr marL="0" indent="0" algn="l">
              <a:buFont typeface="Arial" panose="020B0604020202020204" pitchFamily="34" charset="0"/>
              <a:buNone/>
              <a:defRPr sz="3000" b="0">
                <a:solidFill>
                  <a:schemeClr val="bg1"/>
                </a:solidFill>
                <a:latin typeface="+mn-lt"/>
              </a:defRPr>
            </a:lvl2pPr>
            <a:lvl3pPr marL="0" indent="0" algn="l">
              <a:buFont typeface="Arial" panose="020B0604020202020204" pitchFamily="34" charset="0"/>
              <a:buNone/>
              <a:defRPr sz="3000" b="0">
                <a:solidFill>
                  <a:schemeClr val="bg1"/>
                </a:solidFill>
                <a:latin typeface="+mn-lt"/>
              </a:defRPr>
            </a:lvl3pPr>
            <a:lvl4pPr marL="0" indent="0" algn="l">
              <a:buFont typeface="Arial" panose="020B0604020202020204" pitchFamily="34" charset="0"/>
              <a:buNone/>
              <a:defRPr sz="3000" b="0">
                <a:solidFill>
                  <a:schemeClr val="bg1"/>
                </a:solidFill>
                <a:latin typeface="+mn-lt"/>
              </a:defRPr>
            </a:lvl4pPr>
            <a:lvl5pPr marL="0" indent="0" algn="l">
              <a:buFont typeface="Arial" panose="020B0604020202020204" pitchFamily="34" charset="0"/>
              <a:buNone/>
              <a:defRPr sz="3000" b="0">
                <a:solidFill>
                  <a:schemeClr val="bg1"/>
                </a:solidFill>
                <a:latin typeface="+mn-lt"/>
              </a:defRPr>
            </a:lvl5pPr>
            <a:lvl6pPr marL="0" indent="0" algn="l">
              <a:spcBef>
                <a:spcPts val="0"/>
              </a:spcBef>
              <a:buFont typeface="Arial" panose="020B0604020202020204" pitchFamily="34" charset="0"/>
              <a:buNone/>
              <a:defRPr sz="3000" b="0">
                <a:solidFill>
                  <a:schemeClr val="bg1"/>
                </a:solidFill>
                <a:latin typeface="+mn-lt"/>
              </a:defRPr>
            </a:lvl6pPr>
            <a:lvl7pPr marL="0" indent="0" algn="l">
              <a:buFont typeface="Arial" panose="020B0604020202020204" pitchFamily="34" charset="0"/>
              <a:buNone/>
              <a:defRPr sz="3000" b="0">
                <a:solidFill>
                  <a:schemeClr val="bg1"/>
                </a:solidFill>
                <a:latin typeface="+mn-lt"/>
              </a:defRPr>
            </a:lvl7pPr>
            <a:lvl8pPr marL="0" indent="0" algn="l">
              <a:buFont typeface="Arial" panose="020B0604020202020204" pitchFamily="34" charset="0"/>
              <a:buNone/>
              <a:defRPr sz="3000" b="0">
                <a:solidFill>
                  <a:schemeClr val="bg1"/>
                </a:solidFill>
                <a:latin typeface="+mn-lt"/>
              </a:defRPr>
            </a:lvl8pPr>
            <a:lvl9pPr marL="0" indent="0" algn="l">
              <a:buFont typeface="Arial" panose="020B0604020202020204" pitchFamily="34" charset="0"/>
              <a:buNone/>
              <a:defRPr sz="3000" b="0">
                <a:solidFill>
                  <a:schemeClr val="bg1"/>
                </a:solidFill>
                <a:latin typeface="+mn-lt"/>
              </a:defRPr>
            </a:lvl9pPr>
          </a:lstStyle>
          <a:p>
            <a:pPr lvl="1"/>
            <a:r>
              <a:rPr lang="de-DE" dirty="0"/>
              <a:t>Over Line Präsentationstitel</a:t>
            </a:r>
          </a:p>
        </p:txBody>
      </p:sp>
      <p:sp>
        <p:nvSpPr>
          <p:cNvPr id="24" name="Vortragender 1">
            <a:extLst>
              <a:ext uri="{FF2B5EF4-FFF2-40B4-BE49-F238E27FC236}">
                <a16:creationId xmlns:a16="http://schemas.microsoft.com/office/drawing/2014/main" id="{EE590035-1C9F-4D28-BC16-E8B42F9A8DFE}"/>
              </a:ext>
            </a:extLst>
          </p:cNvPr>
          <p:cNvSpPr>
            <a:spLocks noGrp="1"/>
          </p:cNvSpPr>
          <p:nvPr>
            <p:ph type="body" orient="vert" idx="14" hasCustomPrompt="1"/>
          </p:nvPr>
        </p:nvSpPr>
        <p:spPr>
          <a:xfrm>
            <a:off x="1403350" y="4464050"/>
            <a:ext cx="3600000" cy="1331913"/>
          </a:xfrm>
        </p:spPr>
        <p:txBody>
          <a:bodyPr vert="horz"/>
          <a:lstStyle>
            <a:lvl1pPr>
              <a:defRPr>
                <a:solidFill>
                  <a:schemeClr val="bg1"/>
                </a:solidFill>
              </a:defRPr>
            </a:lvl1pPr>
            <a:lvl2pPr marL="0" indent="0">
              <a:spcBef>
                <a:spcPts val="0"/>
              </a:spcBef>
              <a:buNone/>
              <a:defRPr b="0">
                <a:solidFill>
                  <a:schemeClr val="bg1"/>
                </a:solidFill>
              </a:defRPr>
            </a:lvl2pPr>
            <a:lvl3pPr marL="0" indent="0">
              <a:spcBef>
                <a:spcPts val="2160"/>
              </a:spcBef>
              <a:buNone/>
              <a:defRPr sz="1100" b="0">
                <a:solidFill>
                  <a:schemeClr val="bg1"/>
                </a:solidFill>
              </a:defRPr>
            </a:lvl3pPr>
            <a:lvl4pPr marL="0" indent="0">
              <a:buNone/>
              <a:defRPr sz="1100" b="0">
                <a:solidFill>
                  <a:schemeClr val="bg1"/>
                </a:solidFill>
              </a:defRPr>
            </a:lvl4pPr>
            <a:lvl5pPr marL="0" indent="0">
              <a:buFont typeface="Arial" panose="020B0604020202020204" pitchFamily="34" charset="0"/>
              <a:buNone/>
              <a:defRPr sz="1100" b="0">
                <a:solidFill>
                  <a:schemeClr val="bg1"/>
                </a:solidFill>
              </a:defRPr>
            </a:lvl5pPr>
            <a:lvl6pPr marL="0" indent="0">
              <a:spcBef>
                <a:spcPts val="0"/>
              </a:spcBef>
              <a:buFont typeface="Arial" panose="020B0604020202020204" pitchFamily="34" charset="0"/>
              <a:buNone/>
              <a:defRPr sz="1100" b="0">
                <a:solidFill>
                  <a:schemeClr val="bg1"/>
                </a:solidFill>
              </a:defRPr>
            </a:lvl6pPr>
            <a:lvl7pPr marL="0" indent="0">
              <a:buFont typeface="Arial" panose="020B0604020202020204" pitchFamily="34" charset="0"/>
              <a:buNone/>
              <a:defRPr sz="1100" b="0">
                <a:solidFill>
                  <a:schemeClr val="bg1"/>
                </a:solidFill>
              </a:defRPr>
            </a:lvl7pPr>
            <a:lvl8pPr marL="0" indent="0">
              <a:buFont typeface="Arial" panose="020B0604020202020204" pitchFamily="34" charset="0"/>
              <a:buNone/>
              <a:defRPr sz="1100" b="0">
                <a:solidFill>
                  <a:schemeClr val="bg1"/>
                </a:solidFill>
              </a:defRPr>
            </a:lvl8pPr>
            <a:lvl9pPr marL="0" indent="0">
              <a:buFont typeface="Arial" panose="020B0604020202020204" pitchFamily="34" charset="0"/>
              <a:buNone/>
              <a:defRPr sz="1100" b="0">
                <a:solidFill>
                  <a:schemeClr val="bg1"/>
                </a:solidFill>
              </a:defRPr>
            </a:lvl9pPr>
          </a:lstStyle>
          <a:p>
            <a:pPr lvl="0"/>
            <a:r>
              <a:rPr lang="de-DE" dirty="0"/>
              <a:t>Name Vortragender 1 auf erster Ebene // für Position und E-Mail &gt;&gt; Menü &gt; Start &gt; Absatz &gt; Listenebene</a:t>
            </a:r>
          </a:p>
          <a:p>
            <a:pPr lvl="1"/>
            <a:r>
              <a:rPr lang="de-DE" dirty="0"/>
              <a:t>Zweite Ebene</a:t>
            </a:r>
          </a:p>
        </p:txBody>
      </p:sp>
      <p:sp>
        <p:nvSpPr>
          <p:cNvPr id="25" name="Vortragender 2">
            <a:extLst>
              <a:ext uri="{FF2B5EF4-FFF2-40B4-BE49-F238E27FC236}">
                <a16:creationId xmlns:a16="http://schemas.microsoft.com/office/drawing/2014/main" id="{9CDAA703-5C3A-493D-87FB-7A5417DBC2DB}"/>
              </a:ext>
            </a:extLst>
          </p:cNvPr>
          <p:cNvSpPr>
            <a:spLocks noGrp="1"/>
          </p:cNvSpPr>
          <p:nvPr>
            <p:ph type="body" orient="vert" idx="15" hasCustomPrompt="1"/>
          </p:nvPr>
        </p:nvSpPr>
        <p:spPr>
          <a:xfrm>
            <a:off x="5795963" y="4464050"/>
            <a:ext cx="3600000" cy="1331913"/>
          </a:xfrm>
        </p:spPr>
        <p:txBody>
          <a:bodyPr vert="horz"/>
          <a:lstStyle>
            <a:lvl1pPr>
              <a:defRPr>
                <a:solidFill>
                  <a:schemeClr val="bg1"/>
                </a:solidFill>
              </a:defRPr>
            </a:lvl1pPr>
            <a:lvl2pPr marL="0" indent="0">
              <a:spcBef>
                <a:spcPts val="0"/>
              </a:spcBef>
              <a:buNone/>
              <a:defRPr b="0">
                <a:solidFill>
                  <a:schemeClr val="bg1"/>
                </a:solidFill>
              </a:defRPr>
            </a:lvl2pPr>
            <a:lvl3pPr marL="0" indent="0">
              <a:spcBef>
                <a:spcPts val="2160"/>
              </a:spcBef>
              <a:buNone/>
              <a:defRPr sz="1100" b="0">
                <a:solidFill>
                  <a:schemeClr val="bg1"/>
                </a:solidFill>
              </a:defRPr>
            </a:lvl3pPr>
            <a:lvl4pPr marL="0" indent="0">
              <a:buNone/>
              <a:defRPr sz="1100" b="0">
                <a:solidFill>
                  <a:schemeClr val="bg1"/>
                </a:solidFill>
              </a:defRPr>
            </a:lvl4pPr>
            <a:lvl5pPr marL="0" indent="0">
              <a:buFont typeface="Arial" panose="020B0604020202020204" pitchFamily="34" charset="0"/>
              <a:buNone/>
              <a:defRPr sz="1100" b="0">
                <a:solidFill>
                  <a:schemeClr val="bg1"/>
                </a:solidFill>
              </a:defRPr>
            </a:lvl5pPr>
            <a:lvl6pPr marL="0" indent="0">
              <a:spcBef>
                <a:spcPts val="0"/>
              </a:spcBef>
              <a:buFont typeface="Arial" panose="020B0604020202020204" pitchFamily="34" charset="0"/>
              <a:buNone/>
              <a:defRPr sz="1100" b="0">
                <a:solidFill>
                  <a:schemeClr val="bg1"/>
                </a:solidFill>
              </a:defRPr>
            </a:lvl6pPr>
            <a:lvl7pPr marL="0" indent="0">
              <a:buFont typeface="Arial" panose="020B0604020202020204" pitchFamily="34" charset="0"/>
              <a:buNone/>
              <a:defRPr sz="1100" b="0">
                <a:solidFill>
                  <a:schemeClr val="bg1"/>
                </a:solidFill>
              </a:defRPr>
            </a:lvl7pPr>
            <a:lvl8pPr marL="0" indent="0">
              <a:buFont typeface="Arial" panose="020B0604020202020204" pitchFamily="34" charset="0"/>
              <a:buNone/>
              <a:defRPr sz="1100" b="0">
                <a:solidFill>
                  <a:schemeClr val="bg1"/>
                </a:solidFill>
              </a:defRPr>
            </a:lvl8pPr>
            <a:lvl9pPr marL="0" indent="0">
              <a:buFont typeface="Arial" panose="020B0604020202020204" pitchFamily="34" charset="0"/>
              <a:buNone/>
              <a:defRPr sz="1100" b="0">
                <a:solidFill>
                  <a:schemeClr val="bg1"/>
                </a:solidFill>
              </a:defRPr>
            </a:lvl9pPr>
          </a:lstStyle>
          <a:p>
            <a:pPr lvl="0"/>
            <a:r>
              <a:rPr lang="de-DE" dirty="0"/>
              <a:t>Name Vortragender 2 auf erster Ebene // für Position und E-Mail &gt;&gt; Menü &gt; Start &gt; Absatz &gt; Listenebene</a:t>
            </a:r>
          </a:p>
          <a:p>
            <a:pPr lvl="1"/>
            <a:r>
              <a:rPr lang="de-DE" dirty="0"/>
              <a:t>Zweite Ebene</a:t>
            </a:r>
          </a:p>
        </p:txBody>
      </p:sp>
      <p:sp>
        <p:nvSpPr>
          <p:cNvPr id="12" name="Privacy Notice">
            <a:extLst>
              <a:ext uri="{FF2B5EF4-FFF2-40B4-BE49-F238E27FC236}">
                <a16:creationId xmlns:a16="http://schemas.microsoft.com/office/drawing/2014/main" id="{0B1F9BD4-65EC-42A7-8E8D-E9B13F420A4F}"/>
              </a:ext>
            </a:extLst>
          </p:cNvPr>
          <p:cNvSpPr>
            <a:spLocks noGrp="1"/>
          </p:cNvSpPr>
          <p:nvPr>
            <p:ph type="body" orient="vert" idx="19" hasCustomPrompt="1"/>
          </p:nvPr>
        </p:nvSpPr>
        <p:spPr>
          <a:xfrm>
            <a:off x="1403350" y="5795964"/>
            <a:ext cx="7416000" cy="586800"/>
          </a:xfrm>
        </p:spPr>
        <p:txBody>
          <a:bodyPr vert="horz" anchor="b" anchorCtr="0"/>
          <a:lstStyle>
            <a:lvl1pPr marL="0" indent="0">
              <a:spcBef>
                <a:spcPts val="0"/>
              </a:spcBef>
              <a:buFont typeface="Arial" panose="020B0604020202020204" pitchFamily="34" charset="0"/>
              <a:buNone/>
              <a:defRPr sz="900" b="0">
                <a:solidFill>
                  <a:schemeClr val="bg1"/>
                </a:solidFill>
                <a:latin typeface="+mn-lt"/>
              </a:defRPr>
            </a:lvl1pPr>
            <a:lvl2pPr marL="0" indent="0">
              <a:spcBef>
                <a:spcPts val="0"/>
              </a:spcBef>
              <a:buFont typeface="Arial" panose="020B0604020202020204" pitchFamily="34" charset="0"/>
              <a:buNone/>
              <a:defRPr sz="900" b="0">
                <a:solidFill>
                  <a:schemeClr val="bg1"/>
                </a:solidFill>
                <a:latin typeface="+mn-lt"/>
              </a:defRPr>
            </a:lvl2pPr>
            <a:lvl3pPr marL="0" indent="0">
              <a:spcBef>
                <a:spcPts val="0"/>
              </a:spcBef>
              <a:buFont typeface="Arial" panose="020B0604020202020204" pitchFamily="34" charset="0"/>
              <a:buNone/>
              <a:defRPr sz="900" b="0">
                <a:solidFill>
                  <a:schemeClr val="bg1"/>
                </a:solidFill>
                <a:latin typeface="+mn-lt"/>
              </a:defRPr>
            </a:lvl3pPr>
            <a:lvl4pPr marL="0" indent="0">
              <a:spcBef>
                <a:spcPts val="0"/>
              </a:spcBef>
              <a:buFont typeface="Arial" panose="020B0604020202020204" pitchFamily="34" charset="0"/>
              <a:buNone/>
              <a:defRPr sz="900" b="0">
                <a:solidFill>
                  <a:schemeClr val="bg1"/>
                </a:solidFill>
                <a:latin typeface="+mn-lt"/>
              </a:defRPr>
            </a:lvl4pPr>
            <a:lvl5pPr marL="0" indent="0">
              <a:spcBef>
                <a:spcPts val="0"/>
              </a:spcBef>
              <a:buFont typeface="Arial" panose="020B0604020202020204" pitchFamily="34" charset="0"/>
              <a:buNone/>
              <a:defRPr sz="900" b="0">
                <a:solidFill>
                  <a:schemeClr val="bg1"/>
                </a:solidFill>
                <a:latin typeface="+mn-lt"/>
              </a:defRPr>
            </a:lvl5pPr>
            <a:lvl6pPr marL="0" indent="0">
              <a:spcBef>
                <a:spcPts val="0"/>
              </a:spcBef>
              <a:buFont typeface="Arial" panose="020B0604020202020204" pitchFamily="34" charset="0"/>
              <a:buNone/>
              <a:defRPr sz="900" b="0">
                <a:solidFill>
                  <a:schemeClr val="bg1"/>
                </a:solidFill>
                <a:latin typeface="+mn-lt"/>
              </a:defRPr>
            </a:lvl6pPr>
            <a:lvl7pPr marL="0" indent="0">
              <a:spcBef>
                <a:spcPts val="0"/>
              </a:spcBef>
              <a:buFont typeface="Arial" panose="020B0604020202020204" pitchFamily="34" charset="0"/>
              <a:buNone/>
              <a:defRPr sz="900" b="0">
                <a:solidFill>
                  <a:schemeClr val="bg1"/>
                </a:solidFill>
                <a:latin typeface="+mn-lt"/>
              </a:defRPr>
            </a:lvl7pPr>
            <a:lvl8pPr marL="0" indent="0">
              <a:spcBef>
                <a:spcPts val="0"/>
              </a:spcBef>
              <a:buFont typeface="Arial" panose="020B0604020202020204" pitchFamily="34" charset="0"/>
              <a:buNone/>
              <a:defRPr sz="900" b="0">
                <a:solidFill>
                  <a:schemeClr val="bg1"/>
                </a:solidFill>
                <a:latin typeface="+mn-lt"/>
              </a:defRPr>
            </a:lvl8pPr>
            <a:lvl9pPr marL="0" indent="0">
              <a:spcBef>
                <a:spcPts val="0"/>
              </a:spcBef>
              <a:buFont typeface="Arial" panose="020B0604020202020204" pitchFamily="34" charset="0"/>
              <a:buNone/>
              <a:defRPr sz="900" b="0">
                <a:solidFill>
                  <a:schemeClr val="bg1"/>
                </a:solidFill>
                <a:latin typeface="+mn-lt"/>
              </a:defRPr>
            </a:lvl9pPr>
          </a:lstStyle>
          <a:p>
            <a:pPr lvl="0"/>
            <a:r>
              <a:rPr lang="en-US" noProof="0" dirty="0"/>
              <a:t>Privacy Notice</a:t>
            </a:r>
          </a:p>
        </p:txBody>
      </p:sp>
      <p:sp>
        <p:nvSpPr>
          <p:cNvPr id="6" name="Datum">
            <a:extLst>
              <a:ext uri="{FF2B5EF4-FFF2-40B4-BE49-F238E27FC236}">
                <a16:creationId xmlns:a16="http://schemas.microsoft.com/office/drawing/2014/main" id="{B1E4A66D-6C80-4E10-87DF-9164AD754B66}"/>
              </a:ext>
            </a:extLst>
          </p:cNvPr>
          <p:cNvSpPr>
            <a:spLocks noGrp="1"/>
          </p:cNvSpPr>
          <p:nvPr>
            <p:ph type="dt" sz="half" idx="20"/>
          </p:nvPr>
        </p:nvSpPr>
        <p:spPr>
          <a:xfrm>
            <a:off x="3168000" y="6552000"/>
            <a:ext cx="720000" cy="180000"/>
          </a:xfrm>
        </p:spPr>
        <p:txBody>
          <a:bodyPr/>
          <a:lstStyle/>
          <a:p>
            <a:fld id="{618CD3BC-1EE4-4050-B2BF-C7FCA8BD8257}" type="datetime1">
              <a:rPr lang="de-DE" smtClean="0"/>
              <a:t>15.03.2024</a:t>
            </a:fld>
            <a:endParaRPr lang="de-DE" sz="1000" dirty="0"/>
          </a:p>
        </p:txBody>
      </p:sp>
      <p:sp>
        <p:nvSpPr>
          <p:cNvPr id="7" name="Fußzeile">
            <a:extLst>
              <a:ext uri="{FF2B5EF4-FFF2-40B4-BE49-F238E27FC236}">
                <a16:creationId xmlns:a16="http://schemas.microsoft.com/office/drawing/2014/main" id="{EAC983C9-CD91-4A8C-AC2C-62C586ED472A}"/>
              </a:ext>
            </a:extLst>
          </p:cNvPr>
          <p:cNvSpPr>
            <a:spLocks noGrp="1"/>
          </p:cNvSpPr>
          <p:nvPr>
            <p:ph type="ftr" sz="quarter" idx="21"/>
          </p:nvPr>
        </p:nvSpPr>
        <p:spPr>
          <a:xfrm>
            <a:off x="539750" y="6552000"/>
            <a:ext cx="2376250" cy="180000"/>
          </a:xfrm>
        </p:spPr>
        <p:txBody>
          <a:bodyPr/>
          <a:lstStyle/>
          <a:p>
            <a:r>
              <a:rPr lang="en-US" dirty="0"/>
              <a:t>Refer to proprietary notice on title page</a:t>
            </a:r>
            <a:endParaRPr lang="de-DE" dirty="0"/>
          </a:p>
        </p:txBody>
      </p:sp>
      <p:sp>
        <p:nvSpPr>
          <p:cNvPr id="8" name="Foliennummer">
            <a:extLst>
              <a:ext uri="{FF2B5EF4-FFF2-40B4-BE49-F238E27FC236}">
                <a16:creationId xmlns:a16="http://schemas.microsoft.com/office/drawing/2014/main" id="{CEBFC61B-EA60-454E-87D6-CDC14E7623F3}"/>
              </a:ext>
            </a:extLst>
          </p:cNvPr>
          <p:cNvSpPr>
            <a:spLocks noGrp="1"/>
          </p:cNvSpPr>
          <p:nvPr>
            <p:ph type="sldNum" sz="quarter" idx="22"/>
          </p:nvPr>
        </p:nvSpPr>
        <p:spPr>
          <a:xfrm>
            <a:off x="4068000" y="6552000"/>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3500438313"/>
      </p:ext>
    </p:extLst>
  </p:cSld>
  <p:clrMapOvr>
    <a:masterClrMapping/>
  </p:clrMapOvr>
  <p:extLst>
    <p:ext uri="{DCECCB84-F9BA-43D5-87BE-67443E8EF086}">
      <p15:sldGuideLst xmlns:p15="http://schemas.microsoft.com/office/powerpoint/2012/main">
        <p15:guide id="1" pos="884" userDrawn="1">
          <p15:clr>
            <a:srgbClr val="FBAE40"/>
          </p15:clr>
        </p15:guide>
        <p15:guide id="2" orient="horz" pos="2812" userDrawn="1">
          <p15:clr>
            <a:srgbClr val="FBAE40"/>
          </p15:clr>
        </p15:guide>
        <p15:guide id="3" pos="3651" userDrawn="1">
          <p15:clr>
            <a:srgbClr val="FBAE40"/>
          </p15:clr>
        </p15:guide>
        <p15:guide id="4" orient="horz" pos="3651" userDrawn="1">
          <p15:clr>
            <a:srgbClr val="FBAE40"/>
          </p15:clr>
        </p15:guide>
        <p15:guide id="5" orient="horz" pos="385" userDrawn="1">
          <p15:clr>
            <a:srgbClr val="FBAE40"/>
          </p15:clr>
        </p15:guide>
        <p15:guide id="6" orient="horz" pos="79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rhomboid">
    <p:spTree>
      <p:nvGrpSpPr>
        <p:cNvPr id="1" name=""/>
        <p:cNvGrpSpPr/>
        <p:nvPr/>
      </p:nvGrpSpPr>
      <p:grpSpPr>
        <a:xfrm>
          <a:off x="0" y="0"/>
          <a:ext cx="0" cy="0"/>
          <a:chOff x="0" y="0"/>
          <a:chExt cx="0" cy="0"/>
        </a:xfrm>
      </p:grpSpPr>
      <p:sp>
        <p:nvSpPr>
          <p:cNvPr id="54" name="Rhomboid Bild 3 Spalten">
            <a:extLst>
              <a:ext uri="{FF2B5EF4-FFF2-40B4-BE49-F238E27FC236}">
                <a16:creationId xmlns:a16="http://schemas.microsoft.com/office/drawing/2014/main" id="{137F158A-59F1-458A-BC27-F880FE4A52B8}"/>
              </a:ext>
            </a:extLst>
          </p:cNvPr>
          <p:cNvSpPr>
            <a:spLocks noGrp="1"/>
          </p:cNvSpPr>
          <p:nvPr>
            <p:ph type="pic" sz="quarter" idx="19" hasCustomPrompt="1"/>
          </p:nvPr>
        </p:nvSpPr>
        <p:spPr>
          <a:xfrm>
            <a:off x="7377114" y="0"/>
            <a:ext cx="4143375" cy="6480175"/>
          </a:xfrm>
          <a:custGeom>
            <a:avLst/>
            <a:gdLst>
              <a:gd name="connsiteX0" fmla="*/ 1766948 w 4143375"/>
              <a:gd name="connsiteY0" fmla="*/ 0 h 6480175"/>
              <a:gd name="connsiteX1" fmla="*/ 4143375 w 4143375"/>
              <a:gd name="connsiteY1" fmla="*/ 0 h 6480175"/>
              <a:gd name="connsiteX2" fmla="*/ 4143375 w 4143375"/>
              <a:gd name="connsiteY2" fmla="*/ 6480175 h 6480175"/>
              <a:gd name="connsiteX3" fmla="*/ 3600949 w 4143375"/>
              <a:gd name="connsiteY3" fmla="*/ 6480175 h 6480175"/>
              <a:gd name="connsiteX4" fmla="*/ 3600949 w 4143375"/>
              <a:gd name="connsiteY4" fmla="*/ 6173788 h 6480175"/>
              <a:gd name="connsiteX5" fmla="*/ 2846886 w 4143375"/>
              <a:gd name="connsiteY5" fmla="*/ 6173788 h 6480175"/>
              <a:gd name="connsiteX6" fmla="*/ 2846886 w 4143375"/>
              <a:gd name="connsiteY6" fmla="*/ 6480175 h 6480175"/>
              <a:gd name="connsiteX7" fmla="*/ 0 w 4143375"/>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6480175">
                <a:moveTo>
                  <a:pt x="1766948" y="0"/>
                </a:moveTo>
                <a:lnTo>
                  <a:pt x="4143375" y="0"/>
                </a:lnTo>
                <a:lnTo>
                  <a:pt x="4143375" y="6480175"/>
                </a:lnTo>
                <a:lnTo>
                  <a:pt x="3600949" y="6480175"/>
                </a:lnTo>
                <a:lnTo>
                  <a:pt x="3600949" y="6173788"/>
                </a:lnTo>
                <a:lnTo>
                  <a:pt x="2846886" y="6173788"/>
                </a:lnTo>
                <a:lnTo>
                  <a:pt x="2846886"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Bild einfügen per </a:t>
            </a:r>
            <a:br>
              <a:rPr lang="de-DE" dirty="0"/>
            </a:br>
            <a:r>
              <a:rPr lang="de-DE" dirty="0"/>
              <a:t>Drag-n-Drop </a:t>
            </a:r>
          </a:p>
        </p:txBody>
      </p:sp>
      <p:sp>
        <p:nvSpPr>
          <p:cNvPr id="21" name="Titel">
            <a:extLst>
              <a:ext uri="{FF2B5EF4-FFF2-40B4-BE49-F238E27FC236}">
                <a16:creationId xmlns:a16="http://schemas.microsoft.com/office/drawing/2014/main" id="{E58928A2-F2F0-4DA2-A28F-CE5885C0E895}"/>
              </a:ext>
            </a:extLst>
          </p:cNvPr>
          <p:cNvSpPr>
            <a:spLocks noGrp="1"/>
          </p:cNvSpPr>
          <p:nvPr>
            <p:ph type="ctrTitle" hasCustomPrompt="1"/>
          </p:nvPr>
        </p:nvSpPr>
        <p:spPr>
          <a:xfrm>
            <a:off x="539751" y="1029361"/>
            <a:ext cx="5760000" cy="1620000"/>
          </a:xfrm>
          <a:prstGeom prst="rect">
            <a:avLst/>
          </a:prstGeom>
          <a:noFill/>
        </p:spPr>
        <p:txBody>
          <a:bodyPr wrap="square" lIns="0" tIns="0" rIns="0" anchor="t" anchorCtr="0">
            <a:noAutofit/>
          </a:bodyPr>
          <a:lstStyle>
            <a:lvl1pPr algn="l">
              <a:defRPr sz="3000">
                <a:solidFill>
                  <a:schemeClr val="tx1"/>
                </a:solidFill>
                <a:latin typeface="+mj-lt"/>
              </a:defRPr>
            </a:lvl1pPr>
          </a:lstStyle>
          <a:p>
            <a:r>
              <a:rPr lang="de-DE" dirty="0"/>
              <a:t>Hier steht der Titel </a:t>
            </a:r>
            <a:br>
              <a:rPr lang="de-DE" dirty="0"/>
            </a:br>
            <a:r>
              <a:rPr lang="de-DE" dirty="0"/>
              <a:t>der Präsentation</a:t>
            </a:r>
            <a:br>
              <a:rPr lang="de-DE" dirty="0"/>
            </a:br>
            <a:r>
              <a:rPr lang="de-DE" dirty="0"/>
              <a:t>Dieser kann mehrzeilig sein</a:t>
            </a:r>
          </a:p>
        </p:txBody>
      </p:sp>
      <p:sp>
        <p:nvSpPr>
          <p:cNvPr id="3" name="Over Line">
            <a:extLst>
              <a:ext uri="{FF2B5EF4-FFF2-40B4-BE49-F238E27FC236}">
                <a16:creationId xmlns:a16="http://schemas.microsoft.com/office/drawing/2014/main" id="{5D62107B-E00D-4D9F-B761-023EEF0E9789}"/>
              </a:ext>
            </a:extLst>
          </p:cNvPr>
          <p:cNvSpPr>
            <a:spLocks noGrp="1"/>
          </p:cNvSpPr>
          <p:nvPr>
            <p:ph type="subTitle" idx="1" hasCustomPrompt="1"/>
          </p:nvPr>
        </p:nvSpPr>
        <p:spPr>
          <a:xfrm>
            <a:off x="539750" y="512763"/>
            <a:ext cx="5760000" cy="503499"/>
          </a:xfrm>
        </p:spPr>
        <p:txBody>
          <a:bodyPr anchor="b" anchorCtr="0"/>
          <a:lstStyle>
            <a:lvl1pPr marL="0" indent="0" algn="l">
              <a:buFont typeface="Arial" panose="020B0604020202020204" pitchFamily="34" charset="0"/>
              <a:buNone/>
              <a:defRPr sz="3000" b="0">
                <a:solidFill>
                  <a:schemeClr val="tx1"/>
                </a:solidFill>
                <a:latin typeface="+mn-lt"/>
              </a:defRPr>
            </a:lvl1pPr>
            <a:lvl2pPr marL="0" indent="0" algn="l">
              <a:buFont typeface="Arial" panose="020B0604020202020204" pitchFamily="34" charset="0"/>
              <a:buNone/>
              <a:defRPr sz="3000" b="0">
                <a:solidFill>
                  <a:schemeClr val="tx1"/>
                </a:solidFill>
                <a:latin typeface="+mn-lt"/>
              </a:defRPr>
            </a:lvl2pPr>
            <a:lvl3pPr marL="0" indent="0" algn="l">
              <a:buFont typeface="Arial" panose="020B0604020202020204" pitchFamily="34" charset="0"/>
              <a:buNone/>
              <a:defRPr sz="3000" b="0">
                <a:solidFill>
                  <a:schemeClr val="tx1"/>
                </a:solidFill>
                <a:latin typeface="+mn-lt"/>
              </a:defRPr>
            </a:lvl3pPr>
            <a:lvl4pPr marL="0" indent="0" algn="l">
              <a:buFont typeface="Arial" panose="020B0604020202020204" pitchFamily="34" charset="0"/>
              <a:buNone/>
              <a:defRPr sz="3000" b="0">
                <a:solidFill>
                  <a:schemeClr val="tx1"/>
                </a:solidFill>
                <a:latin typeface="+mn-lt"/>
              </a:defRPr>
            </a:lvl4pPr>
            <a:lvl5pPr marL="0" indent="0" algn="l">
              <a:buFont typeface="Arial" panose="020B0604020202020204" pitchFamily="34" charset="0"/>
              <a:buNone/>
              <a:defRPr sz="3000" b="0">
                <a:solidFill>
                  <a:schemeClr val="tx1"/>
                </a:solidFill>
                <a:latin typeface="+mn-lt"/>
              </a:defRPr>
            </a:lvl5pPr>
            <a:lvl6pPr marL="0" indent="0" algn="l">
              <a:spcBef>
                <a:spcPts val="0"/>
              </a:spcBef>
              <a:buFont typeface="Arial" panose="020B0604020202020204" pitchFamily="34" charset="0"/>
              <a:buNone/>
              <a:defRPr sz="3000" b="0">
                <a:solidFill>
                  <a:schemeClr val="tx1"/>
                </a:solidFill>
                <a:latin typeface="+mn-lt"/>
              </a:defRPr>
            </a:lvl6pPr>
            <a:lvl7pPr marL="0" indent="0" algn="l">
              <a:buFont typeface="Arial" panose="020B0604020202020204" pitchFamily="34" charset="0"/>
              <a:buNone/>
              <a:defRPr sz="3000" b="0">
                <a:solidFill>
                  <a:schemeClr val="tx1"/>
                </a:solidFill>
                <a:latin typeface="+mn-lt"/>
              </a:defRPr>
            </a:lvl7pPr>
            <a:lvl8pPr marL="0" indent="0" algn="l">
              <a:buFont typeface="Arial" panose="020B0604020202020204" pitchFamily="34" charset="0"/>
              <a:buNone/>
              <a:defRPr sz="3000" b="0">
                <a:solidFill>
                  <a:schemeClr val="tx1"/>
                </a:solidFill>
                <a:latin typeface="+mn-lt"/>
              </a:defRPr>
            </a:lvl8pPr>
            <a:lvl9pPr marL="0" indent="0" algn="l">
              <a:buFont typeface="Arial" panose="020B0604020202020204" pitchFamily="34" charset="0"/>
              <a:buNone/>
              <a:defRPr sz="3000" b="0">
                <a:solidFill>
                  <a:schemeClr val="tx1"/>
                </a:solidFill>
                <a:latin typeface="+mn-lt"/>
              </a:defRPr>
            </a:lvl9pPr>
          </a:lstStyle>
          <a:p>
            <a:pPr lvl="1"/>
            <a:r>
              <a:rPr lang="de-DE" dirty="0"/>
              <a:t>Over Line Präsentationstitel</a:t>
            </a:r>
          </a:p>
        </p:txBody>
      </p:sp>
      <p:sp>
        <p:nvSpPr>
          <p:cNvPr id="24" name="Ort/Datum">
            <a:extLst>
              <a:ext uri="{FF2B5EF4-FFF2-40B4-BE49-F238E27FC236}">
                <a16:creationId xmlns:a16="http://schemas.microsoft.com/office/drawing/2014/main" id="{EE590035-1C9F-4D28-BC16-E8B42F9A8DFE}"/>
              </a:ext>
            </a:extLst>
          </p:cNvPr>
          <p:cNvSpPr>
            <a:spLocks noGrp="1"/>
          </p:cNvSpPr>
          <p:nvPr>
            <p:ph type="body" orient="vert" idx="14" hasCustomPrompt="1"/>
          </p:nvPr>
        </p:nvSpPr>
        <p:spPr>
          <a:xfrm>
            <a:off x="539749" y="5232932"/>
            <a:ext cx="5760000" cy="503499"/>
          </a:xfrm>
        </p:spPr>
        <p:txBody>
          <a:bodyPr vert="horz" anchor="b" anchorCtr="0"/>
          <a:lstStyle>
            <a:lvl1pPr marL="0" indent="0">
              <a:spcBef>
                <a:spcPts val="0"/>
              </a:spcBef>
              <a:buFont typeface="Arial" panose="020B0604020202020204" pitchFamily="34" charset="0"/>
              <a:buNone/>
              <a:defRPr sz="1800" b="1">
                <a:solidFill>
                  <a:schemeClr val="tx1"/>
                </a:solidFill>
              </a:defRPr>
            </a:lvl1pPr>
            <a:lvl2pPr marL="0" indent="0">
              <a:spcBef>
                <a:spcPts val="0"/>
              </a:spcBef>
              <a:buFont typeface="Arial" panose="020B0604020202020204" pitchFamily="34" charset="0"/>
              <a:buNone/>
              <a:defRPr sz="1800" b="1">
                <a:solidFill>
                  <a:schemeClr val="tx1"/>
                </a:solidFill>
              </a:defRPr>
            </a:lvl2pPr>
            <a:lvl3pPr marL="0" indent="0">
              <a:spcBef>
                <a:spcPts val="0"/>
              </a:spcBef>
              <a:buFont typeface="Arial" panose="020B0604020202020204" pitchFamily="34" charset="0"/>
              <a:buNone/>
              <a:defRPr sz="1800" b="1">
                <a:solidFill>
                  <a:schemeClr val="tx1"/>
                </a:solidFill>
              </a:defRPr>
            </a:lvl3pPr>
            <a:lvl4pPr marL="0" indent="0">
              <a:spcBef>
                <a:spcPts val="0"/>
              </a:spcBef>
              <a:buFont typeface="Arial" panose="020B0604020202020204" pitchFamily="34" charset="0"/>
              <a:buNone/>
              <a:defRPr sz="1800" b="1">
                <a:solidFill>
                  <a:schemeClr val="tx1"/>
                </a:solidFill>
              </a:defRPr>
            </a:lvl4pPr>
            <a:lvl5pPr marL="0" indent="0">
              <a:spcBef>
                <a:spcPts val="0"/>
              </a:spcBef>
              <a:buFont typeface="Arial" panose="020B0604020202020204" pitchFamily="34" charset="0"/>
              <a:buNone/>
              <a:defRPr sz="1800" b="1">
                <a:solidFill>
                  <a:schemeClr val="tx1"/>
                </a:solidFill>
              </a:defRPr>
            </a:lvl5pPr>
            <a:lvl6pPr marL="0" indent="0">
              <a:spcBef>
                <a:spcPts val="0"/>
              </a:spcBef>
              <a:buFont typeface="Arial" panose="020B0604020202020204" pitchFamily="34" charset="0"/>
              <a:buNone/>
              <a:defRPr sz="1800" b="1">
                <a:solidFill>
                  <a:schemeClr val="tx1"/>
                </a:solidFill>
              </a:defRPr>
            </a:lvl6pPr>
            <a:lvl7pPr marL="0" indent="0">
              <a:spcBef>
                <a:spcPts val="0"/>
              </a:spcBef>
              <a:buFont typeface="Arial" panose="020B0604020202020204" pitchFamily="34" charset="0"/>
              <a:buNone/>
              <a:defRPr sz="1800" b="1">
                <a:solidFill>
                  <a:schemeClr val="tx1"/>
                </a:solidFill>
              </a:defRPr>
            </a:lvl7pPr>
            <a:lvl8pPr marL="0" indent="0">
              <a:spcBef>
                <a:spcPts val="0"/>
              </a:spcBef>
              <a:buFont typeface="Arial" panose="020B0604020202020204" pitchFamily="34" charset="0"/>
              <a:buNone/>
              <a:defRPr sz="1800" b="1">
                <a:solidFill>
                  <a:schemeClr val="tx1"/>
                </a:solidFill>
              </a:defRPr>
            </a:lvl8pPr>
            <a:lvl9pPr marL="0" indent="0">
              <a:spcBef>
                <a:spcPts val="0"/>
              </a:spcBef>
              <a:buFont typeface="Arial" panose="020B0604020202020204" pitchFamily="34" charset="0"/>
              <a:buNone/>
              <a:defRPr sz="1800" b="1">
                <a:solidFill>
                  <a:schemeClr val="tx1"/>
                </a:solidFill>
              </a:defRPr>
            </a:lvl9pPr>
          </a:lstStyle>
          <a:p>
            <a:pPr lvl="0"/>
            <a:r>
              <a:rPr lang="de-DE" dirty="0"/>
              <a:t>Ort, X. Monat 2019  </a:t>
            </a:r>
          </a:p>
        </p:txBody>
      </p:sp>
      <p:sp>
        <p:nvSpPr>
          <p:cNvPr id="58" name="Inhalt">
            <a:extLst>
              <a:ext uri="{FF2B5EF4-FFF2-40B4-BE49-F238E27FC236}">
                <a16:creationId xmlns:a16="http://schemas.microsoft.com/office/drawing/2014/main" id="{C6CD3634-E569-42B7-9679-B18C402C418A}"/>
              </a:ext>
            </a:extLst>
          </p:cNvPr>
          <p:cNvSpPr>
            <a:spLocks noGrp="1"/>
          </p:cNvSpPr>
          <p:nvPr>
            <p:ph idx="21" hasCustomPrompt="1"/>
          </p:nvPr>
        </p:nvSpPr>
        <p:spPr>
          <a:xfrm>
            <a:off x="539750" y="3240086"/>
            <a:ext cx="2520000" cy="1440000"/>
          </a:xfrm>
        </p:spPr>
        <p:txBody>
          <a:bodyPr/>
          <a:lstStyle>
            <a:lvl1pPr marL="0" indent="0">
              <a:buFont typeface="Arial" panose="020B0604020202020204" pitchFamily="34" charset="0"/>
              <a:buNone/>
              <a:defRPr sz="1000" b="0"/>
            </a:lvl1pPr>
            <a:lvl2pPr marL="0" indent="0">
              <a:buNone/>
              <a:defRPr sz="1000" b="0"/>
            </a:lvl2pPr>
            <a:lvl3pPr marL="0" indent="0">
              <a:buNone/>
              <a:defRPr sz="1000" b="0"/>
            </a:lvl3pPr>
            <a:lvl4pPr marL="0" indent="0">
              <a:buNone/>
              <a:defRPr sz="1000" b="0"/>
            </a:lvl4pPr>
            <a:lvl5pPr marL="0" indent="0">
              <a:buFont typeface="Arial" panose="020B0604020202020204" pitchFamily="34" charset="0"/>
              <a:buNone/>
              <a:defRPr sz="1000" b="0"/>
            </a:lvl5pPr>
            <a:lvl6pPr marL="0" indent="0">
              <a:buFont typeface="Arial" panose="020B0604020202020204" pitchFamily="34" charset="0"/>
              <a:buNone/>
              <a:defRPr sz="1000" b="0"/>
            </a:lvl6pPr>
            <a:lvl7pPr marL="0" indent="0">
              <a:buFont typeface="Arial" panose="020B0604020202020204" pitchFamily="34" charset="0"/>
              <a:buNone/>
              <a:defRPr sz="1000" b="0"/>
            </a:lvl7pPr>
            <a:lvl8pPr marL="0" indent="0">
              <a:buFont typeface="Arial" panose="020B0604020202020204" pitchFamily="34" charset="0"/>
              <a:buNone/>
              <a:defRPr sz="1000" b="0"/>
            </a:lvl8pPr>
            <a:lvl9pPr marL="0" indent="0">
              <a:buFont typeface="Arial" panose="020B0604020202020204" pitchFamily="34" charset="0"/>
              <a:buNone/>
              <a:defRPr sz="1000" b="0"/>
            </a:lvl9pPr>
          </a:lstStyle>
          <a:p>
            <a:pPr lvl="0"/>
            <a:r>
              <a:rPr lang="de-DE" dirty="0"/>
              <a:t>ggf. Kundenlogo einfügen</a:t>
            </a:r>
          </a:p>
        </p:txBody>
      </p:sp>
      <p:sp>
        <p:nvSpPr>
          <p:cNvPr id="12" name="Privacy Notice">
            <a:extLst>
              <a:ext uri="{FF2B5EF4-FFF2-40B4-BE49-F238E27FC236}">
                <a16:creationId xmlns:a16="http://schemas.microsoft.com/office/drawing/2014/main" id="{90A0CF01-6C1D-40BE-9E15-FFB1088A3887}"/>
              </a:ext>
            </a:extLst>
          </p:cNvPr>
          <p:cNvSpPr>
            <a:spLocks noGrp="1"/>
          </p:cNvSpPr>
          <p:nvPr>
            <p:ph type="body" orient="vert" idx="22" hasCustomPrompt="1"/>
          </p:nvPr>
        </p:nvSpPr>
        <p:spPr>
          <a:xfrm>
            <a:off x="539749" y="5795964"/>
            <a:ext cx="7416000" cy="586800"/>
          </a:xfrm>
        </p:spPr>
        <p:txBody>
          <a:bodyPr vert="horz" anchor="b" anchorCtr="0"/>
          <a:lstStyle>
            <a:lvl1pPr marL="0" indent="0">
              <a:spcBef>
                <a:spcPts val="0"/>
              </a:spcBef>
              <a:buFont typeface="Arial" panose="020B0604020202020204" pitchFamily="34" charset="0"/>
              <a:buNone/>
              <a:defRPr sz="900" b="0">
                <a:solidFill>
                  <a:schemeClr val="tx1"/>
                </a:solidFill>
                <a:latin typeface="+mn-lt"/>
              </a:defRPr>
            </a:lvl1pPr>
            <a:lvl2pPr marL="0" indent="0">
              <a:spcBef>
                <a:spcPts val="0"/>
              </a:spcBef>
              <a:buFont typeface="Arial" panose="020B0604020202020204" pitchFamily="34" charset="0"/>
              <a:buNone/>
              <a:defRPr sz="900" b="0">
                <a:solidFill>
                  <a:schemeClr val="tx1"/>
                </a:solidFill>
                <a:latin typeface="+mn-lt"/>
              </a:defRPr>
            </a:lvl2pPr>
            <a:lvl3pPr marL="0" indent="0">
              <a:spcBef>
                <a:spcPts val="0"/>
              </a:spcBef>
              <a:buFont typeface="Arial" panose="020B0604020202020204" pitchFamily="34" charset="0"/>
              <a:buNone/>
              <a:defRPr sz="900" b="0">
                <a:solidFill>
                  <a:schemeClr val="tx1"/>
                </a:solidFill>
                <a:latin typeface="+mn-lt"/>
              </a:defRPr>
            </a:lvl3pPr>
            <a:lvl4pPr marL="0" indent="0">
              <a:spcBef>
                <a:spcPts val="0"/>
              </a:spcBef>
              <a:buFont typeface="Arial" panose="020B0604020202020204" pitchFamily="34" charset="0"/>
              <a:buNone/>
              <a:defRPr sz="900" b="0">
                <a:solidFill>
                  <a:schemeClr val="tx1"/>
                </a:solidFill>
                <a:latin typeface="+mn-lt"/>
              </a:defRPr>
            </a:lvl4pPr>
            <a:lvl5pPr marL="0" indent="0">
              <a:spcBef>
                <a:spcPts val="0"/>
              </a:spcBef>
              <a:buFont typeface="Arial" panose="020B0604020202020204" pitchFamily="34" charset="0"/>
              <a:buNone/>
              <a:defRPr sz="900" b="0">
                <a:solidFill>
                  <a:schemeClr val="tx1"/>
                </a:solidFill>
                <a:latin typeface="+mn-lt"/>
              </a:defRPr>
            </a:lvl5pPr>
            <a:lvl6pPr marL="0" indent="0">
              <a:spcBef>
                <a:spcPts val="0"/>
              </a:spcBef>
              <a:buFont typeface="Arial" panose="020B0604020202020204" pitchFamily="34" charset="0"/>
              <a:buNone/>
              <a:defRPr sz="900" b="0">
                <a:solidFill>
                  <a:schemeClr val="tx1"/>
                </a:solidFill>
                <a:latin typeface="+mn-lt"/>
              </a:defRPr>
            </a:lvl6pPr>
            <a:lvl7pPr marL="0" indent="0">
              <a:spcBef>
                <a:spcPts val="0"/>
              </a:spcBef>
              <a:buFont typeface="Arial" panose="020B0604020202020204" pitchFamily="34" charset="0"/>
              <a:buNone/>
              <a:defRPr sz="900" b="0">
                <a:solidFill>
                  <a:schemeClr val="tx1"/>
                </a:solidFill>
                <a:latin typeface="+mn-lt"/>
              </a:defRPr>
            </a:lvl7pPr>
            <a:lvl8pPr marL="0" indent="0">
              <a:spcBef>
                <a:spcPts val="0"/>
              </a:spcBef>
              <a:buFont typeface="Arial" panose="020B0604020202020204" pitchFamily="34" charset="0"/>
              <a:buNone/>
              <a:defRPr sz="900" b="0">
                <a:solidFill>
                  <a:schemeClr val="tx1"/>
                </a:solidFill>
                <a:latin typeface="+mn-lt"/>
              </a:defRPr>
            </a:lvl8pPr>
            <a:lvl9pPr marL="0" indent="0">
              <a:spcBef>
                <a:spcPts val="0"/>
              </a:spcBef>
              <a:buFont typeface="Arial" panose="020B0604020202020204" pitchFamily="34" charset="0"/>
              <a:buNone/>
              <a:defRPr sz="900" b="0">
                <a:solidFill>
                  <a:schemeClr val="tx1"/>
                </a:solidFill>
                <a:latin typeface="+mn-lt"/>
              </a:defRPr>
            </a:lvl9pPr>
          </a:lstStyle>
          <a:p>
            <a:pPr lvl="0"/>
            <a:r>
              <a:rPr lang="en-US" noProof="0" dirty="0"/>
              <a:t>Privacy Notice</a:t>
            </a:r>
          </a:p>
        </p:txBody>
      </p:sp>
      <p:sp>
        <p:nvSpPr>
          <p:cNvPr id="11" name="Datum">
            <a:extLst>
              <a:ext uri="{FF2B5EF4-FFF2-40B4-BE49-F238E27FC236}">
                <a16:creationId xmlns:a16="http://schemas.microsoft.com/office/drawing/2014/main" id="{6A30448C-ED32-483C-91FE-AFA97F4AFABE}"/>
              </a:ext>
            </a:extLst>
          </p:cNvPr>
          <p:cNvSpPr>
            <a:spLocks noGrp="1"/>
          </p:cNvSpPr>
          <p:nvPr>
            <p:ph type="dt" sz="half" idx="20"/>
          </p:nvPr>
        </p:nvSpPr>
        <p:spPr>
          <a:xfrm>
            <a:off x="3168000" y="6552000"/>
            <a:ext cx="720000" cy="180000"/>
          </a:xfrm>
        </p:spPr>
        <p:txBody>
          <a:bodyPr/>
          <a:lstStyle/>
          <a:p>
            <a:fld id="{86D7BBF9-7C8E-497B-A742-6E93E4649479}" type="datetime1">
              <a:rPr lang="de-DE" smtClean="0"/>
              <a:t>15.03.2024</a:t>
            </a:fld>
            <a:endParaRPr lang="de-DE" sz="1000" dirty="0"/>
          </a:p>
        </p:txBody>
      </p:sp>
      <p:sp>
        <p:nvSpPr>
          <p:cNvPr id="13" name="Fußzeile">
            <a:extLst>
              <a:ext uri="{FF2B5EF4-FFF2-40B4-BE49-F238E27FC236}">
                <a16:creationId xmlns:a16="http://schemas.microsoft.com/office/drawing/2014/main" id="{D2664EAF-959E-431B-9E6B-F97E37650B01}"/>
              </a:ext>
            </a:extLst>
          </p:cNvPr>
          <p:cNvSpPr>
            <a:spLocks noGrp="1"/>
          </p:cNvSpPr>
          <p:nvPr>
            <p:ph type="ftr" sz="quarter" idx="23"/>
          </p:nvPr>
        </p:nvSpPr>
        <p:spPr>
          <a:xfrm>
            <a:off x="539750" y="6552000"/>
            <a:ext cx="2376250" cy="180000"/>
          </a:xfrm>
        </p:spPr>
        <p:txBody>
          <a:bodyPr/>
          <a:lstStyle/>
          <a:p>
            <a:r>
              <a:rPr lang="en-US" dirty="0"/>
              <a:t>Refer to proprietary notice on title page</a:t>
            </a:r>
            <a:endParaRPr lang="de-DE" dirty="0"/>
          </a:p>
        </p:txBody>
      </p:sp>
      <p:sp>
        <p:nvSpPr>
          <p:cNvPr id="14" name="Foliennummer">
            <a:extLst>
              <a:ext uri="{FF2B5EF4-FFF2-40B4-BE49-F238E27FC236}">
                <a16:creationId xmlns:a16="http://schemas.microsoft.com/office/drawing/2014/main" id="{7F06B5C4-71A5-4F46-A9B8-B9DC8CCB6279}"/>
              </a:ext>
            </a:extLst>
          </p:cNvPr>
          <p:cNvSpPr>
            <a:spLocks noGrp="1"/>
          </p:cNvSpPr>
          <p:nvPr>
            <p:ph type="sldNum" sz="quarter" idx="24"/>
          </p:nvPr>
        </p:nvSpPr>
        <p:spPr>
          <a:xfrm>
            <a:off x="4068000" y="6552000"/>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81258783"/>
      </p:ext>
    </p:extLst>
  </p:cSld>
  <p:clrMapOvr>
    <a:masterClrMapping/>
  </p:clrMapOvr>
  <p:extLst>
    <p:ext uri="{DCECCB84-F9BA-43D5-87BE-67443E8EF086}">
      <p15:sldGuideLst xmlns:p15="http://schemas.microsoft.com/office/powerpoint/2012/main">
        <p15:guide id="1" pos="6917" userDrawn="1">
          <p15:clr>
            <a:srgbClr val="FBAE40"/>
          </p15:clr>
        </p15:guide>
        <p15:guide id="3" pos="340" userDrawn="1">
          <p15:clr>
            <a:srgbClr val="FBAE40"/>
          </p15:clr>
        </p15:guide>
        <p15:guide id="4" orient="horz" pos="3651">
          <p15:clr>
            <a:srgbClr val="FBAE40"/>
          </p15:clr>
        </p15:guide>
        <p15:guide id="5" orient="horz" pos="385" userDrawn="1">
          <p15:clr>
            <a:srgbClr val="FBAE40"/>
          </p15:clr>
        </p15:guide>
        <p15:guide id="6" orient="horz" pos="32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p:txBody>
          <a:bodyPr/>
          <a:lstStyle>
            <a:lvl1pPr>
              <a:defRPr lang="de-DE" sz="1800" b="1" i="0" u="none" strike="noStrike" baseline="0" smtClean="0"/>
            </a:lvl1pPr>
          </a:lstStyle>
          <a:p>
            <a:r>
              <a:rPr lang="de-DE" dirty="0"/>
              <a:t>Hier steht der Inhalt</a:t>
            </a:r>
          </a:p>
        </p:txBody>
      </p:sp>
      <p:sp>
        <p:nvSpPr>
          <p:cNvPr id="8" name="Text">
            <a:extLst>
              <a:ext uri="{FF2B5EF4-FFF2-40B4-BE49-F238E27FC236}">
                <a16:creationId xmlns:a16="http://schemas.microsoft.com/office/drawing/2014/main" id="{25230366-7AB1-4EE3-AD91-2C54FE8789C5}"/>
              </a:ext>
            </a:extLst>
          </p:cNvPr>
          <p:cNvSpPr>
            <a:spLocks noGrp="1"/>
          </p:cNvSpPr>
          <p:nvPr>
            <p:ph type="body" orient="vert" idx="1" hasCustomPrompt="1"/>
          </p:nvPr>
        </p:nvSpPr>
        <p:spPr>
          <a:xfrm>
            <a:off x="539749" y="1350963"/>
            <a:ext cx="6948488" cy="4445000"/>
          </a:xfrm>
        </p:spPr>
        <p:txBody>
          <a:bodyPr vert="horz"/>
          <a:lstStyle>
            <a:lvl1pPr marL="126000" indent="-126000">
              <a:spcBef>
                <a:spcPts val="2160"/>
              </a:spcBef>
              <a:buFont typeface="Arial" panose="020B0604020202020204" pitchFamily="34" charset="0"/>
              <a:buChar char="▪"/>
              <a:defRPr/>
            </a:lvl1pPr>
            <a:lvl2pPr marL="126000" indent="0">
              <a:spcBef>
                <a:spcPts val="0"/>
              </a:spcBef>
              <a:buNone/>
              <a:defRPr b="0"/>
            </a:lvl2pPr>
            <a:lvl3pPr marL="126000" indent="0">
              <a:buNone/>
              <a:defRPr b="0"/>
            </a:lvl3pPr>
            <a:lvl4pPr marL="126000" indent="0">
              <a:buNone/>
              <a:defRPr b="0"/>
            </a:lvl4pPr>
            <a:lvl5pPr marL="126000">
              <a:defRPr b="0"/>
            </a:lvl5pPr>
            <a:lvl6pPr marL="126000" indent="0">
              <a:spcBef>
                <a:spcPts val="0"/>
              </a:spcBef>
              <a:buNone/>
              <a:defRPr b="0"/>
            </a:lvl6pPr>
            <a:lvl7pPr marL="126000">
              <a:defRPr b="0"/>
            </a:lvl7pPr>
            <a:lvl8pPr marL="126000">
              <a:defRPr b="0"/>
            </a:lvl8pPr>
            <a:lvl9pPr marL="126000">
              <a:defRPr b="0"/>
            </a:lvl9pPr>
          </a:lstStyle>
          <a:p>
            <a:pPr lvl="0"/>
            <a:r>
              <a:rPr lang="de-DE" dirty="0"/>
              <a:t>Hauptthema auf erster Ebene // für Unterthema &gt;&gt;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Datum">
            <a:extLst>
              <a:ext uri="{FF2B5EF4-FFF2-40B4-BE49-F238E27FC236}">
                <a16:creationId xmlns:a16="http://schemas.microsoft.com/office/drawing/2014/main" id="{C065D492-915F-49EF-A43D-D824707C7980}"/>
              </a:ext>
            </a:extLst>
          </p:cNvPr>
          <p:cNvSpPr>
            <a:spLocks noGrp="1"/>
          </p:cNvSpPr>
          <p:nvPr>
            <p:ph type="dt" sz="half" idx="13"/>
          </p:nvPr>
        </p:nvSpPr>
        <p:spPr/>
        <p:txBody>
          <a:bodyPr/>
          <a:lstStyle/>
          <a:p>
            <a:fld id="{E435E030-9418-4180-99C5-609FE031C58B}" type="datetime1">
              <a:rPr lang="de-DE" smtClean="0"/>
              <a:t>15.03.2024</a:t>
            </a:fld>
            <a:endParaRPr lang="de-DE" sz="1000" dirty="0"/>
          </a:p>
        </p:txBody>
      </p:sp>
      <p:sp>
        <p:nvSpPr>
          <p:cNvPr id="7" name="Fußzeile">
            <a:extLst>
              <a:ext uri="{FF2B5EF4-FFF2-40B4-BE49-F238E27FC236}">
                <a16:creationId xmlns:a16="http://schemas.microsoft.com/office/drawing/2014/main" id="{5895FE63-63A2-45BF-BBE7-2BBEEFCD3919}"/>
              </a:ext>
            </a:extLst>
          </p:cNvPr>
          <p:cNvSpPr>
            <a:spLocks noGrp="1"/>
          </p:cNvSpPr>
          <p:nvPr>
            <p:ph type="ftr" sz="quarter" idx="14"/>
          </p:nvPr>
        </p:nvSpPr>
        <p:spPr/>
        <p:txBody>
          <a:bodyPr/>
          <a:lstStyle/>
          <a:p>
            <a:r>
              <a:rPr lang="en-US"/>
              <a:t>Refer to proprietary notice on title page</a:t>
            </a:r>
            <a:endParaRPr lang="de-DE" dirty="0"/>
          </a:p>
        </p:txBody>
      </p:sp>
      <p:sp>
        <p:nvSpPr>
          <p:cNvPr id="9" name="Foliennummer">
            <a:extLst>
              <a:ext uri="{FF2B5EF4-FFF2-40B4-BE49-F238E27FC236}">
                <a16:creationId xmlns:a16="http://schemas.microsoft.com/office/drawing/2014/main" id="{3787D5DE-C01B-4DCB-A773-F58C6FA764FD}"/>
              </a:ext>
            </a:extLst>
          </p:cNvPr>
          <p:cNvSpPr>
            <a:spLocks noGrp="1"/>
          </p:cNvSpPr>
          <p:nvPr>
            <p:ph type="sldNum" sz="quarter" idx="15"/>
          </p:nvPr>
        </p:nvSpPr>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4197549016"/>
      </p:ext>
    </p:extLst>
  </p:cSld>
  <p:clrMapOvr>
    <a:masterClrMapping/>
  </p:clrMapOvr>
  <p:extLst>
    <p:ext uri="{DCECCB84-F9BA-43D5-87BE-67443E8EF086}">
      <p15:sldGuideLst xmlns:p15="http://schemas.microsoft.com/office/powerpoint/2012/main">
        <p15:guide id="1" pos="340" userDrawn="1">
          <p15:clr>
            <a:srgbClr val="FBAE40"/>
          </p15:clr>
        </p15:guide>
        <p15:guide id="2" orient="horz" pos="385" userDrawn="1">
          <p15:clr>
            <a:srgbClr val="FBAE40"/>
          </p15:clr>
        </p15:guide>
        <p15:guide id="3" pos="4717" userDrawn="1">
          <p15:clr>
            <a:srgbClr val="FBAE40"/>
          </p15:clr>
        </p15:guide>
        <p15:guide id="4" pos="6917" userDrawn="1">
          <p15:clr>
            <a:srgbClr val="FBAE40"/>
          </p15:clr>
        </p15:guide>
        <p15:guide id="5" orient="horz" pos="851" userDrawn="1">
          <p15:clr>
            <a:srgbClr val="FBAE40"/>
          </p15:clr>
        </p15:guide>
        <p15:guide id="6" orient="horz" pos="3651" userDrawn="1">
          <p15:clr>
            <a:srgbClr val="FBAE40"/>
          </p15:clr>
        </p15:guide>
        <p15:guide id="7" pos="415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slide + rhomboid">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p:txBody>
          <a:bodyPr/>
          <a:lstStyle>
            <a:lvl1pPr>
              <a:defRPr/>
            </a:lvl1pPr>
          </a:lstStyle>
          <a:p>
            <a:r>
              <a:rPr lang="de-DE" dirty="0"/>
              <a:t>Hier steht eine Überschrift</a:t>
            </a:r>
            <a:br>
              <a:rPr lang="de-DE" dirty="0"/>
            </a:br>
            <a:r>
              <a:rPr lang="de-DE" dirty="0"/>
              <a:t>Diese kann zweizeilig sein</a:t>
            </a:r>
          </a:p>
        </p:txBody>
      </p:sp>
      <p:sp>
        <p:nvSpPr>
          <p:cNvPr id="3" name="Inhalt">
            <a:extLst>
              <a:ext uri="{FF2B5EF4-FFF2-40B4-BE49-F238E27FC236}">
                <a16:creationId xmlns:a16="http://schemas.microsoft.com/office/drawing/2014/main" id="{F47392CF-7E88-490D-B47F-DF31B998A499}"/>
              </a:ext>
            </a:extLst>
          </p:cNvPr>
          <p:cNvSpPr>
            <a:spLocks noGrp="1"/>
          </p:cNvSpPr>
          <p:nvPr>
            <p:ph idx="1" hasCustomPrompt="1"/>
          </p:nvPr>
        </p:nvSpPr>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3" name="Datum">
            <a:extLst>
              <a:ext uri="{FF2B5EF4-FFF2-40B4-BE49-F238E27FC236}">
                <a16:creationId xmlns:a16="http://schemas.microsoft.com/office/drawing/2014/main" id="{7785864D-1CAD-4D49-B260-F4092BDD856E}"/>
              </a:ext>
            </a:extLst>
          </p:cNvPr>
          <p:cNvSpPr>
            <a:spLocks noGrp="1"/>
          </p:cNvSpPr>
          <p:nvPr>
            <p:ph type="dt" sz="half" idx="13"/>
          </p:nvPr>
        </p:nvSpPr>
        <p:spPr>
          <a:xfrm>
            <a:off x="3168000" y="6211052"/>
            <a:ext cx="720000" cy="180000"/>
          </a:xfrm>
        </p:spPr>
        <p:txBody>
          <a:bodyPr/>
          <a:lstStyle/>
          <a:p>
            <a:fld id="{FBF89E89-5D20-420A-8146-1D72AE10AF92}" type="datetime1">
              <a:rPr lang="de-DE" smtClean="0"/>
              <a:t>15.03.2024</a:t>
            </a:fld>
            <a:endParaRPr lang="de-DE" sz="1000" dirty="0"/>
          </a:p>
        </p:txBody>
      </p:sp>
      <p:sp>
        <p:nvSpPr>
          <p:cNvPr id="14" name="Fußzeile">
            <a:extLst>
              <a:ext uri="{FF2B5EF4-FFF2-40B4-BE49-F238E27FC236}">
                <a16:creationId xmlns:a16="http://schemas.microsoft.com/office/drawing/2014/main" id="{B5BED47F-807F-497B-B7ED-868E59310EAE}"/>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15" name="Foliennummer">
            <a:extLst>
              <a:ext uri="{FF2B5EF4-FFF2-40B4-BE49-F238E27FC236}">
                <a16:creationId xmlns:a16="http://schemas.microsoft.com/office/drawing/2014/main" id="{C7B96CF2-F627-4234-B3C9-4CDD084F694F}"/>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224091888"/>
      </p:ext>
    </p:extLst>
  </p:cSld>
  <p:clrMapOvr>
    <a:masterClrMapping/>
  </p:clrMapOvr>
  <p:extLst>
    <p:ext uri="{DCECCB84-F9BA-43D5-87BE-67443E8EF086}">
      <p15:sldGuideLst xmlns:p15="http://schemas.microsoft.com/office/powerpoint/2012/main">
        <p15:guide id="1" pos="340" userDrawn="1">
          <p15:clr>
            <a:srgbClr val="FBAE40"/>
          </p15:clr>
        </p15:guide>
        <p15:guide id="2" orient="horz" pos="3651" userDrawn="1">
          <p15:clr>
            <a:srgbClr val="FBAE40"/>
          </p15:clr>
        </p15:guide>
        <p15:guide id="3" pos="4717" userDrawn="1">
          <p15:clr>
            <a:srgbClr val="FBAE40"/>
          </p15:clr>
        </p15:guide>
        <p15:guide id="4" pos="6917" userDrawn="1">
          <p15:clr>
            <a:srgbClr val="FBAE40"/>
          </p15:clr>
        </p15:guide>
        <p15:guide id="5" orient="horz" pos="851" userDrawn="1">
          <p15:clr>
            <a:srgbClr val="FBAE40"/>
          </p15:clr>
        </p15:guide>
        <p15:guide id="6" orient="horz" pos="385" userDrawn="1">
          <p15:clr>
            <a:srgbClr val="FBAE40"/>
          </p15:clr>
        </p15:guide>
        <p15:guide id="7" pos="415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line + text">
    <p:bg>
      <p:bgPr>
        <a:solidFill>
          <a:schemeClr val="tx2"/>
        </a:solidFill>
        <a:effectLst/>
      </p:bgPr>
    </p:bg>
    <p:spTree>
      <p:nvGrpSpPr>
        <p:cNvPr id="1" name=""/>
        <p:cNvGrpSpPr/>
        <p:nvPr/>
      </p:nvGrpSpPr>
      <p:grpSpPr>
        <a:xfrm>
          <a:off x="0" y="0"/>
          <a:ext cx="0" cy="0"/>
          <a:chOff x="0" y="0"/>
          <a:chExt cx="0" cy="0"/>
        </a:xfrm>
      </p:grpSpPr>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a:xfrm>
            <a:off x="539750" y="611187"/>
            <a:ext cx="10440988" cy="612000"/>
          </a:xfrm>
        </p:spPr>
        <p:txBody>
          <a:bodyPr/>
          <a:lstStyle>
            <a:lvl1pPr>
              <a:defRPr/>
            </a:lvl1pPr>
          </a:lstStyle>
          <a:p>
            <a:r>
              <a:rPr lang="de-DE" dirty="0"/>
              <a:t>Hier steht eine Überschrift</a:t>
            </a:r>
            <a:br>
              <a:rPr lang="de-DE" dirty="0"/>
            </a:br>
            <a:r>
              <a:rPr lang="de-DE" dirty="0"/>
              <a:t>Diese kann zweizeilig sein</a:t>
            </a:r>
          </a:p>
        </p:txBody>
      </p:sp>
      <p:sp>
        <p:nvSpPr>
          <p:cNvPr id="3" name="Inhalt">
            <a:extLst>
              <a:ext uri="{FF2B5EF4-FFF2-40B4-BE49-F238E27FC236}">
                <a16:creationId xmlns:a16="http://schemas.microsoft.com/office/drawing/2014/main" id="{F47392CF-7E88-490D-B47F-DF31B998A499}"/>
              </a:ext>
            </a:extLst>
          </p:cNvPr>
          <p:cNvSpPr>
            <a:spLocks noGrp="1"/>
          </p:cNvSpPr>
          <p:nvPr>
            <p:ph idx="1" hasCustomPrompt="1"/>
          </p:nvPr>
        </p:nvSpPr>
        <p:spPr>
          <a:xfrm>
            <a:off x="539750" y="1350963"/>
            <a:ext cx="10440988" cy="4445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7" name="Datum">
            <a:extLst>
              <a:ext uri="{FF2B5EF4-FFF2-40B4-BE49-F238E27FC236}">
                <a16:creationId xmlns:a16="http://schemas.microsoft.com/office/drawing/2014/main" id="{8909E736-F023-4E4A-86D6-0A4490F0C4F2}"/>
              </a:ext>
            </a:extLst>
          </p:cNvPr>
          <p:cNvSpPr>
            <a:spLocks noGrp="1"/>
          </p:cNvSpPr>
          <p:nvPr>
            <p:ph type="dt" sz="half" idx="13"/>
          </p:nvPr>
        </p:nvSpPr>
        <p:spPr>
          <a:xfrm>
            <a:off x="3168000" y="6211052"/>
            <a:ext cx="720000" cy="180000"/>
          </a:xfrm>
        </p:spPr>
        <p:txBody>
          <a:bodyPr/>
          <a:lstStyle/>
          <a:p>
            <a:fld id="{7B3B8615-D552-4564-B744-BDF58E76A48E}" type="datetime1">
              <a:rPr lang="de-DE" smtClean="0"/>
              <a:t>15.03.2024</a:t>
            </a:fld>
            <a:endParaRPr lang="de-DE" sz="1000" dirty="0"/>
          </a:p>
        </p:txBody>
      </p:sp>
      <p:sp>
        <p:nvSpPr>
          <p:cNvPr id="8" name="Fußzeile">
            <a:extLst>
              <a:ext uri="{FF2B5EF4-FFF2-40B4-BE49-F238E27FC236}">
                <a16:creationId xmlns:a16="http://schemas.microsoft.com/office/drawing/2014/main" id="{062B1FBB-89C7-4EDA-9A31-022DAD8861BD}"/>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9" name="Foliennummer">
            <a:extLst>
              <a:ext uri="{FF2B5EF4-FFF2-40B4-BE49-F238E27FC236}">
                <a16:creationId xmlns:a16="http://schemas.microsoft.com/office/drawing/2014/main" id="{4A5E04D5-2B0E-4865-8DC5-336AF1CC22DD}"/>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88491380"/>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bg>
      <p:bgPr>
        <a:solidFill>
          <a:schemeClr val="tx2"/>
        </a:solidFill>
        <a:effectLst/>
      </p:bgPr>
    </p:bg>
    <p:spTree>
      <p:nvGrpSpPr>
        <p:cNvPr id="1" name=""/>
        <p:cNvGrpSpPr/>
        <p:nvPr/>
      </p:nvGrpSpPr>
      <p:grpSpPr>
        <a:xfrm>
          <a:off x="0" y="0"/>
          <a:ext cx="0" cy="0"/>
          <a:chOff x="0" y="0"/>
          <a:chExt cx="0" cy="0"/>
        </a:xfrm>
      </p:grpSpPr>
      <p:sp>
        <p:nvSpPr>
          <p:cNvPr id="2" name="Überschrift">
            <a:extLst>
              <a:ext uri="{FF2B5EF4-FFF2-40B4-BE49-F238E27FC236}">
                <a16:creationId xmlns:a16="http://schemas.microsoft.com/office/drawing/2014/main" id="{6DEBD897-BD19-464D-93C6-5A9DA48C206E}"/>
              </a:ext>
            </a:extLst>
          </p:cNvPr>
          <p:cNvSpPr>
            <a:spLocks noGrp="1"/>
          </p:cNvSpPr>
          <p:nvPr>
            <p:ph type="title" hasCustomPrompt="1"/>
          </p:nvPr>
        </p:nvSpPr>
        <p:spPr>
          <a:xfrm>
            <a:off x="539750" y="611187"/>
            <a:ext cx="6948488" cy="612000"/>
          </a:xfrm>
        </p:spPr>
        <p:txBody>
          <a:bodyPr/>
          <a:lstStyle>
            <a:lvl1pPr>
              <a:defRPr/>
            </a:lvl1pPr>
          </a:lstStyle>
          <a:p>
            <a:r>
              <a:rPr lang="de-DE" dirty="0"/>
              <a:t>Hier steht eine Überschrift</a:t>
            </a:r>
            <a:br>
              <a:rPr lang="de-DE" dirty="0"/>
            </a:br>
            <a:r>
              <a:rPr lang="de-DE" dirty="0"/>
              <a:t>Diese kann zweizeilig sein</a:t>
            </a:r>
          </a:p>
        </p:txBody>
      </p:sp>
      <p:sp>
        <p:nvSpPr>
          <p:cNvPr id="9" name="Datum">
            <a:extLst>
              <a:ext uri="{FF2B5EF4-FFF2-40B4-BE49-F238E27FC236}">
                <a16:creationId xmlns:a16="http://schemas.microsoft.com/office/drawing/2014/main" id="{909F007A-B80E-4AB4-8F40-2F3E0877F809}"/>
              </a:ext>
            </a:extLst>
          </p:cNvPr>
          <p:cNvSpPr>
            <a:spLocks noGrp="1"/>
          </p:cNvSpPr>
          <p:nvPr>
            <p:ph type="dt" sz="half" idx="13"/>
          </p:nvPr>
        </p:nvSpPr>
        <p:spPr>
          <a:xfrm>
            <a:off x="3168000" y="6211052"/>
            <a:ext cx="720000" cy="180000"/>
          </a:xfrm>
        </p:spPr>
        <p:txBody>
          <a:bodyPr/>
          <a:lstStyle/>
          <a:p>
            <a:fld id="{49718F17-4FF3-40C5-AADC-BCF13A6DC43A}" type="datetime1">
              <a:rPr lang="de-DE" smtClean="0"/>
              <a:t>15.03.2024</a:t>
            </a:fld>
            <a:endParaRPr lang="de-DE" sz="1000" dirty="0"/>
          </a:p>
        </p:txBody>
      </p:sp>
      <p:sp>
        <p:nvSpPr>
          <p:cNvPr id="10" name="Fußzeile">
            <a:extLst>
              <a:ext uri="{FF2B5EF4-FFF2-40B4-BE49-F238E27FC236}">
                <a16:creationId xmlns:a16="http://schemas.microsoft.com/office/drawing/2014/main" id="{44136639-EAA8-44DE-AD5C-9B0A972A338F}"/>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11" name="Foliennummer">
            <a:extLst>
              <a:ext uri="{FF2B5EF4-FFF2-40B4-BE49-F238E27FC236}">
                <a16:creationId xmlns:a16="http://schemas.microsoft.com/office/drawing/2014/main" id="{C2611687-7860-40F6-8F95-94B38535CD50}"/>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3108283190"/>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 slide">
    <p:bg>
      <p:bgPr>
        <a:solidFill>
          <a:schemeClr val="tx2"/>
        </a:solidFill>
        <a:effectLst/>
      </p:bgPr>
    </p:bg>
    <p:spTree>
      <p:nvGrpSpPr>
        <p:cNvPr id="1" name=""/>
        <p:cNvGrpSpPr/>
        <p:nvPr/>
      </p:nvGrpSpPr>
      <p:grpSpPr>
        <a:xfrm>
          <a:off x="0" y="0"/>
          <a:ext cx="0" cy="0"/>
          <a:chOff x="0" y="0"/>
          <a:chExt cx="0" cy="0"/>
        </a:xfrm>
      </p:grpSpPr>
      <p:sp>
        <p:nvSpPr>
          <p:cNvPr id="8" name="Datum">
            <a:extLst>
              <a:ext uri="{FF2B5EF4-FFF2-40B4-BE49-F238E27FC236}">
                <a16:creationId xmlns:a16="http://schemas.microsoft.com/office/drawing/2014/main" id="{FF3F95F2-E6C4-4172-A542-118E7BEBDAC4}"/>
              </a:ext>
            </a:extLst>
          </p:cNvPr>
          <p:cNvSpPr>
            <a:spLocks noGrp="1"/>
          </p:cNvSpPr>
          <p:nvPr>
            <p:ph type="dt" sz="half" idx="13"/>
          </p:nvPr>
        </p:nvSpPr>
        <p:spPr>
          <a:xfrm>
            <a:off x="3168000" y="6211052"/>
            <a:ext cx="720000" cy="180000"/>
          </a:xfrm>
        </p:spPr>
        <p:txBody>
          <a:bodyPr/>
          <a:lstStyle/>
          <a:p>
            <a:fld id="{C5D7E2DB-D455-497F-8BBF-B0F4BA7E7AB7}" type="datetime1">
              <a:rPr lang="de-DE" smtClean="0"/>
              <a:t>15.03.2024</a:t>
            </a:fld>
            <a:endParaRPr lang="de-DE" sz="1000" dirty="0"/>
          </a:p>
        </p:txBody>
      </p:sp>
      <p:sp>
        <p:nvSpPr>
          <p:cNvPr id="9" name="Fußzeile">
            <a:extLst>
              <a:ext uri="{FF2B5EF4-FFF2-40B4-BE49-F238E27FC236}">
                <a16:creationId xmlns:a16="http://schemas.microsoft.com/office/drawing/2014/main" id="{9EC68774-2A50-4196-B533-8E145210E4F9}"/>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10" name="Foliennummer">
            <a:extLst>
              <a:ext uri="{FF2B5EF4-FFF2-40B4-BE49-F238E27FC236}">
                <a16:creationId xmlns:a16="http://schemas.microsoft.com/office/drawing/2014/main" id="{F4BF0082-5DDF-44BA-870B-64C3915B1BDA}"/>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354916402"/>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rhomboid">
    <p:bg>
      <p:bgPr>
        <a:solidFill>
          <a:schemeClr val="tx2"/>
        </a:solidFill>
        <a:effectLst/>
      </p:bgPr>
    </p:bg>
    <p:spTree>
      <p:nvGrpSpPr>
        <p:cNvPr id="1" name=""/>
        <p:cNvGrpSpPr/>
        <p:nvPr/>
      </p:nvGrpSpPr>
      <p:grpSpPr>
        <a:xfrm>
          <a:off x="0" y="0"/>
          <a:ext cx="0" cy="0"/>
          <a:chOff x="0" y="0"/>
          <a:chExt cx="0" cy="0"/>
        </a:xfrm>
      </p:grpSpPr>
      <p:sp>
        <p:nvSpPr>
          <p:cNvPr id="8" name="Rhomboid Bild 9 Spalten">
            <a:extLst>
              <a:ext uri="{FF2B5EF4-FFF2-40B4-BE49-F238E27FC236}">
                <a16:creationId xmlns:a16="http://schemas.microsoft.com/office/drawing/2014/main" id="{0E7F3D5D-81FF-409C-A28D-64C2A1AA9624}"/>
              </a:ext>
            </a:extLst>
          </p:cNvPr>
          <p:cNvSpPr>
            <a:spLocks noGrp="1"/>
          </p:cNvSpPr>
          <p:nvPr>
            <p:ph type="pic" sz="quarter" idx="13" hasCustomPrompt="1"/>
          </p:nvPr>
        </p:nvSpPr>
        <p:spPr>
          <a:xfrm>
            <a:off x="323851" y="0"/>
            <a:ext cx="10848975" cy="6480175"/>
          </a:xfrm>
          <a:custGeom>
            <a:avLst/>
            <a:gdLst>
              <a:gd name="connsiteX0" fmla="*/ 1766581 w 10848975"/>
              <a:gd name="connsiteY0" fmla="*/ 0 h 6480175"/>
              <a:gd name="connsiteX1" fmla="*/ 10848975 w 10848975"/>
              <a:gd name="connsiteY1" fmla="*/ 0 h 6480175"/>
              <a:gd name="connsiteX2" fmla="*/ 9082035 w 10848975"/>
              <a:gd name="connsiteY2" fmla="*/ 6480175 h 6480175"/>
              <a:gd name="connsiteX3" fmla="*/ 0 w 10848975"/>
              <a:gd name="connsiteY3" fmla="*/ 6480175 h 6480175"/>
            </a:gdLst>
            <a:ahLst/>
            <a:cxnLst>
              <a:cxn ang="0">
                <a:pos x="connsiteX0" y="connsiteY0"/>
              </a:cxn>
              <a:cxn ang="0">
                <a:pos x="connsiteX1" y="connsiteY1"/>
              </a:cxn>
              <a:cxn ang="0">
                <a:pos x="connsiteX2" y="connsiteY2"/>
              </a:cxn>
              <a:cxn ang="0">
                <a:pos x="connsiteX3" y="connsiteY3"/>
              </a:cxn>
            </a:cxnLst>
            <a:rect l="l" t="t" r="r" b="b"/>
            <a:pathLst>
              <a:path w="10848975" h="6480175">
                <a:moveTo>
                  <a:pt x="1766581" y="0"/>
                </a:moveTo>
                <a:lnTo>
                  <a:pt x="10848975" y="0"/>
                </a:lnTo>
                <a:lnTo>
                  <a:pt x="9082035"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einfügen </a:t>
            </a:r>
            <a:br>
              <a:rPr lang="de-DE" dirty="0"/>
            </a:br>
            <a:r>
              <a:rPr lang="de-DE" dirty="0"/>
              <a:t>per Drag-n-Drop oder löschen</a:t>
            </a:r>
          </a:p>
        </p:txBody>
      </p:sp>
      <p:sp>
        <p:nvSpPr>
          <p:cNvPr id="9" name="Rhomboid Bild 6 Spalten">
            <a:extLst>
              <a:ext uri="{FF2B5EF4-FFF2-40B4-BE49-F238E27FC236}">
                <a16:creationId xmlns:a16="http://schemas.microsoft.com/office/drawing/2014/main" id="{C12F8DF7-366D-44CA-8A83-88D05DBF6CA0}"/>
              </a:ext>
            </a:extLst>
          </p:cNvPr>
          <p:cNvSpPr>
            <a:spLocks noGrp="1"/>
          </p:cNvSpPr>
          <p:nvPr>
            <p:ph type="pic" sz="quarter" idx="16" hasCustomPrompt="1"/>
          </p:nvPr>
        </p:nvSpPr>
        <p:spPr>
          <a:xfrm>
            <a:off x="2971802" y="0"/>
            <a:ext cx="8548687" cy="6480175"/>
          </a:xfrm>
          <a:custGeom>
            <a:avLst/>
            <a:gdLst>
              <a:gd name="connsiteX0" fmla="*/ 1766685 w 8548687"/>
              <a:gd name="connsiteY0" fmla="*/ 0 h 6480175"/>
              <a:gd name="connsiteX1" fmla="*/ 8548687 w 8548687"/>
              <a:gd name="connsiteY1" fmla="*/ 0 h 6480175"/>
              <a:gd name="connsiteX2" fmla="*/ 8548687 w 8548687"/>
              <a:gd name="connsiteY2" fmla="*/ 6480175 h 6480175"/>
              <a:gd name="connsiteX3" fmla="*/ 8006262 w 8548687"/>
              <a:gd name="connsiteY3" fmla="*/ 6480175 h 6480175"/>
              <a:gd name="connsiteX4" fmla="*/ 8006262 w 8548687"/>
              <a:gd name="connsiteY4" fmla="*/ 6173788 h 6480175"/>
              <a:gd name="connsiteX5" fmla="*/ 7252199 w 8548687"/>
              <a:gd name="connsiteY5" fmla="*/ 6173788 h 6480175"/>
              <a:gd name="connsiteX6" fmla="*/ 7252199 w 8548687"/>
              <a:gd name="connsiteY6" fmla="*/ 6480175 h 6480175"/>
              <a:gd name="connsiteX7" fmla="*/ 0 w 8548687"/>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8687" h="6480175">
                <a:moveTo>
                  <a:pt x="1766685" y="0"/>
                </a:moveTo>
                <a:lnTo>
                  <a:pt x="8548687" y="0"/>
                </a:lnTo>
                <a:lnTo>
                  <a:pt x="8548687" y="6480175"/>
                </a:lnTo>
                <a:lnTo>
                  <a:pt x="8006262" y="6480175"/>
                </a:lnTo>
                <a:lnTo>
                  <a:pt x="8006262" y="6173788"/>
                </a:lnTo>
                <a:lnTo>
                  <a:pt x="7252199" y="6173788"/>
                </a:lnTo>
                <a:lnTo>
                  <a:pt x="72521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einfügen </a:t>
            </a:r>
            <a:br>
              <a:rPr lang="de-DE" dirty="0"/>
            </a:br>
            <a:r>
              <a:rPr lang="de-DE" dirty="0"/>
              <a:t>per Drag-n-Drop oder löschen</a:t>
            </a:r>
          </a:p>
        </p:txBody>
      </p:sp>
      <p:sp>
        <p:nvSpPr>
          <p:cNvPr id="10" name="Rhomboid Bild 5 Spalten">
            <a:extLst>
              <a:ext uri="{FF2B5EF4-FFF2-40B4-BE49-F238E27FC236}">
                <a16:creationId xmlns:a16="http://schemas.microsoft.com/office/drawing/2014/main" id="{D90E07DD-F471-4EC0-ABB9-AC3BEE1F2B01}"/>
              </a:ext>
            </a:extLst>
          </p:cNvPr>
          <p:cNvSpPr>
            <a:spLocks noGrp="1"/>
          </p:cNvSpPr>
          <p:nvPr>
            <p:ph type="pic" sz="quarter" idx="17" hasCustomPrompt="1"/>
          </p:nvPr>
        </p:nvSpPr>
        <p:spPr>
          <a:xfrm>
            <a:off x="5616576" y="0"/>
            <a:ext cx="5903913" cy="6480175"/>
          </a:xfrm>
          <a:custGeom>
            <a:avLst/>
            <a:gdLst>
              <a:gd name="connsiteX0" fmla="*/ 1766644 w 5903913"/>
              <a:gd name="connsiteY0" fmla="*/ 0 h 6480175"/>
              <a:gd name="connsiteX1" fmla="*/ 5903913 w 5903913"/>
              <a:gd name="connsiteY1" fmla="*/ 0 h 6480175"/>
              <a:gd name="connsiteX2" fmla="*/ 5903913 w 5903913"/>
              <a:gd name="connsiteY2" fmla="*/ 6480175 h 6480175"/>
              <a:gd name="connsiteX3" fmla="*/ 5361487 w 5903913"/>
              <a:gd name="connsiteY3" fmla="*/ 6480175 h 6480175"/>
              <a:gd name="connsiteX4" fmla="*/ 5361487 w 5903913"/>
              <a:gd name="connsiteY4" fmla="*/ 6173788 h 6480175"/>
              <a:gd name="connsiteX5" fmla="*/ 4607424 w 5903913"/>
              <a:gd name="connsiteY5" fmla="*/ 6173788 h 6480175"/>
              <a:gd name="connsiteX6" fmla="*/ 4607424 w 5903913"/>
              <a:gd name="connsiteY6" fmla="*/ 6480175 h 6480175"/>
              <a:gd name="connsiteX7" fmla="*/ 0 w 59039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3913" h="6480175">
                <a:moveTo>
                  <a:pt x="1766644" y="0"/>
                </a:moveTo>
                <a:lnTo>
                  <a:pt x="5903913" y="0"/>
                </a:lnTo>
                <a:lnTo>
                  <a:pt x="5903913" y="6480175"/>
                </a:lnTo>
                <a:lnTo>
                  <a:pt x="5361487" y="6480175"/>
                </a:lnTo>
                <a:lnTo>
                  <a:pt x="5361487" y="6173788"/>
                </a:lnTo>
                <a:lnTo>
                  <a:pt x="4607424" y="6173788"/>
                </a:lnTo>
                <a:lnTo>
                  <a:pt x="46074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1" name="Rhomboid Bild 4 Spalten">
            <a:extLst>
              <a:ext uri="{FF2B5EF4-FFF2-40B4-BE49-F238E27FC236}">
                <a16:creationId xmlns:a16="http://schemas.microsoft.com/office/drawing/2014/main" id="{3A6A00B8-3A56-40E8-8008-B7363B0D29B6}"/>
              </a:ext>
            </a:extLst>
          </p:cNvPr>
          <p:cNvSpPr>
            <a:spLocks noGrp="1"/>
          </p:cNvSpPr>
          <p:nvPr>
            <p:ph type="pic" sz="quarter" idx="18" hasCustomPrompt="1"/>
          </p:nvPr>
        </p:nvSpPr>
        <p:spPr>
          <a:xfrm>
            <a:off x="6496050" y="0"/>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3 w 5024438"/>
              <a:gd name="connsiteY3" fmla="*/ 6480175 h 6480175"/>
              <a:gd name="connsiteX4" fmla="*/ 4482013 w 5024438"/>
              <a:gd name="connsiteY4" fmla="*/ 6173788 h 6480175"/>
              <a:gd name="connsiteX5" fmla="*/ 3727950 w 5024438"/>
              <a:gd name="connsiteY5" fmla="*/ 6173788 h 6480175"/>
              <a:gd name="connsiteX6" fmla="*/ 3727950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3" y="6480175"/>
                </a:lnTo>
                <a:lnTo>
                  <a:pt x="4482013" y="6173788"/>
                </a:lnTo>
                <a:lnTo>
                  <a:pt x="3727950" y="6173788"/>
                </a:lnTo>
                <a:lnTo>
                  <a:pt x="3727950"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2" name="Rhomboid Bild 3 Spalten">
            <a:extLst>
              <a:ext uri="{FF2B5EF4-FFF2-40B4-BE49-F238E27FC236}">
                <a16:creationId xmlns:a16="http://schemas.microsoft.com/office/drawing/2014/main" id="{26176E4D-BD37-4A1D-BB60-87DF7FA24F60}"/>
              </a:ext>
            </a:extLst>
          </p:cNvPr>
          <p:cNvSpPr>
            <a:spLocks noGrp="1"/>
          </p:cNvSpPr>
          <p:nvPr>
            <p:ph type="pic" sz="quarter" idx="19" hasCustomPrompt="1"/>
          </p:nvPr>
        </p:nvSpPr>
        <p:spPr>
          <a:xfrm>
            <a:off x="7377114" y="0"/>
            <a:ext cx="4143375" cy="6480175"/>
          </a:xfrm>
          <a:custGeom>
            <a:avLst/>
            <a:gdLst>
              <a:gd name="connsiteX0" fmla="*/ 1766948 w 4143375"/>
              <a:gd name="connsiteY0" fmla="*/ 0 h 6480175"/>
              <a:gd name="connsiteX1" fmla="*/ 4143375 w 4143375"/>
              <a:gd name="connsiteY1" fmla="*/ 0 h 6480175"/>
              <a:gd name="connsiteX2" fmla="*/ 4143375 w 4143375"/>
              <a:gd name="connsiteY2" fmla="*/ 6480175 h 6480175"/>
              <a:gd name="connsiteX3" fmla="*/ 3600949 w 4143375"/>
              <a:gd name="connsiteY3" fmla="*/ 6480175 h 6480175"/>
              <a:gd name="connsiteX4" fmla="*/ 3600949 w 4143375"/>
              <a:gd name="connsiteY4" fmla="*/ 6173788 h 6480175"/>
              <a:gd name="connsiteX5" fmla="*/ 2846886 w 4143375"/>
              <a:gd name="connsiteY5" fmla="*/ 6173788 h 6480175"/>
              <a:gd name="connsiteX6" fmla="*/ 2846886 w 4143375"/>
              <a:gd name="connsiteY6" fmla="*/ 6480175 h 6480175"/>
              <a:gd name="connsiteX7" fmla="*/ 0 w 4143375"/>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6480175">
                <a:moveTo>
                  <a:pt x="1766948" y="0"/>
                </a:moveTo>
                <a:lnTo>
                  <a:pt x="4143375" y="0"/>
                </a:lnTo>
                <a:lnTo>
                  <a:pt x="4143375" y="6480175"/>
                </a:lnTo>
                <a:lnTo>
                  <a:pt x="3600949" y="6480175"/>
                </a:lnTo>
                <a:lnTo>
                  <a:pt x="3600949" y="6173788"/>
                </a:lnTo>
                <a:lnTo>
                  <a:pt x="2846886" y="6173788"/>
                </a:lnTo>
                <a:lnTo>
                  <a:pt x="2846886"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3" name="Rhomboid Bild 2 Spalten">
            <a:extLst>
              <a:ext uri="{FF2B5EF4-FFF2-40B4-BE49-F238E27FC236}">
                <a16:creationId xmlns:a16="http://schemas.microsoft.com/office/drawing/2014/main" id="{E74F145C-DBA8-48A5-B3A7-61186D5128DC}"/>
              </a:ext>
            </a:extLst>
          </p:cNvPr>
          <p:cNvSpPr>
            <a:spLocks noGrp="1"/>
          </p:cNvSpPr>
          <p:nvPr>
            <p:ph type="pic" sz="quarter" idx="20" hasCustomPrompt="1"/>
          </p:nvPr>
        </p:nvSpPr>
        <p:spPr>
          <a:xfrm>
            <a:off x="8258176" y="0"/>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8 h 6480175"/>
              <a:gd name="connsiteX5" fmla="*/ 1965824 w 3262313"/>
              <a:gd name="connsiteY5" fmla="*/ 6173788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8"/>
                </a:lnTo>
                <a:lnTo>
                  <a:pt x="1965824" y="6173788"/>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7" name="Überschrift">
            <a:extLst>
              <a:ext uri="{FF2B5EF4-FFF2-40B4-BE49-F238E27FC236}">
                <a16:creationId xmlns:a16="http://schemas.microsoft.com/office/drawing/2014/main" id="{7D89C902-FF4D-4473-8F37-B4428A26D947}"/>
              </a:ext>
            </a:extLst>
          </p:cNvPr>
          <p:cNvSpPr>
            <a:spLocks noGrp="1"/>
          </p:cNvSpPr>
          <p:nvPr>
            <p:ph type="title" hasCustomPrompt="1"/>
          </p:nvPr>
        </p:nvSpPr>
        <p:spPr>
          <a:xfrm>
            <a:off x="539750" y="611187"/>
            <a:ext cx="6948488" cy="612000"/>
          </a:xfrm>
        </p:spPr>
        <p:txBody>
          <a:bodyPr/>
          <a:lstStyle>
            <a:lvl1pPr>
              <a:defRPr/>
            </a:lvl1pPr>
          </a:lstStyle>
          <a:p>
            <a:r>
              <a:rPr lang="de-DE" dirty="0"/>
              <a:t>Hier steht eine Überschrift</a:t>
            </a:r>
            <a:br>
              <a:rPr lang="de-DE" dirty="0"/>
            </a:br>
            <a:r>
              <a:rPr lang="de-DE" dirty="0"/>
              <a:t>Diese kann zweizeilig sein</a:t>
            </a:r>
          </a:p>
        </p:txBody>
      </p:sp>
      <p:sp>
        <p:nvSpPr>
          <p:cNvPr id="17" name="Datum">
            <a:extLst>
              <a:ext uri="{FF2B5EF4-FFF2-40B4-BE49-F238E27FC236}">
                <a16:creationId xmlns:a16="http://schemas.microsoft.com/office/drawing/2014/main" id="{111009FB-11A7-4198-8F4E-1B27AD7E04D1}"/>
              </a:ext>
            </a:extLst>
          </p:cNvPr>
          <p:cNvSpPr>
            <a:spLocks noGrp="1"/>
          </p:cNvSpPr>
          <p:nvPr>
            <p:ph type="dt" sz="half" idx="21"/>
          </p:nvPr>
        </p:nvSpPr>
        <p:spPr>
          <a:xfrm>
            <a:off x="3168000" y="6211052"/>
            <a:ext cx="720000" cy="180000"/>
          </a:xfrm>
        </p:spPr>
        <p:txBody>
          <a:bodyPr/>
          <a:lstStyle/>
          <a:p>
            <a:fld id="{CA69A8AF-79F8-4BBF-8858-7CB30C082CF6}" type="datetime1">
              <a:rPr lang="de-DE" smtClean="0"/>
              <a:t>15.03.2024</a:t>
            </a:fld>
            <a:endParaRPr lang="de-DE" sz="1000" dirty="0"/>
          </a:p>
        </p:txBody>
      </p:sp>
      <p:sp>
        <p:nvSpPr>
          <p:cNvPr id="18" name="Fußzeile">
            <a:extLst>
              <a:ext uri="{FF2B5EF4-FFF2-40B4-BE49-F238E27FC236}">
                <a16:creationId xmlns:a16="http://schemas.microsoft.com/office/drawing/2014/main" id="{497BEA1A-3814-4539-88ED-680775F5048D}"/>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19" name="Foliennummer">
            <a:extLst>
              <a:ext uri="{FF2B5EF4-FFF2-40B4-BE49-F238E27FC236}">
                <a16:creationId xmlns:a16="http://schemas.microsoft.com/office/drawing/2014/main" id="{BFACF69A-65AC-431A-9D9E-95E9BF87059F}"/>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765149721"/>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8" name="Text">
            <a:extLst>
              <a:ext uri="{FF2B5EF4-FFF2-40B4-BE49-F238E27FC236}">
                <a16:creationId xmlns:a16="http://schemas.microsoft.com/office/drawing/2014/main" id="{25230366-7AB1-4EE3-AD91-2C54FE8789C5}"/>
              </a:ext>
            </a:extLst>
          </p:cNvPr>
          <p:cNvSpPr>
            <a:spLocks noGrp="1"/>
          </p:cNvSpPr>
          <p:nvPr>
            <p:ph type="body" orient="vert" idx="1" hasCustomPrompt="1"/>
          </p:nvPr>
        </p:nvSpPr>
        <p:spPr>
          <a:xfrm>
            <a:off x="539750" y="1295400"/>
            <a:ext cx="6948488" cy="4500563"/>
          </a:xfrm>
        </p:spPr>
        <p:txBody>
          <a:bodyPr vert="horz"/>
          <a:lstStyle>
            <a:lvl1pPr marL="0" indent="0">
              <a:spcBef>
                <a:spcPts val="0"/>
              </a:spcBef>
              <a:buFont typeface="Arial" panose="020B0604020202020204" pitchFamily="34" charset="0"/>
              <a:buNone/>
              <a:defRPr sz="3400" b="0">
                <a:solidFill>
                  <a:schemeClr val="tx1"/>
                </a:solidFill>
                <a:latin typeface="+mj-lt"/>
              </a:defRPr>
            </a:lvl1pPr>
            <a:lvl2pPr marL="0" indent="0">
              <a:spcBef>
                <a:spcPts val="0"/>
              </a:spcBef>
              <a:buFont typeface="Arial" panose="020B0604020202020204" pitchFamily="34" charset="0"/>
              <a:buNone/>
              <a:defRPr sz="3400" b="0">
                <a:solidFill>
                  <a:schemeClr val="tx1"/>
                </a:solidFill>
              </a:defRPr>
            </a:lvl2pPr>
            <a:lvl3pPr marL="0" indent="0">
              <a:spcBef>
                <a:spcPts val="0"/>
              </a:spcBef>
              <a:buFont typeface="Arial" panose="020B0604020202020204" pitchFamily="34" charset="0"/>
              <a:buNone/>
              <a:defRPr sz="3400" b="0">
                <a:solidFill>
                  <a:schemeClr val="tx1"/>
                </a:solidFill>
              </a:defRPr>
            </a:lvl3pPr>
            <a:lvl4pPr marL="0" indent="0">
              <a:spcBef>
                <a:spcPts val="0"/>
              </a:spcBef>
              <a:buFont typeface="Arial" panose="020B0604020202020204" pitchFamily="34" charset="0"/>
              <a:buNone/>
              <a:defRPr sz="3400" b="0">
                <a:solidFill>
                  <a:schemeClr val="tx1"/>
                </a:solidFill>
              </a:defRPr>
            </a:lvl4pPr>
            <a:lvl5pPr marL="0" indent="0">
              <a:spcBef>
                <a:spcPts val="0"/>
              </a:spcBef>
              <a:buFont typeface="Arial" panose="020B0604020202020204" pitchFamily="34" charset="0"/>
              <a:buNone/>
              <a:defRPr sz="3400" b="0">
                <a:solidFill>
                  <a:schemeClr val="tx1"/>
                </a:solidFill>
              </a:defRPr>
            </a:lvl5pPr>
            <a:lvl6pPr marL="0" indent="0">
              <a:spcBef>
                <a:spcPts val="0"/>
              </a:spcBef>
              <a:buFont typeface="Arial" panose="020B0604020202020204" pitchFamily="34" charset="0"/>
              <a:buNone/>
              <a:defRPr sz="3400" b="0">
                <a:solidFill>
                  <a:schemeClr val="tx1"/>
                </a:solidFill>
              </a:defRPr>
            </a:lvl6pPr>
            <a:lvl7pPr marL="0" indent="0">
              <a:spcBef>
                <a:spcPts val="0"/>
              </a:spcBef>
              <a:buFont typeface="Arial" panose="020B0604020202020204" pitchFamily="34" charset="0"/>
              <a:buNone/>
              <a:defRPr sz="3400" b="0">
                <a:solidFill>
                  <a:schemeClr val="tx1"/>
                </a:solidFill>
              </a:defRPr>
            </a:lvl7pPr>
            <a:lvl8pPr marL="0" indent="0">
              <a:spcBef>
                <a:spcPts val="0"/>
              </a:spcBef>
              <a:buFont typeface="Arial" panose="020B0604020202020204" pitchFamily="34" charset="0"/>
              <a:buNone/>
              <a:defRPr sz="3400" b="0">
                <a:solidFill>
                  <a:schemeClr val="tx1"/>
                </a:solidFill>
              </a:defRPr>
            </a:lvl8pPr>
            <a:lvl9pPr marL="0" indent="0">
              <a:spcBef>
                <a:spcPts val="0"/>
              </a:spcBef>
              <a:buFont typeface="Arial" panose="020B0604020202020204" pitchFamily="34" charset="0"/>
              <a:buNone/>
              <a:defRPr sz="3400" b="0">
                <a:solidFill>
                  <a:schemeClr val="tx1"/>
                </a:solidFill>
              </a:defRPr>
            </a:lvl9pPr>
          </a:lstStyle>
          <a:p>
            <a:pPr lvl="0"/>
            <a:r>
              <a:rPr lang="de-DE" dirty="0"/>
              <a:t>Headline auf erster Ebene // für </a:t>
            </a:r>
            <a:r>
              <a:rPr lang="de-DE" dirty="0" err="1"/>
              <a:t>Subline</a:t>
            </a:r>
            <a:r>
              <a:rPr lang="de-DE" dirty="0"/>
              <a:t> &gt;&gt; Menü &gt; Start &gt; Absatz &gt; Listenebene</a:t>
            </a:r>
          </a:p>
          <a:p>
            <a:pPr lvl="1"/>
            <a:r>
              <a:rPr lang="de-DE" dirty="0"/>
              <a:t>Zweite Ebene</a:t>
            </a:r>
          </a:p>
        </p:txBody>
      </p:sp>
      <p:sp>
        <p:nvSpPr>
          <p:cNvPr id="12" name="Datum">
            <a:extLst>
              <a:ext uri="{FF2B5EF4-FFF2-40B4-BE49-F238E27FC236}">
                <a16:creationId xmlns:a16="http://schemas.microsoft.com/office/drawing/2014/main" id="{F982C62A-B2B6-482D-9D52-21F002D7E336}"/>
              </a:ext>
            </a:extLst>
          </p:cNvPr>
          <p:cNvSpPr>
            <a:spLocks noGrp="1"/>
          </p:cNvSpPr>
          <p:nvPr>
            <p:ph type="dt" sz="half" idx="13"/>
          </p:nvPr>
        </p:nvSpPr>
        <p:spPr>
          <a:xfrm>
            <a:off x="3168000" y="6211052"/>
            <a:ext cx="720000" cy="180000"/>
          </a:xfrm>
        </p:spPr>
        <p:txBody>
          <a:bodyPr/>
          <a:lstStyle/>
          <a:p>
            <a:fld id="{F4D73AFF-EE3F-4E59-BCDF-0BB77E21660D}" type="datetime1">
              <a:rPr lang="de-DE" smtClean="0"/>
              <a:t>15.03.2024</a:t>
            </a:fld>
            <a:endParaRPr lang="de-DE" sz="1000" dirty="0"/>
          </a:p>
        </p:txBody>
      </p:sp>
      <p:sp>
        <p:nvSpPr>
          <p:cNvPr id="13" name="Fußzeile">
            <a:extLst>
              <a:ext uri="{FF2B5EF4-FFF2-40B4-BE49-F238E27FC236}">
                <a16:creationId xmlns:a16="http://schemas.microsoft.com/office/drawing/2014/main" id="{62F18688-941F-4158-BF87-BE8C7C0D5074}"/>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14" name="Foliennummer">
            <a:extLst>
              <a:ext uri="{FF2B5EF4-FFF2-40B4-BE49-F238E27FC236}">
                <a16:creationId xmlns:a16="http://schemas.microsoft.com/office/drawing/2014/main" id="{EC73E300-9B25-43DE-92D0-51DBC0532A92}"/>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736263093"/>
      </p:ext>
    </p:extLst>
  </p:cSld>
  <p:clrMapOvr>
    <a:masterClrMapping/>
  </p:clrMapOvr>
  <p:extLst>
    <p:ext uri="{DCECCB84-F9BA-43D5-87BE-67443E8EF086}">
      <p15:sldGuideLst xmlns:p15="http://schemas.microsoft.com/office/powerpoint/2012/main">
        <p15:guide id="1" pos="340">
          <p15:clr>
            <a:srgbClr val="FBAE40"/>
          </p15:clr>
        </p15:guide>
        <p15:guide id="2" orient="horz" pos="385">
          <p15:clr>
            <a:srgbClr val="FBAE40"/>
          </p15:clr>
        </p15:guide>
        <p15:guide id="3" pos="4717">
          <p15:clr>
            <a:srgbClr val="FBAE40"/>
          </p15:clr>
        </p15:guide>
        <p15:guide id="4" pos="6917">
          <p15:clr>
            <a:srgbClr val="FBAE40"/>
          </p15:clr>
        </p15:guide>
        <p15:guide id="5" orient="horz" pos="816" userDrawn="1">
          <p15:clr>
            <a:srgbClr val="FBAE40"/>
          </p15:clr>
        </p15:guide>
        <p15:guide id="6" orient="horz" pos="3651">
          <p15:clr>
            <a:srgbClr val="FBAE40"/>
          </p15:clr>
        </p15:guide>
        <p15:guide id="7" pos="415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elfolie mit Vollbild">
    <p:spTree>
      <p:nvGrpSpPr>
        <p:cNvPr id="1" name=""/>
        <p:cNvGrpSpPr/>
        <p:nvPr/>
      </p:nvGrpSpPr>
      <p:grpSpPr>
        <a:xfrm>
          <a:off x="0" y="0"/>
          <a:ext cx="0" cy="0"/>
          <a:chOff x="0" y="0"/>
          <a:chExt cx="0" cy="0"/>
        </a:xfrm>
      </p:grpSpPr>
      <p:sp>
        <p:nvSpPr>
          <p:cNvPr id="13" name="Vollbild">
            <a:extLst>
              <a:ext uri="{FF2B5EF4-FFF2-40B4-BE49-F238E27FC236}">
                <a16:creationId xmlns:a16="http://schemas.microsoft.com/office/drawing/2014/main" id="{14397B68-4E63-4A35-AB9B-0598739D8A88}"/>
              </a:ext>
            </a:extLst>
          </p:cNvPr>
          <p:cNvSpPr>
            <a:spLocks noGrp="1"/>
          </p:cNvSpPr>
          <p:nvPr>
            <p:ph type="pic" sz="quarter" idx="13" hasCustomPrompt="1"/>
          </p:nvPr>
        </p:nvSpPr>
        <p:spPr>
          <a:xfrm>
            <a:off x="1" y="2"/>
            <a:ext cx="11520489" cy="6480175"/>
          </a:xfrm>
          <a:custGeom>
            <a:avLst/>
            <a:gdLst>
              <a:gd name="connsiteX0" fmla="*/ 0 w 11520489"/>
              <a:gd name="connsiteY0" fmla="*/ 0 h 6480175"/>
              <a:gd name="connsiteX1" fmla="*/ 619392 w 11520489"/>
              <a:gd name="connsiteY1" fmla="*/ 0 h 6480175"/>
              <a:gd name="connsiteX2" fmla="*/ 540000 w 11520489"/>
              <a:gd name="connsiteY2" fmla="*/ 287337 h 6480175"/>
              <a:gd name="connsiteX3" fmla="*/ 1294046 w 11520489"/>
              <a:gd name="connsiteY3" fmla="*/ 287337 h 6480175"/>
              <a:gd name="connsiteX4" fmla="*/ 1373438 w 11520489"/>
              <a:gd name="connsiteY4" fmla="*/ 0 h 6480175"/>
              <a:gd name="connsiteX5" fmla="*/ 11520489 w 11520489"/>
              <a:gd name="connsiteY5" fmla="*/ 0 h 6480175"/>
              <a:gd name="connsiteX6" fmla="*/ 11520489 w 11520489"/>
              <a:gd name="connsiteY6" fmla="*/ 6480175 h 6480175"/>
              <a:gd name="connsiteX7" fmla="*/ 10978063 w 11520489"/>
              <a:gd name="connsiteY7" fmla="*/ 6480175 h 6480175"/>
              <a:gd name="connsiteX8" fmla="*/ 10978063 w 11520489"/>
              <a:gd name="connsiteY8" fmla="*/ 6173787 h 6480175"/>
              <a:gd name="connsiteX9" fmla="*/ 10224000 w 11520489"/>
              <a:gd name="connsiteY9" fmla="*/ 6173787 h 6480175"/>
              <a:gd name="connsiteX10" fmla="*/ 10224000 w 11520489"/>
              <a:gd name="connsiteY10" fmla="*/ 6480175 h 6480175"/>
              <a:gd name="connsiteX11" fmla="*/ 0 w 11520489"/>
              <a:gd name="connsiteY11"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20489" h="6480175">
                <a:moveTo>
                  <a:pt x="0" y="0"/>
                </a:moveTo>
                <a:lnTo>
                  <a:pt x="619392" y="0"/>
                </a:lnTo>
                <a:lnTo>
                  <a:pt x="540000" y="287337"/>
                </a:lnTo>
                <a:lnTo>
                  <a:pt x="1294046" y="287337"/>
                </a:lnTo>
                <a:lnTo>
                  <a:pt x="1373438" y="0"/>
                </a:lnTo>
                <a:lnTo>
                  <a:pt x="11520489" y="0"/>
                </a:lnTo>
                <a:lnTo>
                  <a:pt x="11520489" y="6480175"/>
                </a:lnTo>
                <a:lnTo>
                  <a:pt x="10978063" y="6480175"/>
                </a:lnTo>
                <a:lnTo>
                  <a:pt x="10978063" y="6173787"/>
                </a:lnTo>
                <a:lnTo>
                  <a:pt x="10224000" y="6173787"/>
                </a:lnTo>
                <a:lnTo>
                  <a:pt x="10224000" y="6480175"/>
                </a:lnTo>
                <a:lnTo>
                  <a:pt x="0" y="6480175"/>
                </a:lnTo>
                <a:close/>
              </a:path>
            </a:pathLst>
          </a:custGeom>
          <a:solidFill>
            <a:schemeClr val="accent3">
              <a:lumMod val="20000"/>
              <a:lumOff val="80000"/>
            </a:schemeClr>
          </a:solidFill>
        </p:spPr>
        <p:txBody>
          <a:bodyPr wrap="square" lIns="10224000" bIns="792000" anchor="b" anchorCtr="0">
            <a:noAutofit/>
          </a:bodyPr>
          <a:lstStyle>
            <a:lvl1pPr algn="l">
              <a:defRPr sz="1600" b="0">
                <a:solidFill>
                  <a:schemeClr val="bg1"/>
                </a:solidFill>
              </a:defRPr>
            </a:lvl1pPr>
          </a:lstStyle>
          <a:p>
            <a:r>
              <a:rPr lang="de-DE" dirty="0"/>
              <a:t>Bild einfügen &gt;&gt; Menü </a:t>
            </a:r>
            <a:br>
              <a:rPr lang="de-DE" dirty="0"/>
            </a:br>
            <a:r>
              <a:rPr lang="de-DE" dirty="0"/>
              <a:t>&gt; Einfügen </a:t>
            </a:r>
            <a:br>
              <a:rPr lang="de-DE" dirty="0"/>
            </a:br>
            <a:r>
              <a:rPr lang="de-DE" dirty="0"/>
              <a:t>&gt; Bilder </a:t>
            </a:r>
            <a:br>
              <a:rPr lang="de-DE" dirty="0"/>
            </a:br>
            <a:r>
              <a:rPr lang="de-DE" dirty="0"/>
              <a:t>oder per </a:t>
            </a:r>
            <a:br>
              <a:rPr lang="de-DE" dirty="0"/>
            </a:br>
            <a:r>
              <a:rPr lang="de-DE" dirty="0"/>
              <a:t>Drag-n-Drop</a:t>
            </a:r>
          </a:p>
        </p:txBody>
      </p:sp>
      <p:sp>
        <p:nvSpPr>
          <p:cNvPr id="21" name="Titel">
            <a:extLst>
              <a:ext uri="{FF2B5EF4-FFF2-40B4-BE49-F238E27FC236}">
                <a16:creationId xmlns:a16="http://schemas.microsoft.com/office/drawing/2014/main" id="{E58928A2-F2F0-4DA2-A28F-CE5885C0E895}"/>
              </a:ext>
            </a:extLst>
          </p:cNvPr>
          <p:cNvSpPr>
            <a:spLocks noGrp="1"/>
          </p:cNvSpPr>
          <p:nvPr>
            <p:ph type="ctrTitle" hasCustomPrompt="1"/>
          </p:nvPr>
        </p:nvSpPr>
        <p:spPr>
          <a:xfrm>
            <a:off x="0" y="1"/>
            <a:ext cx="11156950" cy="6480175"/>
          </a:xfrm>
          <a:custGeom>
            <a:avLst/>
            <a:gdLst>
              <a:gd name="connsiteX0" fmla="*/ 0 w 11156950"/>
              <a:gd name="connsiteY0" fmla="*/ 0 h 6480175"/>
              <a:gd name="connsiteX1" fmla="*/ 619392 w 11156950"/>
              <a:gd name="connsiteY1" fmla="*/ 0 h 6480175"/>
              <a:gd name="connsiteX2" fmla="*/ 540000 w 11156950"/>
              <a:gd name="connsiteY2" fmla="*/ 287338 h 6480175"/>
              <a:gd name="connsiteX3" fmla="*/ 1294046 w 11156950"/>
              <a:gd name="connsiteY3" fmla="*/ 287338 h 6480175"/>
              <a:gd name="connsiteX4" fmla="*/ 1373438 w 11156950"/>
              <a:gd name="connsiteY4" fmla="*/ 0 h 6480175"/>
              <a:gd name="connsiteX5" fmla="*/ 11156950 w 11156950"/>
              <a:gd name="connsiteY5" fmla="*/ 0 h 6480175"/>
              <a:gd name="connsiteX6" fmla="*/ 9388946 w 11156950"/>
              <a:gd name="connsiteY6" fmla="*/ 6480175 h 6480175"/>
              <a:gd name="connsiteX7" fmla="*/ 0 w 11156950"/>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56950" h="6480175">
                <a:moveTo>
                  <a:pt x="0" y="0"/>
                </a:moveTo>
                <a:lnTo>
                  <a:pt x="619392" y="0"/>
                </a:lnTo>
                <a:lnTo>
                  <a:pt x="540000" y="287338"/>
                </a:lnTo>
                <a:lnTo>
                  <a:pt x="1294046" y="287338"/>
                </a:lnTo>
                <a:lnTo>
                  <a:pt x="1373438" y="0"/>
                </a:lnTo>
                <a:lnTo>
                  <a:pt x="11156950" y="0"/>
                </a:lnTo>
                <a:lnTo>
                  <a:pt x="9388946" y="6480175"/>
                </a:lnTo>
                <a:lnTo>
                  <a:pt x="0" y="6480175"/>
                </a:lnTo>
                <a:close/>
              </a:path>
            </a:pathLst>
          </a:custGeom>
          <a:solidFill>
            <a:schemeClr val="accent3">
              <a:alpha val="50000"/>
            </a:schemeClr>
          </a:solidFill>
        </p:spPr>
        <p:txBody>
          <a:bodyPr wrap="square" lIns="1404000" tIns="1782000" rIns="1080000" anchor="t" anchorCtr="0">
            <a:noAutofit/>
          </a:bodyPr>
          <a:lstStyle>
            <a:lvl1pPr algn="l">
              <a:defRPr sz="3000">
                <a:solidFill>
                  <a:schemeClr val="bg1"/>
                </a:solidFill>
                <a:latin typeface="+mj-lt"/>
              </a:defRPr>
            </a:lvl1pPr>
          </a:lstStyle>
          <a:p>
            <a:r>
              <a:rPr lang="de-DE" dirty="0"/>
              <a:t>Hier steht der Titel der Präsentation</a:t>
            </a:r>
            <a:br>
              <a:rPr lang="de-DE" dirty="0"/>
            </a:br>
            <a:r>
              <a:rPr lang="de-DE" dirty="0"/>
              <a:t>Dieser kann zweizeilig sein</a:t>
            </a:r>
          </a:p>
        </p:txBody>
      </p:sp>
      <p:sp>
        <p:nvSpPr>
          <p:cNvPr id="3" name="Over Line">
            <a:extLst>
              <a:ext uri="{FF2B5EF4-FFF2-40B4-BE49-F238E27FC236}">
                <a16:creationId xmlns:a16="http://schemas.microsoft.com/office/drawing/2014/main" id="{5D62107B-E00D-4D9F-B761-023EEF0E9789}"/>
              </a:ext>
            </a:extLst>
          </p:cNvPr>
          <p:cNvSpPr>
            <a:spLocks noGrp="1"/>
          </p:cNvSpPr>
          <p:nvPr>
            <p:ph type="subTitle" idx="1" hasCustomPrompt="1"/>
          </p:nvPr>
        </p:nvSpPr>
        <p:spPr>
          <a:xfrm>
            <a:off x="1403350" y="1262064"/>
            <a:ext cx="8672400" cy="503499"/>
          </a:xfrm>
        </p:spPr>
        <p:txBody>
          <a:bodyPr anchor="b" anchorCtr="0"/>
          <a:lstStyle>
            <a:lvl1pPr marL="0" indent="0" algn="l">
              <a:buFont typeface="Arial" panose="020B0604020202020204" pitchFamily="34" charset="0"/>
              <a:buNone/>
              <a:defRPr sz="3000" b="0">
                <a:solidFill>
                  <a:schemeClr val="bg1"/>
                </a:solidFill>
                <a:latin typeface="+mn-lt"/>
              </a:defRPr>
            </a:lvl1pPr>
            <a:lvl2pPr marL="0" indent="0" algn="l">
              <a:buFont typeface="Arial" panose="020B0604020202020204" pitchFamily="34" charset="0"/>
              <a:buNone/>
              <a:defRPr sz="3000" b="0">
                <a:solidFill>
                  <a:schemeClr val="bg1"/>
                </a:solidFill>
                <a:latin typeface="+mn-lt"/>
              </a:defRPr>
            </a:lvl2pPr>
            <a:lvl3pPr marL="0" indent="0" algn="l">
              <a:buFont typeface="Arial" panose="020B0604020202020204" pitchFamily="34" charset="0"/>
              <a:buNone/>
              <a:defRPr sz="3000" b="0">
                <a:solidFill>
                  <a:schemeClr val="bg1"/>
                </a:solidFill>
                <a:latin typeface="+mn-lt"/>
              </a:defRPr>
            </a:lvl3pPr>
            <a:lvl4pPr marL="0" indent="0" algn="l">
              <a:buFont typeface="Arial" panose="020B0604020202020204" pitchFamily="34" charset="0"/>
              <a:buNone/>
              <a:defRPr sz="3000" b="0">
                <a:solidFill>
                  <a:schemeClr val="bg1"/>
                </a:solidFill>
                <a:latin typeface="+mn-lt"/>
              </a:defRPr>
            </a:lvl4pPr>
            <a:lvl5pPr marL="0" indent="0" algn="l">
              <a:buFont typeface="Arial" panose="020B0604020202020204" pitchFamily="34" charset="0"/>
              <a:buNone/>
              <a:defRPr sz="3000" b="0">
                <a:solidFill>
                  <a:schemeClr val="bg1"/>
                </a:solidFill>
                <a:latin typeface="+mn-lt"/>
              </a:defRPr>
            </a:lvl5pPr>
            <a:lvl6pPr marL="0" indent="0" algn="l">
              <a:buFont typeface="Arial" panose="020B0604020202020204" pitchFamily="34" charset="0"/>
              <a:buNone/>
              <a:defRPr sz="3000" b="0">
                <a:solidFill>
                  <a:schemeClr val="bg1"/>
                </a:solidFill>
                <a:latin typeface="+mn-lt"/>
              </a:defRPr>
            </a:lvl6pPr>
            <a:lvl7pPr marL="0" indent="0" algn="l">
              <a:buFont typeface="Arial" panose="020B0604020202020204" pitchFamily="34" charset="0"/>
              <a:buNone/>
              <a:defRPr sz="3000" b="0">
                <a:solidFill>
                  <a:schemeClr val="bg1"/>
                </a:solidFill>
                <a:latin typeface="+mn-lt"/>
              </a:defRPr>
            </a:lvl7pPr>
            <a:lvl8pPr marL="0" indent="0" algn="l">
              <a:buFont typeface="Arial" panose="020B0604020202020204" pitchFamily="34" charset="0"/>
              <a:buNone/>
              <a:defRPr sz="3000" b="0">
                <a:solidFill>
                  <a:schemeClr val="bg1"/>
                </a:solidFill>
                <a:latin typeface="+mn-lt"/>
              </a:defRPr>
            </a:lvl8pPr>
            <a:lvl9pPr marL="0" indent="0" algn="l">
              <a:buFont typeface="Arial" panose="020B0604020202020204" pitchFamily="34" charset="0"/>
              <a:buNone/>
              <a:defRPr sz="3000" b="0">
                <a:solidFill>
                  <a:schemeClr val="bg1"/>
                </a:solidFill>
                <a:latin typeface="+mn-lt"/>
              </a:defRPr>
            </a:lvl9pPr>
          </a:lstStyle>
          <a:p>
            <a:pPr lvl="0"/>
            <a:r>
              <a:rPr lang="de-DE" dirty="0"/>
              <a:t>Over Line Präsentationstitel</a:t>
            </a:r>
          </a:p>
        </p:txBody>
      </p:sp>
      <p:sp>
        <p:nvSpPr>
          <p:cNvPr id="24" name="Vortragender 1">
            <a:extLst>
              <a:ext uri="{FF2B5EF4-FFF2-40B4-BE49-F238E27FC236}">
                <a16:creationId xmlns:a16="http://schemas.microsoft.com/office/drawing/2014/main" id="{EE590035-1C9F-4D28-BC16-E8B42F9A8DFE}"/>
              </a:ext>
            </a:extLst>
          </p:cNvPr>
          <p:cNvSpPr>
            <a:spLocks noGrp="1"/>
          </p:cNvSpPr>
          <p:nvPr>
            <p:ph type="body" orient="vert" idx="14" hasCustomPrompt="1"/>
          </p:nvPr>
        </p:nvSpPr>
        <p:spPr>
          <a:xfrm>
            <a:off x="1403350" y="4464051"/>
            <a:ext cx="3600000" cy="1331913"/>
          </a:xfrm>
        </p:spPr>
        <p:txBody>
          <a:bodyPr vert="horz"/>
          <a:lstStyle>
            <a:lvl1pPr>
              <a:defRPr>
                <a:solidFill>
                  <a:schemeClr val="bg1"/>
                </a:solidFill>
              </a:defRPr>
            </a:lvl1pPr>
            <a:lvl2pPr marL="0" indent="0">
              <a:buNone/>
              <a:defRPr b="0">
                <a:solidFill>
                  <a:schemeClr val="bg1"/>
                </a:solidFill>
              </a:defRPr>
            </a:lvl2pPr>
            <a:lvl3pPr marL="0" indent="0">
              <a:spcBef>
                <a:spcPts val="2160"/>
              </a:spcBef>
              <a:buNone/>
              <a:defRPr sz="1100" b="0">
                <a:solidFill>
                  <a:schemeClr val="bg1"/>
                </a:solidFill>
              </a:defRPr>
            </a:lvl3pPr>
            <a:lvl4pPr marL="0" indent="0">
              <a:buNone/>
              <a:defRPr sz="1100" b="0">
                <a:solidFill>
                  <a:schemeClr val="bg1"/>
                </a:solidFill>
              </a:defRPr>
            </a:lvl4pPr>
            <a:lvl5pPr marL="0" indent="0">
              <a:buFont typeface="Arial" panose="020B0604020202020204" pitchFamily="34" charset="0"/>
              <a:buNone/>
              <a:defRPr sz="1100" b="0">
                <a:solidFill>
                  <a:schemeClr val="bg1"/>
                </a:solidFill>
              </a:defRPr>
            </a:lvl5pPr>
            <a:lvl6pPr marL="0" indent="0">
              <a:buFont typeface="Arial" panose="020B0604020202020204" pitchFamily="34" charset="0"/>
              <a:buNone/>
              <a:defRPr sz="1100" b="0">
                <a:solidFill>
                  <a:schemeClr val="bg1"/>
                </a:solidFill>
              </a:defRPr>
            </a:lvl6pPr>
            <a:lvl7pPr marL="0" indent="0">
              <a:buFont typeface="Arial" panose="020B0604020202020204" pitchFamily="34" charset="0"/>
              <a:buNone/>
              <a:defRPr sz="1100" b="0">
                <a:solidFill>
                  <a:schemeClr val="bg1"/>
                </a:solidFill>
              </a:defRPr>
            </a:lvl7pPr>
            <a:lvl8pPr marL="0" indent="0">
              <a:buFont typeface="Arial" panose="020B0604020202020204" pitchFamily="34" charset="0"/>
              <a:buNone/>
              <a:defRPr sz="1100" b="0">
                <a:solidFill>
                  <a:schemeClr val="bg1"/>
                </a:solidFill>
              </a:defRPr>
            </a:lvl8pPr>
            <a:lvl9pPr marL="0" indent="0">
              <a:buFont typeface="Arial" panose="020B0604020202020204" pitchFamily="34" charset="0"/>
              <a:buNone/>
              <a:defRPr sz="1100" b="0">
                <a:solidFill>
                  <a:schemeClr val="bg1"/>
                </a:solidFill>
              </a:defRPr>
            </a:lvl9pPr>
          </a:lstStyle>
          <a:p>
            <a:pPr lvl="0"/>
            <a:r>
              <a:rPr lang="de-DE" dirty="0"/>
              <a:t>Name Vortragender 1 auf erster Ebene // für Position und E-Mail &gt;&gt; Menü &gt; Start &gt; Absatz &gt; Listenebene</a:t>
            </a:r>
          </a:p>
          <a:p>
            <a:pPr lvl="1"/>
            <a:r>
              <a:rPr lang="de-DE" dirty="0"/>
              <a:t>Zweite Ebene</a:t>
            </a:r>
          </a:p>
          <a:p>
            <a:pPr lvl="2"/>
            <a:r>
              <a:rPr lang="de-DE" dirty="0"/>
              <a:t>Dritte Ebene</a:t>
            </a:r>
          </a:p>
        </p:txBody>
      </p:sp>
      <p:sp>
        <p:nvSpPr>
          <p:cNvPr id="25" name="Vortragender 2">
            <a:extLst>
              <a:ext uri="{FF2B5EF4-FFF2-40B4-BE49-F238E27FC236}">
                <a16:creationId xmlns:a16="http://schemas.microsoft.com/office/drawing/2014/main" id="{9CDAA703-5C3A-493D-87FB-7A5417DBC2DB}"/>
              </a:ext>
            </a:extLst>
          </p:cNvPr>
          <p:cNvSpPr>
            <a:spLocks noGrp="1"/>
          </p:cNvSpPr>
          <p:nvPr>
            <p:ph type="body" orient="vert" idx="15" hasCustomPrompt="1"/>
          </p:nvPr>
        </p:nvSpPr>
        <p:spPr>
          <a:xfrm>
            <a:off x="5795964" y="4464051"/>
            <a:ext cx="3600000" cy="1331913"/>
          </a:xfrm>
        </p:spPr>
        <p:txBody>
          <a:bodyPr vert="horz"/>
          <a:lstStyle>
            <a:lvl1pPr>
              <a:defRPr>
                <a:solidFill>
                  <a:schemeClr val="bg1"/>
                </a:solidFill>
              </a:defRPr>
            </a:lvl1pPr>
            <a:lvl2pPr marL="0" indent="0">
              <a:buNone/>
              <a:defRPr b="0">
                <a:solidFill>
                  <a:schemeClr val="bg1"/>
                </a:solidFill>
              </a:defRPr>
            </a:lvl2pPr>
            <a:lvl3pPr marL="0" indent="0">
              <a:spcBef>
                <a:spcPts val="2160"/>
              </a:spcBef>
              <a:buNone/>
              <a:defRPr sz="1100" b="0">
                <a:solidFill>
                  <a:schemeClr val="bg1"/>
                </a:solidFill>
              </a:defRPr>
            </a:lvl3pPr>
            <a:lvl4pPr marL="0" indent="0">
              <a:buNone/>
              <a:defRPr sz="1100" b="0">
                <a:solidFill>
                  <a:schemeClr val="bg1"/>
                </a:solidFill>
              </a:defRPr>
            </a:lvl4pPr>
            <a:lvl5pPr marL="0" indent="0">
              <a:buFont typeface="Arial" panose="020B0604020202020204" pitchFamily="34" charset="0"/>
              <a:buNone/>
              <a:defRPr sz="1100" b="0">
                <a:solidFill>
                  <a:schemeClr val="bg1"/>
                </a:solidFill>
              </a:defRPr>
            </a:lvl5pPr>
            <a:lvl6pPr marL="0" indent="0">
              <a:buFont typeface="Arial" panose="020B0604020202020204" pitchFamily="34" charset="0"/>
              <a:buNone/>
              <a:defRPr sz="1100" b="0">
                <a:solidFill>
                  <a:schemeClr val="bg1"/>
                </a:solidFill>
              </a:defRPr>
            </a:lvl6pPr>
            <a:lvl7pPr marL="0" indent="0">
              <a:buFont typeface="Arial" panose="020B0604020202020204" pitchFamily="34" charset="0"/>
              <a:buNone/>
              <a:defRPr sz="1100" b="0">
                <a:solidFill>
                  <a:schemeClr val="bg1"/>
                </a:solidFill>
              </a:defRPr>
            </a:lvl7pPr>
            <a:lvl8pPr marL="0" indent="0">
              <a:buFont typeface="Arial" panose="020B0604020202020204" pitchFamily="34" charset="0"/>
              <a:buNone/>
              <a:defRPr sz="1100" b="0">
                <a:solidFill>
                  <a:schemeClr val="bg1"/>
                </a:solidFill>
              </a:defRPr>
            </a:lvl8pPr>
            <a:lvl9pPr marL="0" indent="0">
              <a:buFont typeface="Arial" panose="020B0604020202020204" pitchFamily="34" charset="0"/>
              <a:buNone/>
              <a:defRPr sz="1100" b="0">
                <a:solidFill>
                  <a:schemeClr val="bg1"/>
                </a:solidFill>
              </a:defRPr>
            </a:lvl9pPr>
          </a:lstStyle>
          <a:p>
            <a:pPr lvl="0"/>
            <a:r>
              <a:rPr lang="de-DE" dirty="0"/>
              <a:t>Name Vortragender 2 auf erster Ebene // für Position und E-Mail &gt;&gt; Menü &gt; Start &gt; Absatz &gt; Listenebene</a:t>
            </a:r>
          </a:p>
          <a:p>
            <a:pPr lvl="1"/>
            <a:r>
              <a:rPr lang="de-DE" dirty="0"/>
              <a:t>Zweite Ebene</a:t>
            </a:r>
          </a:p>
          <a:p>
            <a:pPr lvl="2"/>
            <a:r>
              <a:rPr lang="de-DE" dirty="0"/>
              <a:t>Dritte Ebene</a:t>
            </a:r>
          </a:p>
        </p:txBody>
      </p:sp>
      <p:sp>
        <p:nvSpPr>
          <p:cNvPr id="7" name="Datum">
            <a:extLst>
              <a:ext uri="{FF2B5EF4-FFF2-40B4-BE49-F238E27FC236}">
                <a16:creationId xmlns:a16="http://schemas.microsoft.com/office/drawing/2014/main" id="{FB1385B3-4DE8-44BF-84F9-9378DC991CC4}"/>
              </a:ext>
            </a:extLst>
          </p:cNvPr>
          <p:cNvSpPr>
            <a:spLocks noGrp="1"/>
          </p:cNvSpPr>
          <p:nvPr>
            <p:ph type="dt" sz="half" idx="16"/>
          </p:nvPr>
        </p:nvSpPr>
        <p:spPr>
          <a:xfrm>
            <a:off x="2196000" y="6552001"/>
            <a:ext cx="720000" cy="180000"/>
          </a:xfrm>
          <a:prstGeom prst="rect">
            <a:avLst/>
          </a:prstGeom>
        </p:spPr>
        <p:txBody>
          <a:bodyPr/>
          <a:lstStyle/>
          <a:p>
            <a:fld id="{14012716-5F8F-4576-9C5E-647C8CA1D61E}" type="datetime1">
              <a:rPr lang="de-DE" smtClean="0"/>
              <a:t>15.03.2024</a:t>
            </a:fld>
            <a:endParaRPr lang="de-DE" sz="1000" dirty="0"/>
          </a:p>
        </p:txBody>
      </p:sp>
      <p:sp>
        <p:nvSpPr>
          <p:cNvPr id="8" name="Fußzeile">
            <a:extLst>
              <a:ext uri="{FF2B5EF4-FFF2-40B4-BE49-F238E27FC236}">
                <a16:creationId xmlns:a16="http://schemas.microsoft.com/office/drawing/2014/main" id="{7380DB20-29D8-44B3-A249-B94ED99A0C79}"/>
              </a:ext>
            </a:extLst>
          </p:cNvPr>
          <p:cNvSpPr>
            <a:spLocks noGrp="1"/>
          </p:cNvSpPr>
          <p:nvPr>
            <p:ph type="ftr" sz="quarter" idx="17"/>
          </p:nvPr>
        </p:nvSpPr>
        <p:spPr>
          <a:xfrm>
            <a:off x="3132000" y="6552001"/>
            <a:ext cx="5760000" cy="180000"/>
          </a:xfrm>
          <a:prstGeom prst="rect">
            <a:avLst/>
          </a:prstGeom>
        </p:spPr>
        <p:txBody>
          <a:bodyPr/>
          <a:lstStyle/>
          <a:p>
            <a:r>
              <a:rPr lang="de-DE" sz="1000"/>
              <a:t>Fußzeile</a:t>
            </a:r>
            <a:endParaRPr lang="de-DE" sz="1000" dirty="0"/>
          </a:p>
        </p:txBody>
      </p:sp>
      <p:sp>
        <p:nvSpPr>
          <p:cNvPr id="9" name="Foliennummer">
            <a:extLst>
              <a:ext uri="{FF2B5EF4-FFF2-40B4-BE49-F238E27FC236}">
                <a16:creationId xmlns:a16="http://schemas.microsoft.com/office/drawing/2014/main" id="{78C9652A-FCB5-4618-8C55-EEB8D7877E48}"/>
              </a:ext>
            </a:extLst>
          </p:cNvPr>
          <p:cNvSpPr>
            <a:spLocks noGrp="1"/>
          </p:cNvSpPr>
          <p:nvPr>
            <p:ph type="sldNum" sz="quarter" idx="18"/>
          </p:nvPr>
        </p:nvSpPr>
        <p:spPr>
          <a:xfrm>
            <a:off x="539752" y="6552001"/>
            <a:ext cx="1440000" cy="180000"/>
          </a:xfrm>
          <a:prstGeom prst="rect">
            <a:avLst/>
          </a:prstGeom>
        </p:spPr>
        <p:txBody>
          <a:bodyPr/>
          <a:lstStyle/>
          <a:p>
            <a:r>
              <a:rPr lang="de-DE"/>
              <a:t>© – INFORM GmbH 2019</a:t>
            </a:r>
            <a:endParaRPr lang="de-DE" sz="1000" dirty="0"/>
          </a:p>
        </p:txBody>
      </p:sp>
    </p:spTree>
    <p:extLst>
      <p:ext uri="{BB962C8B-B14F-4D97-AF65-F5344CB8AC3E}">
        <p14:creationId xmlns:p14="http://schemas.microsoft.com/office/powerpoint/2010/main" val="134051283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full image">
    <p:spTree>
      <p:nvGrpSpPr>
        <p:cNvPr id="1" name=""/>
        <p:cNvGrpSpPr/>
        <p:nvPr/>
      </p:nvGrpSpPr>
      <p:grpSpPr>
        <a:xfrm>
          <a:off x="0" y="0"/>
          <a:ext cx="0" cy="0"/>
          <a:chOff x="0" y="0"/>
          <a:chExt cx="0" cy="0"/>
        </a:xfrm>
      </p:grpSpPr>
      <p:sp>
        <p:nvSpPr>
          <p:cNvPr id="13" name="Vollbild">
            <a:extLst>
              <a:ext uri="{FF2B5EF4-FFF2-40B4-BE49-F238E27FC236}">
                <a16:creationId xmlns:a16="http://schemas.microsoft.com/office/drawing/2014/main" id="{14397B68-4E63-4A35-AB9B-0598739D8A88}"/>
              </a:ext>
            </a:extLst>
          </p:cNvPr>
          <p:cNvSpPr>
            <a:spLocks noGrp="1"/>
          </p:cNvSpPr>
          <p:nvPr>
            <p:ph type="pic" sz="quarter" idx="13" hasCustomPrompt="1"/>
          </p:nvPr>
        </p:nvSpPr>
        <p:spPr>
          <a:xfrm>
            <a:off x="0" y="1"/>
            <a:ext cx="11520489" cy="6480175"/>
          </a:xfrm>
          <a:custGeom>
            <a:avLst/>
            <a:gdLst>
              <a:gd name="connsiteX0" fmla="*/ 0 w 11520489"/>
              <a:gd name="connsiteY0" fmla="*/ 0 h 6480175"/>
              <a:gd name="connsiteX1" fmla="*/ 619392 w 11520489"/>
              <a:gd name="connsiteY1" fmla="*/ 0 h 6480175"/>
              <a:gd name="connsiteX2" fmla="*/ 540000 w 11520489"/>
              <a:gd name="connsiteY2" fmla="*/ 287337 h 6480175"/>
              <a:gd name="connsiteX3" fmla="*/ 1294046 w 11520489"/>
              <a:gd name="connsiteY3" fmla="*/ 287337 h 6480175"/>
              <a:gd name="connsiteX4" fmla="*/ 1373438 w 11520489"/>
              <a:gd name="connsiteY4" fmla="*/ 0 h 6480175"/>
              <a:gd name="connsiteX5" fmla="*/ 11520489 w 11520489"/>
              <a:gd name="connsiteY5" fmla="*/ 0 h 6480175"/>
              <a:gd name="connsiteX6" fmla="*/ 11520489 w 11520489"/>
              <a:gd name="connsiteY6" fmla="*/ 6480175 h 6480175"/>
              <a:gd name="connsiteX7" fmla="*/ 10978063 w 11520489"/>
              <a:gd name="connsiteY7" fmla="*/ 6480175 h 6480175"/>
              <a:gd name="connsiteX8" fmla="*/ 10978063 w 11520489"/>
              <a:gd name="connsiteY8" fmla="*/ 6173787 h 6480175"/>
              <a:gd name="connsiteX9" fmla="*/ 10224000 w 11520489"/>
              <a:gd name="connsiteY9" fmla="*/ 6173787 h 6480175"/>
              <a:gd name="connsiteX10" fmla="*/ 10224000 w 11520489"/>
              <a:gd name="connsiteY10" fmla="*/ 6480175 h 6480175"/>
              <a:gd name="connsiteX11" fmla="*/ 0 w 11520489"/>
              <a:gd name="connsiteY11"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20489" h="6480175">
                <a:moveTo>
                  <a:pt x="0" y="0"/>
                </a:moveTo>
                <a:lnTo>
                  <a:pt x="619392" y="0"/>
                </a:lnTo>
                <a:lnTo>
                  <a:pt x="540000" y="287337"/>
                </a:lnTo>
                <a:lnTo>
                  <a:pt x="1294046" y="287337"/>
                </a:lnTo>
                <a:lnTo>
                  <a:pt x="1373438" y="0"/>
                </a:lnTo>
                <a:lnTo>
                  <a:pt x="11520489" y="0"/>
                </a:lnTo>
                <a:lnTo>
                  <a:pt x="11520489" y="6480175"/>
                </a:lnTo>
                <a:lnTo>
                  <a:pt x="10978063" y="6480175"/>
                </a:lnTo>
                <a:lnTo>
                  <a:pt x="10978063" y="6173787"/>
                </a:lnTo>
                <a:lnTo>
                  <a:pt x="10224000" y="6173787"/>
                </a:lnTo>
                <a:lnTo>
                  <a:pt x="10224000" y="6480175"/>
                </a:lnTo>
                <a:lnTo>
                  <a:pt x="0" y="6480175"/>
                </a:lnTo>
                <a:close/>
              </a:path>
            </a:pathLst>
          </a:custGeom>
          <a:solidFill>
            <a:schemeClr val="accent3">
              <a:lumMod val="20000"/>
              <a:lumOff val="80000"/>
            </a:schemeClr>
          </a:solidFill>
        </p:spPr>
        <p:txBody>
          <a:bodyPr wrap="square" lIns="10224000" bIns="792000" anchor="b" anchorCtr="0">
            <a:noAutofit/>
          </a:bodyPr>
          <a:lstStyle>
            <a:lvl1pPr algn="l">
              <a:defRPr sz="1600" b="0">
                <a:solidFill>
                  <a:schemeClr val="bg1"/>
                </a:solidFill>
              </a:defRPr>
            </a:lvl1pPr>
          </a:lstStyle>
          <a:p>
            <a:r>
              <a:rPr lang="de-DE" dirty="0"/>
              <a:t>Bild einfügen &gt;&gt; Menü </a:t>
            </a:r>
            <a:br>
              <a:rPr lang="de-DE" dirty="0"/>
            </a:br>
            <a:r>
              <a:rPr lang="de-DE" dirty="0"/>
              <a:t>&gt; Einfügen </a:t>
            </a:r>
            <a:br>
              <a:rPr lang="de-DE" dirty="0"/>
            </a:br>
            <a:r>
              <a:rPr lang="de-DE" dirty="0"/>
              <a:t>&gt; Bilder </a:t>
            </a:r>
            <a:br>
              <a:rPr lang="de-DE" dirty="0"/>
            </a:br>
            <a:r>
              <a:rPr lang="de-DE" dirty="0"/>
              <a:t>oder per </a:t>
            </a:r>
            <a:br>
              <a:rPr lang="de-DE" dirty="0"/>
            </a:br>
            <a:r>
              <a:rPr lang="de-DE" dirty="0"/>
              <a:t>Drag-n-Drop</a:t>
            </a:r>
          </a:p>
        </p:txBody>
      </p:sp>
      <p:sp>
        <p:nvSpPr>
          <p:cNvPr id="21" name="Titel">
            <a:extLst>
              <a:ext uri="{FF2B5EF4-FFF2-40B4-BE49-F238E27FC236}">
                <a16:creationId xmlns:a16="http://schemas.microsoft.com/office/drawing/2014/main" id="{E58928A2-F2F0-4DA2-A28F-CE5885C0E895}"/>
              </a:ext>
            </a:extLst>
          </p:cNvPr>
          <p:cNvSpPr>
            <a:spLocks noGrp="1"/>
          </p:cNvSpPr>
          <p:nvPr>
            <p:ph type="ctrTitle" hasCustomPrompt="1"/>
          </p:nvPr>
        </p:nvSpPr>
        <p:spPr>
          <a:xfrm>
            <a:off x="0" y="0"/>
            <a:ext cx="11156950" cy="6480175"/>
          </a:xfrm>
          <a:custGeom>
            <a:avLst/>
            <a:gdLst>
              <a:gd name="connsiteX0" fmla="*/ 0 w 11156950"/>
              <a:gd name="connsiteY0" fmla="*/ 0 h 6480175"/>
              <a:gd name="connsiteX1" fmla="*/ 619392 w 11156950"/>
              <a:gd name="connsiteY1" fmla="*/ 0 h 6480175"/>
              <a:gd name="connsiteX2" fmla="*/ 540000 w 11156950"/>
              <a:gd name="connsiteY2" fmla="*/ 287338 h 6480175"/>
              <a:gd name="connsiteX3" fmla="*/ 1294046 w 11156950"/>
              <a:gd name="connsiteY3" fmla="*/ 287338 h 6480175"/>
              <a:gd name="connsiteX4" fmla="*/ 1373438 w 11156950"/>
              <a:gd name="connsiteY4" fmla="*/ 0 h 6480175"/>
              <a:gd name="connsiteX5" fmla="*/ 11156950 w 11156950"/>
              <a:gd name="connsiteY5" fmla="*/ 0 h 6480175"/>
              <a:gd name="connsiteX6" fmla="*/ 9388946 w 11156950"/>
              <a:gd name="connsiteY6" fmla="*/ 6480175 h 6480175"/>
              <a:gd name="connsiteX7" fmla="*/ 0 w 11156950"/>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56950" h="6480175">
                <a:moveTo>
                  <a:pt x="0" y="0"/>
                </a:moveTo>
                <a:lnTo>
                  <a:pt x="619392" y="0"/>
                </a:lnTo>
                <a:lnTo>
                  <a:pt x="540000" y="287338"/>
                </a:lnTo>
                <a:lnTo>
                  <a:pt x="1294046" y="287338"/>
                </a:lnTo>
                <a:lnTo>
                  <a:pt x="1373438" y="0"/>
                </a:lnTo>
                <a:lnTo>
                  <a:pt x="11156950" y="0"/>
                </a:lnTo>
                <a:lnTo>
                  <a:pt x="9388946" y="6480175"/>
                </a:lnTo>
                <a:lnTo>
                  <a:pt x="0" y="6480175"/>
                </a:lnTo>
                <a:close/>
              </a:path>
            </a:pathLst>
          </a:custGeom>
          <a:solidFill>
            <a:schemeClr val="tx1">
              <a:alpha val="50000"/>
            </a:schemeClr>
          </a:solidFill>
        </p:spPr>
        <p:txBody>
          <a:bodyPr wrap="square" lIns="1404000" tIns="1782000" rIns="1080000" anchor="t" anchorCtr="0">
            <a:noAutofit/>
          </a:bodyPr>
          <a:lstStyle>
            <a:lvl1pPr algn="l">
              <a:defRPr sz="3000">
                <a:solidFill>
                  <a:schemeClr val="bg1"/>
                </a:solidFill>
                <a:latin typeface="+mj-lt"/>
              </a:defRPr>
            </a:lvl1pPr>
          </a:lstStyle>
          <a:p>
            <a:r>
              <a:rPr lang="de-DE" dirty="0"/>
              <a:t>Hier steht der Titel der Präsentation</a:t>
            </a:r>
            <a:br>
              <a:rPr lang="de-DE" dirty="0"/>
            </a:br>
            <a:r>
              <a:rPr lang="de-DE" dirty="0"/>
              <a:t>Dieser kann zweizeilig sein</a:t>
            </a:r>
          </a:p>
        </p:txBody>
      </p:sp>
      <p:sp>
        <p:nvSpPr>
          <p:cNvPr id="3" name="Over Line">
            <a:extLst>
              <a:ext uri="{FF2B5EF4-FFF2-40B4-BE49-F238E27FC236}">
                <a16:creationId xmlns:a16="http://schemas.microsoft.com/office/drawing/2014/main" id="{5D62107B-E00D-4D9F-B761-023EEF0E9789}"/>
              </a:ext>
            </a:extLst>
          </p:cNvPr>
          <p:cNvSpPr>
            <a:spLocks noGrp="1"/>
          </p:cNvSpPr>
          <p:nvPr>
            <p:ph type="subTitle" idx="1" hasCustomPrompt="1"/>
          </p:nvPr>
        </p:nvSpPr>
        <p:spPr>
          <a:xfrm>
            <a:off x="1403350" y="1262063"/>
            <a:ext cx="8672400" cy="503499"/>
          </a:xfrm>
        </p:spPr>
        <p:txBody>
          <a:bodyPr anchor="b" anchorCtr="0"/>
          <a:lstStyle>
            <a:lvl1pPr marL="0" indent="0" algn="l">
              <a:buFont typeface="Arial" panose="020B0604020202020204" pitchFamily="34" charset="0"/>
              <a:buNone/>
              <a:defRPr sz="3000" b="0">
                <a:solidFill>
                  <a:schemeClr val="bg1"/>
                </a:solidFill>
                <a:latin typeface="+mn-lt"/>
              </a:defRPr>
            </a:lvl1pPr>
            <a:lvl2pPr marL="0" indent="0" algn="l">
              <a:buFont typeface="Arial" panose="020B0604020202020204" pitchFamily="34" charset="0"/>
              <a:buNone/>
              <a:defRPr sz="3000" b="0">
                <a:solidFill>
                  <a:schemeClr val="bg1"/>
                </a:solidFill>
                <a:latin typeface="+mn-lt"/>
              </a:defRPr>
            </a:lvl2pPr>
            <a:lvl3pPr marL="0" indent="0" algn="l">
              <a:buFont typeface="Arial" panose="020B0604020202020204" pitchFamily="34" charset="0"/>
              <a:buNone/>
              <a:defRPr sz="3000" b="0">
                <a:solidFill>
                  <a:schemeClr val="bg1"/>
                </a:solidFill>
                <a:latin typeface="+mn-lt"/>
              </a:defRPr>
            </a:lvl3pPr>
            <a:lvl4pPr marL="0" indent="0" algn="l">
              <a:buFont typeface="Arial" panose="020B0604020202020204" pitchFamily="34" charset="0"/>
              <a:buNone/>
              <a:defRPr sz="3000" b="0">
                <a:solidFill>
                  <a:schemeClr val="bg1"/>
                </a:solidFill>
                <a:latin typeface="+mn-lt"/>
              </a:defRPr>
            </a:lvl4pPr>
            <a:lvl5pPr marL="0" indent="0" algn="l">
              <a:buFont typeface="Arial" panose="020B0604020202020204" pitchFamily="34" charset="0"/>
              <a:buNone/>
              <a:defRPr sz="3000" b="0">
                <a:solidFill>
                  <a:schemeClr val="bg1"/>
                </a:solidFill>
                <a:latin typeface="+mn-lt"/>
              </a:defRPr>
            </a:lvl5pPr>
            <a:lvl6pPr marL="0" indent="0" algn="l">
              <a:spcBef>
                <a:spcPts val="0"/>
              </a:spcBef>
              <a:buFont typeface="Arial" panose="020B0604020202020204" pitchFamily="34" charset="0"/>
              <a:buNone/>
              <a:defRPr sz="3000" b="0">
                <a:solidFill>
                  <a:schemeClr val="bg1"/>
                </a:solidFill>
                <a:latin typeface="+mn-lt"/>
              </a:defRPr>
            </a:lvl6pPr>
            <a:lvl7pPr marL="0" indent="0" algn="l">
              <a:buFont typeface="Arial" panose="020B0604020202020204" pitchFamily="34" charset="0"/>
              <a:buNone/>
              <a:defRPr sz="3000" b="0">
                <a:solidFill>
                  <a:schemeClr val="bg1"/>
                </a:solidFill>
                <a:latin typeface="+mn-lt"/>
              </a:defRPr>
            </a:lvl7pPr>
            <a:lvl8pPr marL="0" indent="0" algn="l">
              <a:buFont typeface="Arial" panose="020B0604020202020204" pitchFamily="34" charset="0"/>
              <a:buNone/>
              <a:defRPr sz="3000" b="0">
                <a:solidFill>
                  <a:schemeClr val="bg1"/>
                </a:solidFill>
                <a:latin typeface="+mn-lt"/>
              </a:defRPr>
            </a:lvl8pPr>
            <a:lvl9pPr marL="0" indent="0" algn="l">
              <a:buFont typeface="Arial" panose="020B0604020202020204" pitchFamily="34" charset="0"/>
              <a:buNone/>
              <a:defRPr sz="3000" b="0">
                <a:solidFill>
                  <a:schemeClr val="bg1"/>
                </a:solidFill>
                <a:latin typeface="+mn-lt"/>
              </a:defRPr>
            </a:lvl9pPr>
          </a:lstStyle>
          <a:p>
            <a:pPr lvl="1"/>
            <a:r>
              <a:rPr lang="de-DE" dirty="0"/>
              <a:t>Over Line Präsentationstitel</a:t>
            </a:r>
          </a:p>
        </p:txBody>
      </p:sp>
      <p:sp>
        <p:nvSpPr>
          <p:cNvPr id="24" name="Vortragender 1">
            <a:extLst>
              <a:ext uri="{FF2B5EF4-FFF2-40B4-BE49-F238E27FC236}">
                <a16:creationId xmlns:a16="http://schemas.microsoft.com/office/drawing/2014/main" id="{EE590035-1C9F-4D28-BC16-E8B42F9A8DFE}"/>
              </a:ext>
            </a:extLst>
          </p:cNvPr>
          <p:cNvSpPr>
            <a:spLocks noGrp="1"/>
          </p:cNvSpPr>
          <p:nvPr>
            <p:ph type="body" orient="vert" idx="14" hasCustomPrompt="1"/>
          </p:nvPr>
        </p:nvSpPr>
        <p:spPr>
          <a:xfrm>
            <a:off x="1403350" y="4464050"/>
            <a:ext cx="3600000" cy="1331913"/>
          </a:xfrm>
        </p:spPr>
        <p:txBody>
          <a:bodyPr vert="horz"/>
          <a:lstStyle>
            <a:lvl1pPr>
              <a:defRPr>
                <a:solidFill>
                  <a:schemeClr val="bg1"/>
                </a:solidFill>
              </a:defRPr>
            </a:lvl1pPr>
            <a:lvl2pPr marL="0" indent="0">
              <a:spcBef>
                <a:spcPts val="0"/>
              </a:spcBef>
              <a:buNone/>
              <a:defRPr b="0">
                <a:solidFill>
                  <a:schemeClr val="bg1"/>
                </a:solidFill>
              </a:defRPr>
            </a:lvl2pPr>
            <a:lvl3pPr marL="0" indent="0">
              <a:spcBef>
                <a:spcPts val="2160"/>
              </a:spcBef>
              <a:buNone/>
              <a:defRPr sz="1100" b="0">
                <a:solidFill>
                  <a:schemeClr val="bg1"/>
                </a:solidFill>
              </a:defRPr>
            </a:lvl3pPr>
            <a:lvl4pPr marL="0" indent="0">
              <a:buNone/>
              <a:defRPr sz="1100" b="0">
                <a:solidFill>
                  <a:schemeClr val="bg1"/>
                </a:solidFill>
              </a:defRPr>
            </a:lvl4pPr>
            <a:lvl5pPr marL="0" indent="0">
              <a:buFont typeface="Arial" panose="020B0604020202020204" pitchFamily="34" charset="0"/>
              <a:buNone/>
              <a:defRPr sz="1100" b="0">
                <a:solidFill>
                  <a:schemeClr val="bg1"/>
                </a:solidFill>
              </a:defRPr>
            </a:lvl5pPr>
            <a:lvl6pPr marL="0" indent="0">
              <a:spcBef>
                <a:spcPts val="0"/>
              </a:spcBef>
              <a:buFont typeface="Arial" panose="020B0604020202020204" pitchFamily="34" charset="0"/>
              <a:buNone/>
              <a:defRPr sz="1100" b="0">
                <a:solidFill>
                  <a:schemeClr val="bg1"/>
                </a:solidFill>
              </a:defRPr>
            </a:lvl6pPr>
            <a:lvl7pPr marL="0" indent="0">
              <a:buFont typeface="Arial" panose="020B0604020202020204" pitchFamily="34" charset="0"/>
              <a:buNone/>
              <a:defRPr sz="1100" b="0">
                <a:solidFill>
                  <a:schemeClr val="bg1"/>
                </a:solidFill>
              </a:defRPr>
            </a:lvl7pPr>
            <a:lvl8pPr marL="0" indent="0">
              <a:buFont typeface="Arial" panose="020B0604020202020204" pitchFamily="34" charset="0"/>
              <a:buNone/>
              <a:defRPr sz="1100" b="0">
                <a:solidFill>
                  <a:schemeClr val="bg1"/>
                </a:solidFill>
              </a:defRPr>
            </a:lvl8pPr>
            <a:lvl9pPr marL="0" indent="0">
              <a:buFont typeface="Arial" panose="020B0604020202020204" pitchFamily="34" charset="0"/>
              <a:buNone/>
              <a:defRPr sz="1100" b="0">
                <a:solidFill>
                  <a:schemeClr val="bg1"/>
                </a:solidFill>
              </a:defRPr>
            </a:lvl9pPr>
          </a:lstStyle>
          <a:p>
            <a:pPr lvl="0"/>
            <a:r>
              <a:rPr lang="de-DE" dirty="0"/>
              <a:t>Name Vortragender 1 auf erster Ebene // für Position und E-Mail &gt;&gt; Menü &gt; Start &gt; Absatz &gt; Listenebene</a:t>
            </a:r>
          </a:p>
          <a:p>
            <a:pPr lvl="1"/>
            <a:r>
              <a:rPr lang="de-DE" dirty="0"/>
              <a:t>Zweite Ebene</a:t>
            </a:r>
          </a:p>
        </p:txBody>
      </p:sp>
      <p:sp>
        <p:nvSpPr>
          <p:cNvPr id="25" name="Vortragender 2">
            <a:extLst>
              <a:ext uri="{FF2B5EF4-FFF2-40B4-BE49-F238E27FC236}">
                <a16:creationId xmlns:a16="http://schemas.microsoft.com/office/drawing/2014/main" id="{9CDAA703-5C3A-493D-87FB-7A5417DBC2DB}"/>
              </a:ext>
            </a:extLst>
          </p:cNvPr>
          <p:cNvSpPr>
            <a:spLocks noGrp="1"/>
          </p:cNvSpPr>
          <p:nvPr>
            <p:ph type="body" orient="vert" idx="15" hasCustomPrompt="1"/>
          </p:nvPr>
        </p:nvSpPr>
        <p:spPr>
          <a:xfrm>
            <a:off x="5795963" y="4464050"/>
            <a:ext cx="3600000" cy="1331913"/>
          </a:xfrm>
        </p:spPr>
        <p:txBody>
          <a:bodyPr vert="horz"/>
          <a:lstStyle>
            <a:lvl1pPr>
              <a:defRPr>
                <a:solidFill>
                  <a:schemeClr val="bg1"/>
                </a:solidFill>
              </a:defRPr>
            </a:lvl1pPr>
            <a:lvl2pPr marL="0" indent="0">
              <a:spcBef>
                <a:spcPts val="0"/>
              </a:spcBef>
              <a:buNone/>
              <a:defRPr b="0">
                <a:solidFill>
                  <a:schemeClr val="bg1"/>
                </a:solidFill>
              </a:defRPr>
            </a:lvl2pPr>
            <a:lvl3pPr marL="0" indent="0">
              <a:spcBef>
                <a:spcPts val="2160"/>
              </a:spcBef>
              <a:buNone/>
              <a:defRPr sz="1100" b="0">
                <a:solidFill>
                  <a:schemeClr val="bg1"/>
                </a:solidFill>
              </a:defRPr>
            </a:lvl3pPr>
            <a:lvl4pPr marL="0" indent="0">
              <a:buNone/>
              <a:defRPr sz="1100" b="0">
                <a:solidFill>
                  <a:schemeClr val="bg1"/>
                </a:solidFill>
              </a:defRPr>
            </a:lvl4pPr>
            <a:lvl5pPr marL="0" indent="0">
              <a:buFont typeface="Arial" panose="020B0604020202020204" pitchFamily="34" charset="0"/>
              <a:buNone/>
              <a:defRPr sz="1100" b="0">
                <a:solidFill>
                  <a:schemeClr val="bg1"/>
                </a:solidFill>
              </a:defRPr>
            </a:lvl5pPr>
            <a:lvl6pPr marL="0" indent="0">
              <a:spcBef>
                <a:spcPts val="0"/>
              </a:spcBef>
              <a:buFont typeface="Arial" panose="020B0604020202020204" pitchFamily="34" charset="0"/>
              <a:buNone/>
              <a:defRPr sz="1100" b="0">
                <a:solidFill>
                  <a:schemeClr val="bg1"/>
                </a:solidFill>
              </a:defRPr>
            </a:lvl6pPr>
            <a:lvl7pPr marL="0" indent="0">
              <a:buFont typeface="Arial" panose="020B0604020202020204" pitchFamily="34" charset="0"/>
              <a:buNone/>
              <a:defRPr sz="1100" b="0">
                <a:solidFill>
                  <a:schemeClr val="bg1"/>
                </a:solidFill>
              </a:defRPr>
            </a:lvl7pPr>
            <a:lvl8pPr marL="0" indent="0">
              <a:buFont typeface="Arial" panose="020B0604020202020204" pitchFamily="34" charset="0"/>
              <a:buNone/>
              <a:defRPr sz="1100" b="0">
                <a:solidFill>
                  <a:schemeClr val="bg1"/>
                </a:solidFill>
              </a:defRPr>
            </a:lvl8pPr>
            <a:lvl9pPr marL="0" indent="0">
              <a:buFont typeface="Arial" panose="020B0604020202020204" pitchFamily="34" charset="0"/>
              <a:buNone/>
              <a:defRPr sz="1100" b="0">
                <a:solidFill>
                  <a:schemeClr val="bg1"/>
                </a:solidFill>
              </a:defRPr>
            </a:lvl9pPr>
          </a:lstStyle>
          <a:p>
            <a:pPr lvl="0"/>
            <a:r>
              <a:rPr lang="de-DE" dirty="0"/>
              <a:t>Name Vortragender 2 auf erster Ebene // für Position und E-Mail &gt;&gt; Menü &gt; Start &gt; Absatz &gt; Listenebene</a:t>
            </a:r>
          </a:p>
          <a:p>
            <a:pPr lvl="1"/>
            <a:r>
              <a:rPr lang="de-DE" dirty="0"/>
              <a:t>Zweite Ebene</a:t>
            </a:r>
          </a:p>
        </p:txBody>
      </p:sp>
      <p:sp>
        <p:nvSpPr>
          <p:cNvPr id="10" name="Privacy Notice">
            <a:extLst>
              <a:ext uri="{FF2B5EF4-FFF2-40B4-BE49-F238E27FC236}">
                <a16:creationId xmlns:a16="http://schemas.microsoft.com/office/drawing/2014/main" id="{FB17F1B9-4D1D-4158-9B8A-3D24BBE50AF5}"/>
              </a:ext>
            </a:extLst>
          </p:cNvPr>
          <p:cNvSpPr>
            <a:spLocks noGrp="1"/>
          </p:cNvSpPr>
          <p:nvPr>
            <p:ph type="body" orient="vert" idx="19" hasCustomPrompt="1"/>
          </p:nvPr>
        </p:nvSpPr>
        <p:spPr>
          <a:xfrm>
            <a:off x="1403350" y="5795964"/>
            <a:ext cx="7416000" cy="586800"/>
          </a:xfrm>
        </p:spPr>
        <p:txBody>
          <a:bodyPr vert="horz" anchor="b" anchorCtr="0"/>
          <a:lstStyle>
            <a:lvl1pPr marL="0" indent="0">
              <a:spcBef>
                <a:spcPts val="0"/>
              </a:spcBef>
              <a:buFont typeface="Arial" panose="020B0604020202020204" pitchFamily="34" charset="0"/>
              <a:buNone/>
              <a:defRPr sz="900" b="0">
                <a:solidFill>
                  <a:schemeClr val="bg1"/>
                </a:solidFill>
                <a:latin typeface="+mn-lt"/>
              </a:defRPr>
            </a:lvl1pPr>
            <a:lvl2pPr marL="0" indent="0">
              <a:spcBef>
                <a:spcPts val="0"/>
              </a:spcBef>
              <a:buFont typeface="Arial" panose="020B0604020202020204" pitchFamily="34" charset="0"/>
              <a:buNone/>
              <a:defRPr sz="900" b="0">
                <a:solidFill>
                  <a:schemeClr val="bg1"/>
                </a:solidFill>
                <a:latin typeface="+mn-lt"/>
              </a:defRPr>
            </a:lvl2pPr>
            <a:lvl3pPr marL="0" indent="0">
              <a:spcBef>
                <a:spcPts val="0"/>
              </a:spcBef>
              <a:buFont typeface="Arial" panose="020B0604020202020204" pitchFamily="34" charset="0"/>
              <a:buNone/>
              <a:defRPr sz="900" b="0">
                <a:solidFill>
                  <a:schemeClr val="bg1"/>
                </a:solidFill>
                <a:latin typeface="+mn-lt"/>
              </a:defRPr>
            </a:lvl3pPr>
            <a:lvl4pPr marL="0" indent="0">
              <a:spcBef>
                <a:spcPts val="0"/>
              </a:spcBef>
              <a:buFont typeface="Arial" panose="020B0604020202020204" pitchFamily="34" charset="0"/>
              <a:buNone/>
              <a:defRPr sz="900" b="0">
                <a:solidFill>
                  <a:schemeClr val="bg1"/>
                </a:solidFill>
                <a:latin typeface="+mn-lt"/>
              </a:defRPr>
            </a:lvl4pPr>
            <a:lvl5pPr marL="0" indent="0">
              <a:spcBef>
                <a:spcPts val="0"/>
              </a:spcBef>
              <a:buFont typeface="Arial" panose="020B0604020202020204" pitchFamily="34" charset="0"/>
              <a:buNone/>
              <a:defRPr sz="900" b="0">
                <a:solidFill>
                  <a:schemeClr val="bg1"/>
                </a:solidFill>
                <a:latin typeface="+mn-lt"/>
              </a:defRPr>
            </a:lvl5pPr>
            <a:lvl6pPr marL="0" indent="0">
              <a:spcBef>
                <a:spcPts val="0"/>
              </a:spcBef>
              <a:buFont typeface="Arial" panose="020B0604020202020204" pitchFamily="34" charset="0"/>
              <a:buNone/>
              <a:defRPr sz="900" b="0">
                <a:solidFill>
                  <a:schemeClr val="bg1"/>
                </a:solidFill>
                <a:latin typeface="+mn-lt"/>
              </a:defRPr>
            </a:lvl6pPr>
            <a:lvl7pPr marL="0" indent="0">
              <a:spcBef>
                <a:spcPts val="0"/>
              </a:spcBef>
              <a:buFont typeface="Arial" panose="020B0604020202020204" pitchFamily="34" charset="0"/>
              <a:buNone/>
              <a:defRPr sz="900" b="0">
                <a:solidFill>
                  <a:schemeClr val="bg1"/>
                </a:solidFill>
                <a:latin typeface="+mn-lt"/>
              </a:defRPr>
            </a:lvl7pPr>
            <a:lvl8pPr marL="0" indent="0">
              <a:spcBef>
                <a:spcPts val="0"/>
              </a:spcBef>
              <a:buFont typeface="Arial" panose="020B0604020202020204" pitchFamily="34" charset="0"/>
              <a:buNone/>
              <a:defRPr sz="900" b="0">
                <a:solidFill>
                  <a:schemeClr val="bg1"/>
                </a:solidFill>
                <a:latin typeface="+mn-lt"/>
              </a:defRPr>
            </a:lvl8pPr>
            <a:lvl9pPr marL="0" indent="0">
              <a:spcBef>
                <a:spcPts val="0"/>
              </a:spcBef>
              <a:buFont typeface="Arial" panose="020B0604020202020204" pitchFamily="34" charset="0"/>
              <a:buNone/>
              <a:defRPr sz="900" b="0">
                <a:solidFill>
                  <a:schemeClr val="bg1"/>
                </a:solidFill>
                <a:latin typeface="+mn-lt"/>
              </a:defRPr>
            </a:lvl9pPr>
          </a:lstStyle>
          <a:p>
            <a:pPr lvl="0"/>
            <a:r>
              <a:rPr lang="en-US" noProof="0" dirty="0"/>
              <a:t>Privacy Notice</a:t>
            </a:r>
          </a:p>
        </p:txBody>
      </p:sp>
      <p:sp>
        <p:nvSpPr>
          <p:cNvPr id="11" name="Datum">
            <a:extLst>
              <a:ext uri="{FF2B5EF4-FFF2-40B4-BE49-F238E27FC236}">
                <a16:creationId xmlns:a16="http://schemas.microsoft.com/office/drawing/2014/main" id="{A915A253-BC13-4B0E-A062-84E4F2AEDD63}"/>
              </a:ext>
            </a:extLst>
          </p:cNvPr>
          <p:cNvSpPr>
            <a:spLocks noGrp="1"/>
          </p:cNvSpPr>
          <p:nvPr>
            <p:ph type="dt" sz="half" idx="20"/>
          </p:nvPr>
        </p:nvSpPr>
        <p:spPr>
          <a:xfrm>
            <a:off x="3168000" y="6552000"/>
            <a:ext cx="720000" cy="180000"/>
          </a:xfrm>
        </p:spPr>
        <p:txBody>
          <a:bodyPr/>
          <a:lstStyle/>
          <a:p>
            <a:fld id="{F14FF2B9-A051-4B6E-A3EE-6B99A9CCB630}" type="datetime1">
              <a:rPr lang="de-DE" smtClean="0"/>
              <a:t>15.03.2024</a:t>
            </a:fld>
            <a:endParaRPr lang="de-DE" sz="1000" dirty="0"/>
          </a:p>
        </p:txBody>
      </p:sp>
      <p:sp>
        <p:nvSpPr>
          <p:cNvPr id="12" name="Fußzeile">
            <a:extLst>
              <a:ext uri="{FF2B5EF4-FFF2-40B4-BE49-F238E27FC236}">
                <a16:creationId xmlns:a16="http://schemas.microsoft.com/office/drawing/2014/main" id="{A669ACDC-11F0-4651-AAD9-BC9CE72FEA34}"/>
              </a:ext>
            </a:extLst>
          </p:cNvPr>
          <p:cNvSpPr>
            <a:spLocks noGrp="1"/>
          </p:cNvSpPr>
          <p:nvPr>
            <p:ph type="ftr" sz="quarter" idx="21"/>
          </p:nvPr>
        </p:nvSpPr>
        <p:spPr>
          <a:xfrm>
            <a:off x="539750" y="6552000"/>
            <a:ext cx="2376250" cy="180000"/>
          </a:xfrm>
        </p:spPr>
        <p:txBody>
          <a:bodyPr/>
          <a:lstStyle/>
          <a:p>
            <a:r>
              <a:rPr lang="en-US" dirty="0"/>
              <a:t>Refer to proprietary notice on title page</a:t>
            </a:r>
            <a:endParaRPr lang="de-DE" dirty="0"/>
          </a:p>
        </p:txBody>
      </p:sp>
      <p:sp>
        <p:nvSpPr>
          <p:cNvPr id="14" name="Foliennummer">
            <a:extLst>
              <a:ext uri="{FF2B5EF4-FFF2-40B4-BE49-F238E27FC236}">
                <a16:creationId xmlns:a16="http://schemas.microsoft.com/office/drawing/2014/main" id="{62D63767-CA9E-47DC-BBA9-607F8CCEC37A}"/>
              </a:ext>
            </a:extLst>
          </p:cNvPr>
          <p:cNvSpPr>
            <a:spLocks noGrp="1"/>
          </p:cNvSpPr>
          <p:nvPr>
            <p:ph type="sldNum" sz="quarter" idx="22"/>
          </p:nvPr>
        </p:nvSpPr>
        <p:spPr>
          <a:xfrm>
            <a:off x="4068000" y="6552000"/>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760718857"/>
      </p:ext>
    </p:extLst>
  </p:cSld>
  <p:clrMapOvr>
    <a:masterClrMapping/>
  </p:clrMapOvr>
  <p:extLst>
    <p:ext uri="{DCECCB84-F9BA-43D5-87BE-67443E8EF086}">
      <p15:sldGuideLst xmlns:p15="http://schemas.microsoft.com/office/powerpoint/2012/main">
        <p15:guide id="1" pos="884">
          <p15:clr>
            <a:srgbClr val="FBAE40"/>
          </p15:clr>
        </p15:guide>
        <p15:guide id="2" orient="horz" pos="2812">
          <p15:clr>
            <a:srgbClr val="FBAE40"/>
          </p15:clr>
        </p15:guide>
        <p15:guide id="3" pos="3651">
          <p15:clr>
            <a:srgbClr val="FBAE40"/>
          </p15:clr>
        </p15:guide>
        <p15:guide id="4" orient="horz" pos="3651">
          <p15:clr>
            <a:srgbClr val="FBAE40"/>
          </p15:clr>
        </p15:guide>
        <p15:guide id="5" orient="horz" pos="385" userDrawn="1">
          <p15:clr>
            <a:srgbClr val="FBAE40"/>
          </p15:clr>
        </p15:guide>
        <p15:guide id="6" orient="horz" pos="79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rhomboid">
    <p:spTree>
      <p:nvGrpSpPr>
        <p:cNvPr id="1" name=""/>
        <p:cNvGrpSpPr/>
        <p:nvPr/>
      </p:nvGrpSpPr>
      <p:grpSpPr>
        <a:xfrm>
          <a:off x="0" y="0"/>
          <a:ext cx="0" cy="0"/>
          <a:chOff x="0" y="0"/>
          <a:chExt cx="0" cy="0"/>
        </a:xfrm>
      </p:grpSpPr>
      <p:sp>
        <p:nvSpPr>
          <p:cNvPr id="54" name="Rhomboid Bild 3 Spalten">
            <a:extLst>
              <a:ext uri="{FF2B5EF4-FFF2-40B4-BE49-F238E27FC236}">
                <a16:creationId xmlns:a16="http://schemas.microsoft.com/office/drawing/2014/main" id="{137F158A-59F1-458A-BC27-F880FE4A52B8}"/>
              </a:ext>
            </a:extLst>
          </p:cNvPr>
          <p:cNvSpPr>
            <a:spLocks noGrp="1"/>
          </p:cNvSpPr>
          <p:nvPr>
            <p:ph type="pic" sz="quarter" idx="19" hasCustomPrompt="1"/>
          </p:nvPr>
        </p:nvSpPr>
        <p:spPr>
          <a:xfrm>
            <a:off x="7377114" y="0"/>
            <a:ext cx="4143375" cy="6480175"/>
          </a:xfrm>
          <a:custGeom>
            <a:avLst/>
            <a:gdLst>
              <a:gd name="connsiteX0" fmla="*/ 1766948 w 4143375"/>
              <a:gd name="connsiteY0" fmla="*/ 0 h 6480175"/>
              <a:gd name="connsiteX1" fmla="*/ 4143375 w 4143375"/>
              <a:gd name="connsiteY1" fmla="*/ 0 h 6480175"/>
              <a:gd name="connsiteX2" fmla="*/ 4143375 w 4143375"/>
              <a:gd name="connsiteY2" fmla="*/ 6480175 h 6480175"/>
              <a:gd name="connsiteX3" fmla="*/ 3600949 w 4143375"/>
              <a:gd name="connsiteY3" fmla="*/ 6480175 h 6480175"/>
              <a:gd name="connsiteX4" fmla="*/ 3600949 w 4143375"/>
              <a:gd name="connsiteY4" fmla="*/ 6173788 h 6480175"/>
              <a:gd name="connsiteX5" fmla="*/ 2846886 w 4143375"/>
              <a:gd name="connsiteY5" fmla="*/ 6173788 h 6480175"/>
              <a:gd name="connsiteX6" fmla="*/ 2846886 w 4143375"/>
              <a:gd name="connsiteY6" fmla="*/ 6480175 h 6480175"/>
              <a:gd name="connsiteX7" fmla="*/ 0 w 4143375"/>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6480175">
                <a:moveTo>
                  <a:pt x="1766948" y="0"/>
                </a:moveTo>
                <a:lnTo>
                  <a:pt x="4143375" y="0"/>
                </a:lnTo>
                <a:lnTo>
                  <a:pt x="4143375" y="6480175"/>
                </a:lnTo>
                <a:lnTo>
                  <a:pt x="3600949" y="6480175"/>
                </a:lnTo>
                <a:lnTo>
                  <a:pt x="3600949" y="6173788"/>
                </a:lnTo>
                <a:lnTo>
                  <a:pt x="2846886" y="6173788"/>
                </a:lnTo>
                <a:lnTo>
                  <a:pt x="2846886"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Bild einfügen per </a:t>
            </a:r>
            <a:br>
              <a:rPr lang="de-DE" dirty="0"/>
            </a:br>
            <a:r>
              <a:rPr lang="de-DE" dirty="0"/>
              <a:t>Drag-n-Drop </a:t>
            </a:r>
          </a:p>
        </p:txBody>
      </p:sp>
      <p:sp>
        <p:nvSpPr>
          <p:cNvPr id="21" name="Titel">
            <a:extLst>
              <a:ext uri="{FF2B5EF4-FFF2-40B4-BE49-F238E27FC236}">
                <a16:creationId xmlns:a16="http://schemas.microsoft.com/office/drawing/2014/main" id="{E58928A2-F2F0-4DA2-A28F-CE5885C0E895}"/>
              </a:ext>
            </a:extLst>
          </p:cNvPr>
          <p:cNvSpPr>
            <a:spLocks noGrp="1"/>
          </p:cNvSpPr>
          <p:nvPr>
            <p:ph type="ctrTitle" hasCustomPrompt="1"/>
          </p:nvPr>
        </p:nvSpPr>
        <p:spPr>
          <a:xfrm>
            <a:off x="539751" y="1029361"/>
            <a:ext cx="5760000" cy="1620000"/>
          </a:xfrm>
          <a:prstGeom prst="rect">
            <a:avLst/>
          </a:prstGeom>
          <a:noFill/>
        </p:spPr>
        <p:txBody>
          <a:bodyPr wrap="square" lIns="0" tIns="0" rIns="0" anchor="t" anchorCtr="0">
            <a:noAutofit/>
          </a:bodyPr>
          <a:lstStyle>
            <a:lvl1pPr algn="l">
              <a:defRPr sz="3000">
                <a:solidFill>
                  <a:schemeClr val="tx1"/>
                </a:solidFill>
                <a:latin typeface="+mj-lt"/>
              </a:defRPr>
            </a:lvl1pPr>
          </a:lstStyle>
          <a:p>
            <a:r>
              <a:rPr lang="de-DE" dirty="0"/>
              <a:t>Hier steht der Titel </a:t>
            </a:r>
            <a:br>
              <a:rPr lang="de-DE" dirty="0"/>
            </a:br>
            <a:r>
              <a:rPr lang="de-DE" dirty="0"/>
              <a:t>der Präsentation</a:t>
            </a:r>
            <a:br>
              <a:rPr lang="de-DE" dirty="0"/>
            </a:br>
            <a:r>
              <a:rPr lang="de-DE" dirty="0"/>
              <a:t>Dieser kann mehrzeilig sein</a:t>
            </a:r>
          </a:p>
        </p:txBody>
      </p:sp>
      <p:sp>
        <p:nvSpPr>
          <p:cNvPr id="3" name="Over Line">
            <a:extLst>
              <a:ext uri="{FF2B5EF4-FFF2-40B4-BE49-F238E27FC236}">
                <a16:creationId xmlns:a16="http://schemas.microsoft.com/office/drawing/2014/main" id="{5D62107B-E00D-4D9F-B761-023EEF0E9789}"/>
              </a:ext>
            </a:extLst>
          </p:cNvPr>
          <p:cNvSpPr>
            <a:spLocks noGrp="1"/>
          </p:cNvSpPr>
          <p:nvPr>
            <p:ph type="subTitle" idx="1" hasCustomPrompt="1"/>
          </p:nvPr>
        </p:nvSpPr>
        <p:spPr>
          <a:xfrm>
            <a:off x="539750" y="512763"/>
            <a:ext cx="5760000" cy="503499"/>
          </a:xfrm>
        </p:spPr>
        <p:txBody>
          <a:bodyPr anchor="b" anchorCtr="0"/>
          <a:lstStyle>
            <a:lvl1pPr marL="0" indent="0" algn="l">
              <a:buFont typeface="Arial" panose="020B0604020202020204" pitchFamily="34" charset="0"/>
              <a:buNone/>
              <a:defRPr sz="3000" b="0">
                <a:solidFill>
                  <a:schemeClr val="tx1"/>
                </a:solidFill>
                <a:latin typeface="+mn-lt"/>
              </a:defRPr>
            </a:lvl1pPr>
            <a:lvl2pPr marL="0" indent="0" algn="l">
              <a:buFont typeface="Arial" panose="020B0604020202020204" pitchFamily="34" charset="0"/>
              <a:buNone/>
              <a:defRPr sz="3000" b="0">
                <a:solidFill>
                  <a:schemeClr val="tx1"/>
                </a:solidFill>
                <a:latin typeface="+mn-lt"/>
              </a:defRPr>
            </a:lvl2pPr>
            <a:lvl3pPr marL="0" indent="0" algn="l">
              <a:buFont typeface="Arial" panose="020B0604020202020204" pitchFamily="34" charset="0"/>
              <a:buNone/>
              <a:defRPr sz="3000" b="0">
                <a:solidFill>
                  <a:schemeClr val="tx1"/>
                </a:solidFill>
                <a:latin typeface="+mn-lt"/>
              </a:defRPr>
            </a:lvl3pPr>
            <a:lvl4pPr marL="0" indent="0" algn="l">
              <a:buFont typeface="Arial" panose="020B0604020202020204" pitchFamily="34" charset="0"/>
              <a:buNone/>
              <a:defRPr sz="3000" b="0">
                <a:solidFill>
                  <a:schemeClr val="tx1"/>
                </a:solidFill>
                <a:latin typeface="+mn-lt"/>
              </a:defRPr>
            </a:lvl4pPr>
            <a:lvl5pPr marL="0" indent="0" algn="l">
              <a:buFont typeface="Arial" panose="020B0604020202020204" pitchFamily="34" charset="0"/>
              <a:buNone/>
              <a:defRPr sz="3000" b="0">
                <a:solidFill>
                  <a:schemeClr val="tx1"/>
                </a:solidFill>
                <a:latin typeface="+mn-lt"/>
              </a:defRPr>
            </a:lvl5pPr>
            <a:lvl6pPr marL="0" indent="0" algn="l">
              <a:spcBef>
                <a:spcPts val="0"/>
              </a:spcBef>
              <a:buFont typeface="Arial" panose="020B0604020202020204" pitchFamily="34" charset="0"/>
              <a:buNone/>
              <a:defRPr sz="3000" b="0">
                <a:solidFill>
                  <a:schemeClr val="tx1"/>
                </a:solidFill>
                <a:latin typeface="+mn-lt"/>
              </a:defRPr>
            </a:lvl6pPr>
            <a:lvl7pPr marL="0" indent="0" algn="l">
              <a:buFont typeface="Arial" panose="020B0604020202020204" pitchFamily="34" charset="0"/>
              <a:buNone/>
              <a:defRPr sz="3000" b="0">
                <a:solidFill>
                  <a:schemeClr val="tx1"/>
                </a:solidFill>
                <a:latin typeface="+mn-lt"/>
              </a:defRPr>
            </a:lvl7pPr>
            <a:lvl8pPr marL="0" indent="0" algn="l">
              <a:buFont typeface="Arial" panose="020B0604020202020204" pitchFamily="34" charset="0"/>
              <a:buNone/>
              <a:defRPr sz="3000" b="0">
                <a:solidFill>
                  <a:schemeClr val="tx1"/>
                </a:solidFill>
                <a:latin typeface="+mn-lt"/>
              </a:defRPr>
            </a:lvl8pPr>
            <a:lvl9pPr marL="0" indent="0" algn="l">
              <a:buFont typeface="Arial" panose="020B0604020202020204" pitchFamily="34" charset="0"/>
              <a:buNone/>
              <a:defRPr sz="3000" b="0">
                <a:solidFill>
                  <a:schemeClr val="tx1"/>
                </a:solidFill>
                <a:latin typeface="+mn-lt"/>
              </a:defRPr>
            </a:lvl9pPr>
          </a:lstStyle>
          <a:p>
            <a:pPr lvl="1"/>
            <a:r>
              <a:rPr lang="de-DE" dirty="0"/>
              <a:t>Over Line Präsentationstitel</a:t>
            </a:r>
          </a:p>
        </p:txBody>
      </p:sp>
      <p:sp>
        <p:nvSpPr>
          <p:cNvPr id="24" name="Ort/Datum">
            <a:extLst>
              <a:ext uri="{FF2B5EF4-FFF2-40B4-BE49-F238E27FC236}">
                <a16:creationId xmlns:a16="http://schemas.microsoft.com/office/drawing/2014/main" id="{EE590035-1C9F-4D28-BC16-E8B42F9A8DFE}"/>
              </a:ext>
            </a:extLst>
          </p:cNvPr>
          <p:cNvSpPr>
            <a:spLocks noGrp="1"/>
          </p:cNvSpPr>
          <p:nvPr>
            <p:ph type="body" orient="vert" idx="14" hasCustomPrompt="1"/>
          </p:nvPr>
        </p:nvSpPr>
        <p:spPr>
          <a:xfrm>
            <a:off x="539749" y="5232932"/>
            <a:ext cx="5760000" cy="503499"/>
          </a:xfrm>
        </p:spPr>
        <p:txBody>
          <a:bodyPr vert="horz" anchor="b" anchorCtr="0"/>
          <a:lstStyle>
            <a:lvl1pPr marL="0" indent="0">
              <a:spcBef>
                <a:spcPts val="0"/>
              </a:spcBef>
              <a:buFont typeface="Arial" panose="020B0604020202020204" pitchFamily="34" charset="0"/>
              <a:buNone/>
              <a:defRPr sz="1800" b="1">
                <a:solidFill>
                  <a:schemeClr val="tx1"/>
                </a:solidFill>
              </a:defRPr>
            </a:lvl1pPr>
            <a:lvl2pPr marL="0" indent="0">
              <a:spcBef>
                <a:spcPts val="0"/>
              </a:spcBef>
              <a:buFont typeface="Arial" panose="020B0604020202020204" pitchFamily="34" charset="0"/>
              <a:buNone/>
              <a:defRPr sz="1800" b="1">
                <a:solidFill>
                  <a:schemeClr val="tx1"/>
                </a:solidFill>
              </a:defRPr>
            </a:lvl2pPr>
            <a:lvl3pPr marL="0" indent="0">
              <a:spcBef>
                <a:spcPts val="0"/>
              </a:spcBef>
              <a:buFont typeface="Arial" panose="020B0604020202020204" pitchFamily="34" charset="0"/>
              <a:buNone/>
              <a:defRPr sz="1800" b="1">
                <a:solidFill>
                  <a:schemeClr val="tx1"/>
                </a:solidFill>
              </a:defRPr>
            </a:lvl3pPr>
            <a:lvl4pPr marL="0" indent="0">
              <a:spcBef>
                <a:spcPts val="0"/>
              </a:spcBef>
              <a:buFont typeface="Arial" panose="020B0604020202020204" pitchFamily="34" charset="0"/>
              <a:buNone/>
              <a:defRPr sz="1800" b="1">
                <a:solidFill>
                  <a:schemeClr val="tx1"/>
                </a:solidFill>
              </a:defRPr>
            </a:lvl4pPr>
            <a:lvl5pPr marL="0" indent="0">
              <a:spcBef>
                <a:spcPts val="0"/>
              </a:spcBef>
              <a:buFont typeface="Arial" panose="020B0604020202020204" pitchFamily="34" charset="0"/>
              <a:buNone/>
              <a:defRPr sz="1800" b="1">
                <a:solidFill>
                  <a:schemeClr val="tx1"/>
                </a:solidFill>
              </a:defRPr>
            </a:lvl5pPr>
            <a:lvl6pPr marL="0" indent="0">
              <a:spcBef>
                <a:spcPts val="0"/>
              </a:spcBef>
              <a:buFont typeface="Arial" panose="020B0604020202020204" pitchFamily="34" charset="0"/>
              <a:buNone/>
              <a:defRPr sz="1800" b="1">
                <a:solidFill>
                  <a:schemeClr val="tx1"/>
                </a:solidFill>
              </a:defRPr>
            </a:lvl6pPr>
            <a:lvl7pPr marL="0" indent="0">
              <a:spcBef>
                <a:spcPts val="0"/>
              </a:spcBef>
              <a:buFont typeface="Arial" panose="020B0604020202020204" pitchFamily="34" charset="0"/>
              <a:buNone/>
              <a:defRPr sz="1800" b="1">
                <a:solidFill>
                  <a:schemeClr val="tx1"/>
                </a:solidFill>
              </a:defRPr>
            </a:lvl7pPr>
            <a:lvl8pPr marL="0" indent="0">
              <a:spcBef>
                <a:spcPts val="0"/>
              </a:spcBef>
              <a:buFont typeface="Arial" panose="020B0604020202020204" pitchFamily="34" charset="0"/>
              <a:buNone/>
              <a:defRPr sz="1800" b="1">
                <a:solidFill>
                  <a:schemeClr val="tx1"/>
                </a:solidFill>
              </a:defRPr>
            </a:lvl8pPr>
            <a:lvl9pPr marL="0" indent="0">
              <a:spcBef>
                <a:spcPts val="0"/>
              </a:spcBef>
              <a:buFont typeface="Arial" panose="020B0604020202020204" pitchFamily="34" charset="0"/>
              <a:buNone/>
              <a:defRPr sz="1800" b="1">
                <a:solidFill>
                  <a:schemeClr val="tx1"/>
                </a:solidFill>
              </a:defRPr>
            </a:lvl9pPr>
          </a:lstStyle>
          <a:p>
            <a:pPr lvl="0"/>
            <a:r>
              <a:rPr lang="de-DE" dirty="0"/>
              <a:t>Ort, X. Monat 2019 </a:t>
            </a:r>
          </a:p>
        </p:txBody>
      </p:sp>
      <p:sp>
        <p:nvSpPr>
          <p:cNvPr id="58" name="Inhalt">
            <a:extLst>
              <a:ext uri="{FF2B5EF4-FFF2-40B4-BE49-F238E27FC236}">
                <a16:creationId xmlns:a16="http://schemas.microsoft.com/office/drawing/2014/main" id="{C6CD3634-E569-42B7-9679-B18C402C418A}"/>
              </a:ext>
            </a:extLst>
          </p:cNvPr>
          <p:cNvSpPr>
            <a:spLocks noGrp="1"/>
          </p:cNvSpPr>
          <p:nvPr>
            <p:ph idx="21" hasCustomPrompt="1"/>
          </p:nvPr>
        </p:nvSpPr>
        <p:spPr>
          <a:xfrm>
            <a:off x="539750" y="3240086"/>
            <a:ext cx="2520000" cy="1440000"/>
          </a:xfrm>
        </p:spPr>
        <p:txBody>
          <a:bodyPr/>
          <a:lstStyle>
            <a:lvl1pPr marL="0" indent="0">
              <a:buFont typeface="Arial" panose="020B0604020202020204" pitchFamily="34" charset="0"/>
              <a:buNone/>
              <a:defRPr sz="1000" b="0"/>
            </a:lvl1pPr>
            <a:lvl2pPr marL="0" indent="0">
              <a:buNone/>
              <a:defRPr sz="1000" b="0"/>
            </a:lvl2pPr>
            <a:lvl3pPr marL="0" indent="0">
              <a:buNone/>
              <a:defRPr sz="1000" b="0"/>
            </a:lvl3pPr>
            <a:lvl4pPr marL="0" indent="0">
              <a:buNone/>
              <a:defRPr sz="1000" b="0"/>
            </a:lvl4pPr>
            <a:lvl5pPr marL="0" indent="0">
              <a:buFont typeface="Arial" panose="020B0604020202020204" pitchFamily="34" charset="0"/>
              <a:buNone/>
              <a:defRPr sz="1000" b="0"/>
            </a:lvl5pPr>
            <a:lvl6pPr marL="0" indent="0">
              <a:buFont typeface="Arial" panose="020B0604020202020204" pitchFamily="34" charset="0"/>
              <a:buNone/>
              <a:defRPr sz="1000" b="0"/>
            </a:lvl6pPr>
            <a:lvl7pPr marL="0" indent="0">
              <a:buFont typeface="Arial" panose="020B0604020202020204" pitchFamily="34" charset="0"/>
              <a:buNone/>
              <a:defRPr sz="1000" b="0"/>
            </a:lvl7pPr>
            <a:lvl8pPr marL="0" indent="0">
              <a:buFont typeface="Arial" panose="020B0604020202020204" pitchFamily="34" charset="0"/>
              <a:buNone/>
              <a:defRPr sz="1000" b="0"/>
            </a:lvl8pPr>
            <a:lvl9pPr marL="0" indent="0">
              <a:buFont typeface="Arial" panose="020B0604020202020204" pitchFamily="34" charset="0"/>
              <a:buNone/>
              <a:defRPr sz="1000" b="0"/>
            </a:lvl9pPr>
          </a:lstStyle>
          <a:p>
            <a:pPr lvl="0"/>
            <a:r>
              <a:rPr lang="de-DE" dirty="0"/>
              <a:t>ggf. Kundenlogo einfügen</a:t>
            </a:r>
          </a:p>
        </p:txBody>
      </p:sp>
      <p:sp>
        <p:nvSpPr>
          <p:cNvPr id="10" name="Privacy Notice">
            <a:extLst>
              <a:ext uri="{FF2B5EF4-FFF2-40B4-BE49-F238E27FC236}">
                <a16:creationId xmlns:a16="http://schemas.microsoft.com/office/drawing/2014/main" id="{48218097-8789-4B91-801A-0CE1BC3ED33F}"/>
              </a:ext>
            </a:extLst>
          </p:cNvPr>
          <p:cNvSpPr>
            <a:spLocks noGrp="1"/>
          </p:cNvSpPr>
          <p:nvPr>
            <p:ph type="body" orient="vert" idx="22" hasCustomPrompt="1"/>
          </p:nvPr>
        </p:nvSpPr>
        <p:spPr>
          <a:xfrm>
            <a:off x="539749" y="5795964"/>
            <a:ext cx="7416000" cy="586800"/>
          </a:xfrm>
        </p:spPr>
        <p:txBody>
          <a:bodyPr vert="horz" anchor="b" anchorCtr="0"/>
          <a:lstStyle>
            <a:lvl1pPr marL="0" indent="0">
              <a:spcBef>
                <a:spcPts val="0"/>
              </a:spcBef>
              <a:buFont typeface="Arial" panose="020B0604020202020204" pitchFamily="34" charset="0"/>
              <a:buNone/>
              <a:defRPr sz="900" b="0">
                <a:solidFill>
                  <a:schemeClr val="tx1"/>
                </a:solidFill>
                <a:latin typeface="+mn-lt"/>
              </a:defRPr>
            </a:lvl1pPr>
            <a:lvl2pPr marL="0" indent="0">
              <a:spcBef>
                <a:spcPts val="0"/>
              </a:spcBef>
              <a:buFont typeface="Arial" panose="020B0604020202020204" pitchFamily="34" charset="0"/>
              <a:buNone/>
              <a:defRPr sz="900" b="0">
                <a:solidFill>
                  <a:schemeClr val="tx1"/>
                </a:solidFill>
                <a:latin typeface="+mn-lt"/>
              </a:defRPr>
            </a:lvl2pPr>
            <a:lvl3pPr marL="0" indent="0">
              <a:spcBef>
                <a:spcPts val="0"/>
              </a:spcBef>
              <a:buFont typeface="Arial" panose="020B0604020202020204" pitchFamily="34" charset="0"/>
              <a:buNone/>
              <a:defRPr sz="900" b="0">
                <a:solidFill>
                  <a:schemeClr val="tx1"/>
                </a:solidFill>
                <a:latin typeface="+mn-lt"/>
              </a:defRPr>
            </a:lvl3pPr>
            <a:lvl4pPr marL="0" indent="0">
              <a:spcBef>
                <a:spcPts val="0"/>
              </a:spcBef>
              <a:buFont typeface="Arial" panose="020B0604020202020204" pitchFamily="34" charset="0"/>
              <a:buNone/>
              <a:defRPr sz="900" b="0">
                <a:solidFill>
                  <a:schemeClr val="tx1"/>
                </a:solidFill>
                <a:latin typeface="+mn-lt"/>
              </a:defRPr>
            </a:lvl4pPr>
            <a:lvl5pPr marL="0" indent="0">
              <a:spcBef>
                <a:spcPts val="0"/>
              </a:spcBef>
              <a:buFont typeface="Arial" panose="020B0604020202020204" pitchFamily="34" charset="0"/>
              <a:buNone/>
              <a:defRPr sz="900" b="0">
                <a:solidFill>
                  <a:schemeClr val="tx1"/>
                </a:solidFill>
                <a:latin typeface="+mn-lt"/>
              </a:defRPr>
            </a:lvl5pPr>
            <a:lvl6pPr marL="0" indent="0">
              <a:spcBef>
                <a:spcPts val="0"/>
              </a:spcBef>
              <a:buFont typeface="Arial" panose="020B0604020202020204" pitchFamily="34" charset="0"/>
              <a:buNone/>
              <a:defRPr sz="900" b="0">
                <a:solidFill>
                  <a:schemeClr val="tx1"/>
                </a:solidFill>
                <a:latin typeface="+mn-lt"/>
              </a:defRPr>
            </a:lvl6pPr>
            <a:lvl7pPr marL="0" indent="0">
              <a:spcBef>
                <a:spcPts val="0"/>
              </a:spcBef>
              <a:buFont typeface="Arial" panose="020B0604020202020204" pitchFamily="34" charset="0"/>
              <a:buNone/>
              <a:defRPr sz="900" b="0">
                <a:solidFill>
                  <a:schemeClr val="tx1"/>
                </a:solidFill>
                <a:latin typeface="+mn-lt"/>
              </a:defRPr>
            </a:lvl7pPr>
            <a:lvl8pPr marL="0" indent="0">
              <a:spcBef>
                <a:spcPts val="0"/>
              </a:spcBef>
              <a:buFont typeface="Arial" panose="020B0604020202020204" pitchFamily="34" charset="0"/>
              <a:buNone/>
              <a:defRPr sz="900" b="0">
                <a:solidFill>
                  <a:schemeClr val="tx1"/>
                </a:solidFill>
                <a:latin typeface="+mn-lt"/>
              </a:defRPr>
            </a:lvl8pPr>
            <a:lvl9pPr marL="0" indent="0">
              <a:spcBef>
                <a:spcPts val="0"/>
              </a:spcBef>
              <a:buFont typeface="Arial" panose="020B0604020202020204" pitchFamily="34" charset="0"/>
              <a:buNone/>
              <a:defRPr sz="900" b="0">
                <a:solidFill>
                  <a:schemeClr val="tx1"/>
                </a:solidFill>
                <a:latin typeface="+mn-lt"/>
              </a:defRPr>
            </a:lvl9pPr>
          </a:lstStyle>
          <a:p>
            <a:pPr lvl="0"/>
            <a:r>
              <a:rPr lang="en-US" noProof="0" dirty="0"/>
              <a:t>Privacy Notice</a:t>
            </a:r>
          </a:p>
        </p:txBody>
      </p:sp>
      <p:sp>
        <p:nvSpPr>
          <p:cNvPr id="11" name="Datum">
            <a:extLst>
              <a:ext uri="{FF2B5EF4-FFF2-40B4-BE49-F238E27FC236}">
                <a16:creationId xmlns:a16="http://schemas.microsoft.com/office/drawing/2014/main" id="{D24D6296-EA2F-4570-8633-B8E92AB59FB5}"/>
              </a:ext>
            </a:extLst>
          </p:cNvPr>
          <p:cNvSpPr>
            <a:spLocks noGrp="1"/>
          </p:cNvSpPr>
          <p:nvPr>
            <p:ph type="dt" sz="half" idx="20"/>
          </p:nvPr>
        </p:nvSpPr>
        <p:spPr>
          <a:xfrm>
            <a:off x="3168000" y="6552000"/>
            <a:ext cx="720000" cy="180000"/>
          </a:xfrm>
        </p:spPr>
        <p:txBody>
          <a:bodyPr/>
          <a:lstStyle/>
          <a:p>
            <a:fld id="{4BCAF4F7-49FF-4D9B-8A7B-679710F7C1F8}" type="datetime1">
              <a:rPr lang="de-DE" smtClean="0"/>
              <a:t>15.03.2024</a:t>
            </a:fld>
            <a:endParaRPr lang="de-DE" sz="1000" dirty="0"/>
          </a:p>
        </p:txBody>
      </p:sp>
      <p:sp>
        <p:nvSpPr>
          <p:cNvPr id="12" name="Fußzeile">
            <a:extLst>
              <a:ext uri="{FF2B5EF4-FFF2-40B4-BE49-F238E27FC236}">
                <a16:creationId xmlns:a16="http://schemas.microsoft.com/office/drawing/2014/main" id="{997F30CD-1553-4F99-869A-084B270DF7F2}"/>
              </a:ext>
            </a:extLst>
          </p:cNvPr>
          <p:cNvSpPr>
            <a:spLocks noGrp="1"/>
          </p:cNvSpPr>
          <p:nvPr>
            <p:ph type="ftr" sz="quarter" idx="23"/>
          </p:nvPr>
        </p:nvSpPr>
        <p:spPr>
          <a:xfrm>
            <a:off x="539750" y="6552000"/>
            <a:ext cx="2376250" cy="180000"/>
          </a:xfrm>
        </p:spPr>
        <p:txBody>
          <a:bodyPr/>
          <a:lstStyle/>
          <a:p>
            <a:r>
              <a:rPr lang="en-US" dirty="0"/>
              <a:t>Refer to proprietary notice on title page</a:t>
            </a:r>
            <a:endParaRPr lang="de-DE" dirty="0"/>
          </a:p>
        </p:txBody>
      </p:sp>
      <p:sp>
        <p:nvSpPr>
          <p:cNvPr id="13" name="Foliennummer">
            <a:extLst>
              <a:ext uri="{FF2B5EF4-FFF2-40B4-BE49-F238E27FC236}">
                <a16:creationId xmlns:a16="http://schemas.microsoft.com/office/drawing/2014/main" id="{4FCEC190-BAD0-468D-8530-6E8D10EBF6C4}"/>
              </a:ext>
            </a:extLst>
          </p:cNvPr>
          <p:cNvSpPr>
            <a:spLocks noGrp="1"/>
          </p:cNvSpPr>
          <p:nvPr>
            <p:ph type="sldNum" sz="quarter" idx="24"/>
          </p:nvPr>
        </p:nvSpPr>
        <p:spPr>
          <a:xfrm>
            <a:off x="4068000" y="6552000"/>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3058922876"/>
      </p:ext>
    </p:extLst>
  </p:cSld>
  <p:clrMapOvr>
    <a:masterClrMapping/>
  </p:clrMapOvr>
  <p:extLst>
    <p:ext uri="{DCECCB84-F9BA-43D5-87BE-67443E8EF086}">
      <p15:sldGuideLst xmlns:p15="http://schemas.microsoft.com/office/powerpoint/2012/main">
        <p15:guide id="1" pos="6917">
          <p15:clr>
            <a:srgbClr val="FBAE40"/>
          </p15:clr>
        </p15:guide>
        <p15:guide id="3" pos="340">
          <p15:clr>
            <a:srgbClr val="FBAE40"/>
          </p15:clr>
        </p15:guide>
        <p15:guide id="4" orient="horz" pos="3651">
          <p15:clr>
            <a:srgbClr val="FBAE40"/>
          </p15:clr>
        </p15:guide>
        <p15:guide id="5" orient="horz" pos="385" userDrawn="1">
          <p15:clr>
            <a:srgbClr val="FBAE40"/>
          </p15:clr>
        </p15:guide>
        <p15:guide id="6" orient="horz" pos="32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p:txBody>
          <a:bodyPr/>
          <a:lstStyle>
            <a:lvl1pPr>
              <a:defRPr lang="de-DE" sz="1800" b="1" i="0" u="none" strike="noStrike" baseline="0" smtClean="0"/>
            </a:lvl1pPr>
          </a:lstStyle>
          <a:p>
            <a:r>
              <a:rPr lang="de-DE" dirty="0"/>
              <a:t>Hier steht der Inhalt</a:t>
            </a:r>
          </a:p>
        </p:txBody>
      </p:sp>
      <p:sp>
        <p:nvSpPr>
          <p:cNvPr id="8" name="Text">
            <a:extLst>
              <a:ext uri="{FF2B5EF4-FFF2-40B4-BE49-F238E27FC236}">
                <a16:creationId xmlns:a16="http://schemas.microsoft.com/office/drawing/2014/main" id="{25230366-7AB1-4EE3-AD91-2C54FE8789C5}"/>
              </a:ext>
            </a:extLst>
          </p:cNvPr>
          <p:cNvSpPr>
            <a:spLocks noGrp="1"/>
          </p:cNvSpPr>
          <p:nvPr>
            <p:ph type="body" orient="vert" idx="1" hasCustomPrompt="1"/>
          </p:nvPr>
        </p:nvSpPr>
        <p:spPr>
          <a:xfrm>
            <a:off x="539750" y="1350963"/>
            <a:ext cx="6948488" cy="4445000"/>
          </a:xfrm>
        </p:spPr>
        <p:txBody>
          <a:bodyPr vert="horz"/>
          <a:lstStyle>
            <a:lvl1pPr marL="126000" indent="-126000">
              <a:spcBef>
                <a:spcPts val="2160"/>
              </a:spcBef>
              <a:buFont typeface="Arial" panose="020B0604020202020204" pitchFamily="34" charset="0"/>
              <a:buChar char="▪"/>
              <a:defRPr/>
            </a:lvl1pPr>
            <a:lvl2pPr marL="126000" indent="0">
              <a:spcBef>
                <a:spcPts val="0"/>
              </a:spcBef>
              <a:buNone/>
              <a:defRPr b="0"/>
            </a:lvl2pPr>
            <a:lvl3pPr marL="126000" indent="0">
              <a:buNone/>
              <a:defRPr b="0"/>
            </a:lvl3pPr>
            <a:lvl4pPr marL="126000" indent="0">
              <a:buNone/>
              <a:defRPr b="0"/>
            </a:lvl4pPr>
            <a:lvl5pPr marL="126000">
              <a:defRPr b="0"/>
            </a:lvl5pPr>
            <a:lvl6pPr marL="126000" indent="0">
              <a:spcBef>
                <a:spcPts val="0"/>
              </a:spcBef>
              <a:buNone/>
              <a:defRPr b="0"/>
            </a:lvl6pPr>
            <a:lvl7pPr marL="126000">
              <a:defRPr b="0"/>
            </a:lvl7pPr>
            <a:lvl8pPr marL="126000">
              <a:defRPr b="0"/>
            </a:lvl8pPr>
            <a:lvl9pPr marL="126000">
              <a:defRPr b="0"/>
            </a:lvl9pPr>
          </a:lstStyle>
          <a:p>
            <a:pPr lvl="0"/>
            <a:r>
              <a:rPr lang="de-DE" dirty="0"/>
              <a:t>Hauptthema auf erster Ebene // für Unterthema &gt;&gt;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3" name="Datum">
            <a:extLst>
              <a:ext uri="{FF2B5EF4-FFF2-40B4-BE49-F238E27FC236}">
                <a16:creationId xmlns:a16="http://schemas.microsoft.com/office/drawing/2014/main" id="{754B46B1-58AD-4B06-B5C7-1CDB79506956}"/>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177AF695-C41C-49FD-A803-E77DA8B91853}" type="datetime1">
              <a:rPr lang="de-DE" smtClean="0"/>
              <a:t>15.03.2024</a:t>
            </a:fld>
            <a:endParaRPr lang="de-DE" sz="1000" dirty="0"/>
          </a:p>
        </p:txBody>
      </p:sp>
      <p:sp>
        <p:nvSpPr>
          <p:cNvPr id="14" name="Fußzeile">
            <a:extLst>
              <a:ext uri="{FF2B5EF4-FFF2-40B4-BE49-F238E27FC236}">
                <a16:creationId xmlns:a16="http://schemas.microsoft.com/office/drawing/2014/main" id="{C9215632-AD94-4CD2-A373-80249322664C}"/>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5" name="Foliennummer">
            <a:extLst>
              <a:ext uri="{FF2B5EF4-FFF2-40B4-BE49-F238E27FC236}">
                <a16:creationId xmlns:a16="http://schemas.microsoft.com/office/drawing/2014/main" id="{E8D05E1B-94B0-4C56-8CAE-49D138D73027}"/>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657650062"/>
      </p:ext>
    </p:extLst>
  </p:cSld>
  <p:clrMapOvr>
    <a:masterClrMapping/>
  </p:clrMapOvr>
  <p:extLst>
    <p:ext uri="{DCECCB84-F9BA-43D5-87BE-67443E8EF086}">
      <p15:sldGuideLst xmlns:p15="http://schemas.microsoft.com/office/powerpoint/2012/main">
        <p15:guide id="1" pos="340">
          <p15:clr>
            <a:srgbClr val="FBAE40"/>
          </p15:clr>
        </p15:guide>
        <p15:guide id="2" orient="horz" pos="385">
          <p15:clr>
            <a:srgbClr val="FBAE40"/>
          </p15:clr>
        </p15:guide>
        <p15:guide id="3" pos="4717">
          <p15:clr>
            <a:srgbClr val="FBAE40"/>
          </p15:clr>
        </p15:guide>
        <p15:guide id="4" pos="6917">
          <p15:clr>
            <a:srgbClr val="FBAE40"/>
          </p15:clr>
        </p15:guide>
        <p15:guide id="5" orient="horz" pos="851">
          <p15:clr>
            <a:srgbClr val="FBAE40"/>
          </p15:clr>
        </p15:guide>
        <p15:guide id="6" orient="horz" pos="3651">
          <p15:clr>
            <a:srgbClr val="FBAE40"/>
          </p15:clr>
        </p15:guide>
        <p15:guide id="7" pos="415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slide + rhomboid">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p:txBody>
          <a:bodyPr/>
          <a:lstStyle>
            <a:lvl1pPr>
              <a:defRPr/>
            </a:lvl1pPr>
          </a:lstStyle>
          <a:p>
            <a:r>
              <a:rPr lang="de-DE" dirty="0"/>
              <a:t>Hier steht eine Überschrift</a:t>
            </a:r>
            <a:br>
              <a:rPr lang="de-DE" dirty="0"/>
            </a:br>
            <a:r>
              <a:rPr lang="de-DE" dirty="0"/>
              <a:t>Diese kann zweizeilig sein</a:t>
            </a:r>
          </a:p>
        </p:txBody>
      </p:sp>
      <p:sp>
        <p:nvSpPr>
          <p:cNvPr id="3" name="Inhalt">
            <a:extLst>
              <a:ext uri="{FF2B5EF4-FFF2-40B4-BE49-F238E27FC236}">
                <a16:creationId xmlns:a16="http://schemas.microsoft.com/office/drawing/2014/main" id="{F47392CF-7E88-490D-B47F-DF31B998A499}"/>
              </a:ext>
            </a:extLst>
          </p:cNvPr>
          <p:cNvSpPr>
            <a:spLocks noGrp="1"/>
          </p:cNvSpPr>
          <p:nvPr>
            <p:ph idx="1" hasCustomPrompt="1"/>
          </p:nvPr>
        </p:nvSpPr>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3" name="Datum">
            <a:extLst>
              <a:ext uri="{FF2B5EF4-FFF2-40B4-BE49-F238E27FC236}">
                <a16:creationId xmlns:a16="http://schemas.microsoft.com/office/drawing/2014/main" id="{78EB9E25-8F84-433A-97CA-099C24127F09}"/>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E9E4F7E0-7044-4F1D-9C8F-F2ED296D86FF}" type="datetime1">
              <a:rPr lang="de-DE" smtClean="0"/>
              <a:t>15.03.2024</a:t>
            </a:fld>
            <a:endParaRPr lang="de-DE" sz="1000" dirty="0"/>
          </a:p>
        </p:txBody>
      </p:sp>
      <p:sp>
        <p:nvSpPr>
          <p:cNvPr id="14" name="Fußzeile">
            <a:extLst>
              <a:ext uri="{FF2B5EF4-FFF2-40B4-BE49-F238E27FC236}">
                <a16:creationId xmlns:a16="http://schemas.microsoft.com/office/drawing/2014/main" id="{F0C15C40-0BE3-473F-8DFF-F101680E1EB0}"/>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5" name="Foliennummer">
            <a:extLst>
              <a:ext uri="{FF2B5EF4-FFF2-40B4-BE49-F238E27FC236}">
                <a16:creationId xmlns:a16="http://schemas.microsoft.com/office/drawing/2014/main" id="{6D2DDFEB-0E6C-47FC-A789-A89E4DC18940}"/>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262623882"/>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3" pos="4717">
          <p15:clr>
            <a:srgbClr val="FBAE40"/>
          </p15:clr>
        </p15:guide>
        <p15:guide id="4" pos="6917">
          <p15:clr>
            <a:srgbClr val="FBAE40"/>
          </p15:clr>
        </p15:guide>
        <p15:guide id="5" orient="horz" pos="851">
          <p15:clr>
            <a:srgbClr val="FBAE40"/>
          </p15:clr>
        </p15:guide>
        <p15:guide id="6" orient="horz" pos="385">
          <p15:clr>
            <a:srgbClr val="FBAE40"/>
          </p15:clr>
        </p15:guide>
        <p15:guide id="7" pos="415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line + text">
    <p:bg>
      <p:bgPr>
        <a:solidFill>
          <a:schemeClr val="tx2"/>
        </a:solidFill>
        <a:effectLst/>
      </p:bgPr>
    </p:bg>
    <p:spTree>
      <p:nvGrpSpPr>
        <p:cNvPr id="1" name=""/>
        <p:cNvGrpSpPr/>
        <p:nvPr/>
      </p:nvGrpSpPr>
      <p:grpSpPr>
        <a:xfrm>
          <a:off x="0" y="0"/>
          <a:ext cx="0" cy="0"/>
          <a:chOff x="0" y="0"/>
          <a:chExt cx="0" cy="0"/>
        </a:xfrm>
      </p:grpSpPr>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a:xfrm>
            <a:off x="539750" y="611187"/>
            <a:ext cx="10440988" cy="612000"/>
          </a:xfrm>
        </p:spPr>
        <p:txBody>
          <a:bodyPr/>
          <a:lstStyle>
            <a:lvl1pPr>
              <a:defRPr/>
            </a:lvl1pPr>
          </a:lstStyle>
          <a:p>
            <a:r>
              <a:rPr lang="de-DE" dirty="0"/>
              <a:t>Hier steht eine Überschrift</a:t>
            </a:r>
            <a:br>
              <a:rPr lang="de-DE" dirty="0"/>
            </a:br>
            <a:r>
              <a:rPr lang="de-DE" dirty="0"/>
              <a:t>Diese kann zweizeilig sein</a:t>
            </a:r>
          </a:p>
        </p:txBody>
      </p:sp>
      <p:sp>
        <p:nvSpPr>
          <p:cNvPr id="3" name="Inhalt">
            <a:extLst>
              <a:ext uri="{FF2B5EF4-FFF2-40B4-BE49-F238E27FC236}">
                <a16:creationId xmlns:a16="http://schemas.microsoft.com/office/drawing/2014/main" id="{F47392CF-7E88-490D-B47F-DF31B998A499}"/>
              </a:ext>
            </a:extLst>
          </p:cNvPr>
          <p:cNvSpPr>
            <a:spLocks noGrp="1"/>
          </p:cNvSpPr>
          <p:nvPr>
            <p:ph idx="1" hasCustomPrompt="1"/>
          </p:nvPr>
        </p:nvSpPr>
        <p:spPr>
          <a:xfrm>
            <a:off x="539750" y="1350963"/>
            <a:ext cx="10440988" cy="4445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7" name="Datum">
            <a:extLst>
              <a:ext uri="{FF2B5EF4-FFF2-40B4-BE49-F238E27FC236}">
                <a16:creationId xmlns:a16="http://schemas.microsoft.com/office/drawing/2014/main" id="{9C2643F5-175C-415C-8D80-4239845693C4}"/>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93250184-73C1-4BAF-ADF1-47FF3D00C3F6}" type="datetime1">
              <a:rPr lang="de-DE" smtClean="0"/>
              <a:t>15.03.2024</a:t>
            </a:fld>
            <a:endParaRPr lang="de-DE" sz="1000" dirty="0"/>
          </a:p>
        </p:txBody>
      </p:sp>
      <p:sp>
        <p:nvSpPr>
          <p:cNvPr id="8" name="Fußzeile">
            <a:extLst>
              <a:ext uri="{FF2B5EF4-FFF2-40B4-BE49-F238E27FC236}">
                <a16:creationId xmlns:a16="http://schemas.microsoft.com/office/drawing/2014/main" id="{5974697A-A523-4A24-83EC-CDBE02F73BCB}"/>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9" name="Foliennummer">
            <a:extLst>
              <a:ext uri="{FF2B5EF4-FFF2-40B4-BE49-F238E27FC236}">
                <a16:creationId xmlns:a16="http://schemas.microsoft.com/office/drawing/2014/main" id="{FACE0F43-D0B8-4935-AA81-EF33649733A5}"/>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331586194"/>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only">
    <p:bg>
      <p:bgPr>
        <a:solidFill>
          <a:schemeClr val="tx2"/>
        </a:solidFill>
        <a:effectLst/>
      </p:bgPr>
    </p:bg>
    <p:spTree>
      <p:nvGrpSpPr>
        <p:cNvPr id="1" name=""/>
        <p:cNvGrpSpPr/>
        <p:nvPr/>
      </p:nvGrpSpPr>
      <p:grpSpPr>
        <a:xfrm>
          <a:off x="0" y="0"/>
          <a:ext cx="0" cy="0"/>
          <a:chOff x="0" y="0"/>
          <a:chExt cx="0" cy="0"/>
        </a:xfrm>
      </p:grpSpPr>
      <p:sp>
        <p:nvSpPr>
          <p:cNvPr id="2" name="Überschrift">
            <a:extLst>
              <a:ext uri="{FF2B5EF4-FFF2-40B4-BE49-F238E27FC236}">
                <a16:creationId xmlns:a16="http://schemas.microsoft.com/office/drawing/2014/main" id="{99C89FAF-0272-465E-9807-2220BC2A54CE}"/>
              </a:ext>
            </a:extLst>
          </p:cNvPr>
          <p:cNvSpPr>
            <a:spLocks noGrp="1"/>
          </p:cNvSpPr>
          <p:nvPr>
            <p:ph type="title" hasCustomPrompt="1"/>
          </p:nvPr>
        </p:nvSpPr>
        <p:spPr>
          <a:xfrm>
            <a:off x="539750" y="611187"/>
            <a:ext cx="6948488" cy="612000"/>
          </a:xfrm>
        </p:spPr>
        <p:txBody>
          <a:bodyPr/>
          <a:lstStyle>
            <a:lvl1pPr>
              <a:defRPr/>
            </a:lvl1pPr>
          </a:lstStyle>
          <a:p>
            <a:r>
              <a:rPr lang="de-DE" dirty="0"/>
              <a:t>Hier steht eine Überschrift</a:t>
            </a:r>
            <a:br>
              <a:rPr lang="de-DE" dirty="0"/>
            </a:br>
            <a:r>
              <a:rPr lang="de-DE" dirty="0"/>
              <a:t>Diese kann zweizeilig sein</a:t>
            </a:r>
          </a:p>
        </p:txBody>
      </p:sp>
      <p:sp>
        <p:nvSpPr>
          <p:cNvPr id="9" name="Datum">
            <a:extLst>
              <a:ext uri="{FF2B5EF4-FFF2-40B4-BE49-F238E27FC236}">
                <a16:creationId xmlns:a16="http://schemas.microsoft.com/office/drawing/2014/main" id="{93A4DAB5-B912-438F-A0FD-E799BE51BAFB}"/>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86FD761E-C3E9-4FF3-AA53-79E95DD75260}" type="datetime1">
              <a:rPr lang="de-DE" smtClean="0"/>
              <a:t>15.03.2024</a:t>
            </a:fld>
            <a:endParaRPr lang="de-DE" sz="1000" dirty="0"/>
          </a:p>
        </p:txBody>
      </p:sp>
      <p:sp>
        <p:nvSpPr>
          <p:cNvPr id="10" name="Fußzeile">
            <a:extLst>
              <a:ext uri="{FF2B5EF4-FFF2-40B4-BE49-F238E27FC236}">
                <a16:creationId xmlns:a16="http://schemas.microsoft.com/office/drawing/2014/main" id="{04A32A89-79ED-4F5D-AE33-812961E05CB7}"/>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1" name="Foliennummer">
            <a:extLst>
              <a:ext uri="{FF2B5EF4-FFF2-40B4-BE49-F238E27FC236}">
                <a16:creationId xmlns:a16="http://schemas.microsoft.com/office/drawing/2014/main" id="{0E50009A-25AD-45FE-95EF-AE86055E4EC5}"/>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028751866"/>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mpty slide">
    <p:bg>
      <p:bgPr>
        <a:solidFill>
          <a:schemeClr val="tx2"/>
        </a:solidFill>
        <a:effectLst/>
      </p:bgPr>
    </p:bg>
    <p:spTree>
      <p:nvGrpSpPr>
        <p:cNvPr id="1" name=""/>
        <p:cNvGrpSpPr/>
        <p:nvPr/>
      </p:nvGrpSpPr>
      <p:grpSpPr>
        <a:xfrm>
          <a:off x="0" y="0"/>
          <a:ext cx="0" cy="0"/>
          <a:chOff x="0" y="0"/>
          <a:chExt cx="0" cy="0"/>
        </a:xfrm>
      </p:grpSpPr>
      <p:sp>
        <p:nvSpPr>
          <p:cNvPr id="8" name="Datum">
            <a:extLst>
              <a:ext uri="{FF2B5EF4-FFF2-40B4-BE49-F238E27FC236}">
                <a16:creationId xmlns:a16="http://schemas.microsoft.com/office/drawing/2014/main" id="{B08CBAAA-8029-491B-B851-1C9C30368500}"/>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05E8B02-12A2-4FF7-B1CC-7FE736CAB7CA}" type="datetime1">
              <a:rPr lang="de-DE" smtClean="0"/>
              <a:t>15.03.2024</a:t>
            </a:fld>
            <a:endParaRPr lang="de-DE" sz="1000" dirty="0"/>
          </a:p>
        </p:txBody>
      </p:sp>
      <p:sp>
        <p:nvSpPr>
          <p:cNvPr id="9" name="Fußzeile">
            <a:extLst>
              <a:ext uri="{FF2B5EF4-FFF2-40B4-BE49-F238E27FC236}">
                <a16:creationId xmlns:a16="http://schemas.microsoft.com/office/drawing/2014/main" id="{CD8C0C49-40C0-4E77-82FF-C51CB516911F}"/>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0" name="Foliennummer">
            <a:extLst>
              <a:ext uri="{FF2B5EF4-FFF2-40B4-BE49-F238E27FC236}">
                <a16:creationId xmlns:a16="http://schemas.microsoft.com/office/drawing/2014/main" id="{E43755B8-624C-4B97-8483-4EF0AA789B00}"/>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613401142"/>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eadline + rhomboid">
    <p:bg>
      <p:bgPr>
        <a:solidFill>
          <a:schemeClr val="tx2"/>
        </a:solidFill>
        <a:effectLst/>
      </p:bgPr>
    </p:bg>
    <p:spTree>
      <p:nvGrpSpPr>
        <p:cNvPr id="1" name=""/>
        <p:cNvGrpSpPr/>
        <p:nvPr/>
      </p:nvGrpSpPr>
      <p:grpSpPr>
        <a:xfrm>
          <a:off x="0" y="0"/>
          <a:ext cx="0" cy="0"/>
          <a:chOff x="0" y="0"/>
          <a:chExt cx="0" cy="0"/>
        </a:xfrm>
      </p:grpSpPr>
      <p:sp>
        <p:nvSpPr>
          <p:cNvPr id="8" name="Rhomboid Bild 9 Spalten">
            <a:extLst>
              <a:ext uri="{FF2B5EF4-FFF2-40B4-BE49-F238E27FC236}">
                <a16:creationId xmlns:a16="http://schemas.microsoft.com/office/drawing/2014/main" id="{0E7F3D5D-81FF-409C-A28D-64C2A1AA9624}"/>
              </a:ext>
            </a:extLst>
          </p:cNvPr>
          <p:cNvSpPr>
            <a:spLocks noGrp="1"/>
          </p:cNvSpPr>
          <p:nvPr>
            <p:ph type="pic" sz="quarter" idx="13" hasCustomPrompt="1"/>
          </p:nvPr>
        </p:nvSpPr>
        <p:spPr>
          <a:xfrm>
            <a:off x="323851" y="0"/>
            <a:ext cx="10848975" cy="6480175"/>
          </a:xfrm>
          <a:custGeom>
            <a:avLst/>
            <a:gdLst>
              <a:gd name="connsiteX0" fmla="*/ 1766581 w 10848975"/>
              <a:gd name="connsiteY0" fmla="*/ 0 h 6480175"/>
              <a:gd name="connsiteX1" fmla="*/ 10848975 w 10848975"/>
              <a:gd name="connsiteY1" fmla="*/ 0 h 6480175"/>
              <a:gd name="connsiteX2" fmla="*/ 9082035 w 10848975"/>
              <a:gd name="connsiteY2" fmla="*/ 6480175 h 6480175"/>
              <a:gd name="connsiteX3" fmla="*/ 0 w 10848975"/>
              <a:gd name="connsiteY3" fmla="*/ 6480175 h 6480175"/>
            </a:gdLst>
            <a:ahLst/>
            <a:cxnLst>
              <a:cxn ang="0">
                <a:pos x="connsiteX0" y="connsiteY0"/>
              </a:cxn>
              <a:cxn ang="0">
                <a:pos x="connsiteX1" y="connsiteY1"/>
              </a:cxn>
              <a:cxn ang="0">
                <a:pos x="connsiteX2" y="connsiteY2"/>
              </a:cxn>
              <a:cxn ang="0">
                <a:pos x="connsiteX3" y="connsiteY3"/>
              </a:cxn>
            </a:cxnLst>
            <a:rect l="l" t="t" r="r" b="b"/>
            <a:pathLst>
              <a:path w="10848975" h="6480175">
                <a:moveTo>
                  <a:pt x="1766581" y="0"/>
                </a:moveTo>
                <a:lnTo>
                  <a:pt x="10848975" y="0"/>
                </a:lnTo>
                <a:lnTo>
                  <a:pt x="9082035"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einfügen </a:t>
            </a:r>
            <a:br>
              <a:rPr lang="de-DE" dirty="0"/>
            </a:br>
            <a:r>
              <a:rPr lang="de-DE" dirty="0"/>
              <a:t>per Drag-n-Drop oder löschen</a:t>
            </a:r>
          </a:p>
        </p:txBody>
      </p:sp>
      <p:sp>
        <p:nvSpPr>
          <p:cNvPr id="9" name="Rhomboid Bild 6 Spalten">
            <a:extLst>
              <a:ext uri="{FF2B5EF4-FFF2-40B4-BE49-F238E27FC236}">
                <a16:creationId xmlns:a16="http://schemas.microsoft.com/office/drawing/2014/main" id="{C12F8DF7-366D-44CA-8A83-88D05DBF6CA0}"/>
              </a:ext>
            </a:extLst>
          </p:cNvPr>
          <p:cNvSpPr>
            <a:spLocks noGrp="1"/>
          </p:cNvSpPr>
          <p:nvPr>
            <p:ph type="pic" sz="quarter" idx="16" hasCustomPrompt="1"/>
          </p:nvPr>
        </p:nvSpPr>
        <p:spPr>
          <a:xfrm>
            <a:off x="2971802" y="0"/>
            <a:ext cx="8548687" cy="6480175"/>
          </a:xfrm>
          <a:custGeom>
            <a:avLst/>
            <a:gdLst>
              <a:gd name="connsiteX0" fmla="*/ 1766685 w 8548687"/>
              <a:gd name="connsiteY0" fmla="*/ 0 h 6480175"/>
              <a:gd name="connsiteX1" fmla="*/ 8548687 w 8548687"/>
              <a:gd name="connsiteY1" fmla="*/ 0 h 6480175"/>
              <a:gd name="connsiteX2" fmla="*/ 8548687 w 8548687"/>
              <a:gd name="connsiteY2" fmla="*/ 6480175 h 6480175"/>
              <a:gd name="connsiteX3" fmla="*/ 8006262 w 8548687"/>
              <a:gd name="connsiteY3" fmla="*/ 6480175 h 6480175"/>
              <a:gd name="connsiteX4" fmla="*/ 8006262 w 8548687"/>
              <a:gd name="connsiteY4" fmla="*/ 6173788 h 6480175"/>
              <a:gd name="connsiteX5" fmla="*/ 7252199 w 8548687"/>
              <a:gd name="connsiteY5" fmla="*/ 6173788 h 6480175"/>
              <a:gd name="connsiteX6" fmla="*/ 7252199 w 8548687"/>
              <a:gd name="connsiteY6" fmla="*/ 6480175 h 6480175"/>
              <a:gd name="connsiteX7" fmla="*/ 0 w 8548687"/>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8687" h="6480175">
                <a:moveTo>
                  <a:pt x="1766685" y="0"/>
                </a:moveTo>
                <a:lnTo>
                  <a:pt x="8548687" y="0"/>
                </a:lnTo>
                <a:lnTo>
                  <a:pt x="8548687" y="6480175"/>
                </a:lnTo>
                <a:lnTo>
                  <a:pt x="8006262" y="6480175"/>
                </a:lnTo>
                <a:lnTo>
                  <a:pt x="8006262" y="6173788"/>
                </a:lnTo>
                <a:lnTo>
                  <a:pt x="7252199" y="6173788"/>
                </a:lnTo>
                <a:lnTo>
                  <a:pt x="72521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einfügen </a:t>
            </a:r>
            <a:br>
              <a:rPr lang="de-DE" dirty="0"/>
            </a:br>
            <a:r>
              <a:rPr lang="de-DE" dirty="0"/>
              <a:t>per Drag-n-Drop oder löschen</a:t>
            </a:r>
          </a:p>
        </p:txBody>
      </p:sp>
      <p:sp>
        <p:nvSpPr>
          <p:cNvPr id="10" name="Rhomboid Bild 5 Spalten">
            <a:extLst>
              <a:ext uri="{FF2B5EF4-FFF2-40B4-BE49-F238E27FC236}">
                <a16:creationId xmlns:a16="http://schemas.microsoft.com/office/drawing/2014/main" id="{D90E07DD-F471-4EC0-ABB9-AC3BEE1F2B01}"/>
              </a:ext>
            </a:extLst>
          </p:cNvPr>
          <p:cNvSpPr>
            <a:spLocks noGrp="1"/>
          </p:cNvSpPr>
          <p:nvPr>
            <p:ph type="pic" sz="quarter" idx="17" hasCustomPrompt="1"/>
          </p:nvPr>
        </p:nvSpPr>
        <p:spPr>
          <a:xfrm>
            <a:off x="5616576" y="0"/>
            <a:ext cx="5903913" cy="6480175"/>
          </a:xfrm>
          <a:custGeom>
            <a:avLst/>
            <a:gdLst>
              <a:gd name="connsiteX0" fmla="*/ 1766644 w 5903913"/>
              <a:gd name="connsiteY0" fmla="*/ 0 h 6480175"/>
              <a:gd name="connsiteX1" fmla="*/ 5903913 w 5903913"/>
              <a:gd name="connsiteY1" fmla="*/ 0 h 6480175"/>
              <a:gd name="connsiteX2" fmla="*/ 5903913 w 5903913"/>
              <a:gd name="connsiteY2" fmla="*/ 6480175 h 6480175"/>
              <a:gd name="connsiteX3" fmla="*/ 5361487 w 5903913"/>
              <a:gd name="connsiteY3" fmla="*/ 6480175 h 6480175"/>
              <a:gd name="connsiteX4" fmla="*/ 5361487 w 5903913"/>
              <a:gd name="connsiteY4" fmla="*/ 6173788 h 6480175"/>
              <a:gd name="connsiteX5" fmla="*/ 4607424 w 5903913"/>
              <a:gd name="connsiteY5" fmla="*/ 6173788 h 6480175"/>
              <a:gd name="connsiteX6" fmla="*/ 4607424 w 5903913"/>
              <a:gd name="connsiteY6" fmla="*/ 6480175 h 6480175"/>
              <a:gd name="connsiteX7" fmla="*/ 0 w 59039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3913" h="6480175">
                <a:moveTo>
                  <a:pt x="1766644" y="0"/>
                </a:moveTo>
                <a:lnTo>
                  <a:pt x="5903913" y="0"/>
                </a:lnTo>
                <a:lnTo>
                  <a:pt x="5903913" y="6480175"/>
                </a:lnTo>
                <a:lnTo>
                  <a:pt x="5361487" y="6480175"/>
                </a:lnTo>
                <a:lnTo>
                  <a:pt x="5361487" y="6173788"/>
                </a:lnTo>
                <a:lnTo>
                  <a:pt x="4607424" y="6173788"/>
                </a:lnTo>
                <a:lnTo>
                  <a:pt x="46074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1" name="Rhomboid Bild 4 Spalten">
            <a:extLst>
              <a:ext uri="{FF2B5EF4-FFF2-40B4-BE49-F238E27FC236}">
                <a16:creationId xmlns:a16="http://schemas.microsoft.com/office/drawing/2014/main" id="{3A6A00B8-3A56-40E8-8008-B7363B0D29B6}"/>
              </a:ext>
            </a:extLst>
          </p:cNvPr>
          <p:cNvSpPr>
            <a:spLocks noGrp="1"/>
          </p:cNvSpPr>
          <p:nvPr>
            <p:ph type="pic" sz="quarter" idx="18" hasCustomPrompt="1"/>
          </p:nvPr>
        </p:nvSpPr>
        <p:spPr>
          <a:xfrm>
            <a:off x="6496050" y="0"/>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3 w 5024438"/>
              <a:gd name="connsiteY3" fmla="*/ 6480175 h 6480175"/>
              <a:gd name="connsiteX4" fmla="*/ 4482013 w 5024438"/>
              <a:gd name="connsiteY4" fmla="*/ 6173788 h 6480175"/>
              <a:gd name="connsiteX5" fmla="*/ 3727950 w 5024438"/>
              <a:gd name="connsiteY5" fmla="*/ 6173788 h 6480175"/>
              <a:gd name="connsiteX6" fmla="*/ 3727950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3" y="6480175"/>
                </a:lnTo>
                <a:lnTo>
                  <a:pt x="4482013" y="6173788"/>
                </a:lnTo>
                <a:lnTo>
                  <a:pt x="3727950" y="6173788"/>
                </a:lnTo>
                <a:lnTo>
                  <a:pt x="3727950"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2" name="Rhomboid Bild 3 Spalten">
            <a:extLst>
              <a:ext uri="{FF2B5EF4-FFF2-40B4-BE49-F238E27FC236}">
                <a16:creationId xmlns:a16="http://schemas.microsoft.com/office/drawing/2014/main" id="{26176E4D-BD37-4A1D-BB60-87DF7FA24F60}"/>
              </a:ext>
            </a:extLst>
          </p:cNvPr>
          <p:cNvSpPr>
            <a:spLocks noGrp="1"/>
          </p:cNvSpPr>
          <p:nvPr>
            <p:ph type="pic" sz="quarter" idx="19" hasCustomPrompt="1"/>
          </p:nvPr>
        </p:nvSpPr>
        <p:spPr>
          <a:xfrm>
            <a:off x="7377114" y="0"/>
            <a:ext cx="4143375" cy="6480175"/>
          </a:xfrm>
          <a:custGeom>
            <a:avLst/>
            <a:gdLst>
              <a:gd name="connsiteX0" fmla="*/ 1766948 w 4143375"/>
              <a:gd name="connsiteY0" fmla="*/ 0 h 6480175"/>
              <a:gd name="connsiteX1" fmla="*/ 4143375 w 4143375"/>
              <a:gd name="connsiteY1" fmla="*/ 0 h 6480175"/>
              <a:gd name="connsiteX2" fmla="*/ 4143375 w 4143375"/>
              <a:gd name="connsiteY2" fmla="*/ 6480175 h 6480175"/>
              <a:gd name="connsiteX3" fmla="*/ 3600949 w 4143375"/>
              <a:gd name="connsiteY3" fmla="*/ 6480175 h 6480175"/>
              <a:gd name="connsiteX4" fmla="*/ 3600949 w 4143375"/>
              <a:gd name="connsiteY4" fmla="*/ 6173788 h 6480175"/>
              <a:gd name="connsiteX5" fmla="*/ 2846886 w 4143375"/>
              <a:gd name="connsiteY5" fmla="*/ 6173788 h 6480175"/>
              <a:gd name="connsiteX6" fmla="*/ 2846886 w 4143375"/>
              <a:gd name="connsiteY6" fmla="*/ 6480175 h 6480175"/>
              <a:gd name="connsiteX7" fmla="*/ 0 w 4143375"/>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6480175">
                <a:moveTo>
                  <a:pt x="1766948" y="0"/>
                </a:moveTo>
                <a:lnTo>
                  <a:pt x="4143375" y="0"/>
                </a:lnTo>
                <a:lnTo>
                  <a:pt x="4143375" y="6480175"/>
                </a:lnTo>
                <a:lnTo>
                  <a:pt x="3600949" y="6480175"/>
                </a:lnTo>
                <a:lnTo>
                  <a:pt x="3600949" y="6173788"/>
                </a:lnTo>
                <a:lnTo>
                  <a:pt x="2846886" y="6173788"/>
                </a:lnTo>
                <a:lnTo>
                  <a:pt x="2846886"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3" name="Rhomboid Bild 2 Spalten">
            <a:extLst>
              <a:ext uri="{FF2B5EF4-FFF2-40B4-BE49-F238E27FC236}">
                <a16:creationId xmlns:a16="http://schemas.microsoft.com/office/drawing/2014/main" id="{E74F145C-DBA8-48A5-B3A7-61186D5128DC}"/>
              </a:ext>
            </a:extLst>
          </p:cNvPr>
          <p:cNvSpPr>
            <a:spLocks noGrp="1"/>
          </p:cNvSpPr>
          <p:nvPr>
            <p:ph type="pic" sz="quarter" idx="20" hasCustomPrompt="1"/>
          </p:nvPr>
        </p:nvSpPr>
        <p:spPr>
          <a:xfrm>
            <a:off x="8258176" y="0"/>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8 h 6480175"/>
              <a:gd name="connsiteX5" fmla="*/ 1965824 w 3262313"/>
              <a:gd name="connsiteY5" fmla="*/ 6173788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8"/>
                </a:lnTo>
                <a:lnTo>
                  <a:pt x="1965824" y="6173788"/>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7" name="Überschrift">
            <a:extLst>
              <a:ext uri="{FF2B5EF4-FFF2-40B4-BE49-F238E27FC236}">
                <a16:creationId xmlns:a16="http://schemas.microsoft.com/office/drawing/2014/main" id="{7D89C902-FF4D-4473-8F37-B4428A26D947}"/>
              </a:ext>
            </a:extLst>
          </p:cNvPr>
          <p:cNvSpPr>
            <a:spLocks noGrp="1"/>
          </p:cNvSpPr>
          <p:nvPr>
            <p:ph type="title" hasCustomPrompt="1"/>
          </p:nvPr>
        </p:nvSpPr>
        <p:spPr>
          <a:xfrm>
            <a:off x="539750" y="611187"/>
            <a:ext cx="6948488" cy="612000"/>
          </a:xfrm>
        </p:spPr>
        <p:txBody>
          <a:bodyPr/>
          <a:lstStyle>
            <a:lvl1pPr>
              <a:defRPr/>
            </a:lvl1pPr>
          </a:lstStyle>
          <a:p>
            <a:r>
              <a:rPr lang="de-DE" dirty="0"/>
              <a:t>Hier steht eine Überschrift</a:t>
            </a:r>
            <a:br>
              <a:rPr lang="de-DE" dirty="0"/>
            </a:br>
            <a:r>
              <a:rPr lang="de-DE" dirty="0"/>
              <a:t>Diese kann zweizeilig sein</a:t>
            </a:r>
          </a:p>
        </p:txBody>
      </p:sp>
      <p:sp>
        <p:nvSpPr>
          <p:cNvPr id="14" name="Datum">
            <a:extLst>
              <a:ext uri="{FF2B5EF4-FFF2-40B4-BE49-F238E27FC236}">
                <a16:creationId xmlns:a16="http://schemas.microsoft.com/office/drawing/2014/main" id="{DCBFDBEC-5083-4665-AB89-54CE099E9B81}"/>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A0755C87-ABE7-4495-B59F-6F87B361B84E}" type="datetime1">
              <a:rPr lang="de-DE" smtClean="0"/>
              <a:t>15.03.2024</a:t>
            </a:fld>
            <a:endParaRPr lang="de-DE" sz="1000" dirty="0"/>
          </a:p>
        </p:txBody>
      </p:sp>
      <p:sp>
        <p:nvSpPr>
          <p:cNvPr id="15" name="Fußzeile">
            <a:extLst>
              <a:ext uri="{FF2B5EF4-FFF2-40B4-BE49-F238E27FC236}">
                <a16:creationId xmlns:a16="http://schemas.microsoft.com/office/drawing/2014/main" id="{5C4B4877-AA75-4EAB-A888-1A80497777D1}"/>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6" name="Foliennummer">
            <a:extLst>
              <a:ext uri="{FF2B5EF4-FFF2-40B4-BE49-F238E27FC236}">
                <a16:creationId xmlns:a16="http://schemas.microsoft.com/office/drawing/2014/main" id="{6EC71E8B-784A-441B-A976-7851E35A5005}"/>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210796725"/>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8" name="Text">
            <a:extLst>
              <a:ext uri="{FF2B5EF4-FFF2-40B4-BE49-F238E27FC236}">
                <a16:creationId xmlns:a16="http://schemas.microsoft.com/office/drawing/2014/main" id="{25230366-7AB1-4EE3-AD91-2C54FE8789C5}"/>
              </a:ext>
            </a:extLst>
          </p:cNvPr>
          <p:cNvSpPr>
            <a:spLocks noGrp="1"/>
          </p:cNvSpPr>
          <p:nvPr>
            <p:ph type="body" orient="vert" idx="1" hasCustomPrompt="1"/>
          </p:nvPr>
        </p:nvSpPr>
        <p:spPr>
          <a:xfrm>
            <a:off x="539750" y="1295400"/>
            <a:ext cx="6948488" cy="4500563"/>
          </a:xfrm>
        </p:spPr>
        <p:txBody>
          <a:bodyPr vert="horz"/>
          <a:lstStyle>
            <a:lvl1pPr marL="0" indent="0">
              <a:spcBef>
                <a:spcPts val="0"/>
              </a:spcBef>
              <a:buFont typeface="Arial" panose="020B0604020202020204" pitchFamily="34" charset="0"/>
              <a:buNone/>
              <a:defRPr sz="3400" b="0">
                <a:solidFill>
                  <a:schemeClr val="tx1"/>
                </a:solidFill>
                <a:latin typeface="+mj-lt"/>
              </a:defRPr>
            </a:lvl1pPr>
            <a:lvl2pPr marL="0" indent="0">
              <a:spcBef>
                <a:spcPts val="0"/>
              </a:spcBef>
              <a:buFont typeface="Arial" panose="020B0604020202020204" pitchFamily="34" charset="0"/>
              <a:buNone/>
              <a:defRPr sz="3400" b="0">
                <a:solidFill>
                  <a:schemeClr val="tx1"/>
                </a:solidFill>
              </a:defRPr>
            </a:lvl2pPr>
            <a:lvl3pPr marL="0" indent="0">
              <a:spcBef>
                <a:spcPts val="0"/>
              </a:spcBef>
              <a:buFont typeface="Arial" panose="020B0604020202020204" pitchFamily="34" charset="0"/>
              <a:buNone/>
              <a:defRPr sz="3400" b="0">
                <a:solidFill>
                  <a:schemeClr val="tx1"/>
                </a:solidFill>
              </a:defRPr>
            </a:lvl3pPr>
            <a:lvl4pPr marL="0" indent="0">
              <a:spcBef>
                <a:spcPts val="0"/>
              </a:spcBef>
              <a:buFont typeface="Arial" panose="020B0604020202020204" pitchFamily="34" charset="0"/>
              <a:buNone/>
              <a:defRPr sz="3400" b="0">
                <a:solidFill>
                  <a:schemeClr val="tx1"/>
                </a:solidFill>
              </a:defRPr>
            </a:lvl4pPr>
            <a:lvl5pPr marL="0" indent="0">
              <a:spcBef>
                <a:spcPts val="0"/>
              </a:spcBef>
              <a:buFont typeface="Arial" panose="020B0604020202020204" pitchFamily="34" charset="0"/>
              <a:buNone/>
              <a:defRPr sz="3400" b="0">
                <a:solidFill>
                  <a:schemeClr val="tx1"/>
                </a:solidFill>
              </a:defRPr>
            </a:lvl5pPr>
            <a:lvl6pPr marL="0" indent="0">
              <a:spcBef>
                <a:spcPts val="0"/>
              </a:spcBef>
              <a:buFont typeface="Arial" panose="020B0604020202020204" pitchFamily="34" charset="0"/>
              <a:buNone/>
              <a:defRPr sz="3400" b="0">
                <a:solidFill>
                  <a:schemeClr val="tx1"/>
                </a:solidFill>
              </a:defRPr>
            </a:lvl6pPr>
            <a:lvl7pPr marL="0" indent="0">
              <a:spcBef>
                <a:spcPts val="0"/>
              </a:spcBef>
              <a:buFont typeface="Arial" panose="020B0604020202020204" pitchFamily="34" charset="0"/>
              <a:buNone/>
              <a:defRPr sz="3400" b="0">
                <a:solidFill>
                  <a:schemeClr val="tx1"/>
                </a:solidFill>
              </a:defRPr>
            </a:lvl7pPr>
            <a:lvl8pPr marL="0" indent="0">
              <a:spcBef>
                <a:spcPts val="0"/>
              </a:spcBef>
              <a:buFont typeface="Arial" panose="020B0604020202020204" pitchFamily="34" charset="0"/>
              <a:buNone/>
              <a:defRPr sz="3400" b="0">
                <a:solidFill>
                  <a:schemeClr val="tx1"/>
                </a:solidFill>
              </a:defRPr>
            </a:lvl8pPr>
            <a:lvl9pPr marL="0" indent="0">
              <a:spcBef>
                <a:spcPts val="0"/>
              </a:spcBef>
              <a:buFont typeface="Arial" panose="020B0604020202020204" pitchFamily="34" charset="0"/>
              <a:buNone/>
              <a:defRPr sz="3400" b="0">
                <a:solidFill>
                  <a:schemeClr val="tx1"/>
                </a:solidFill>
              </a:defRPr>
            </a:lvl9pPr>
          </a:lstStyle>
          <a:p>
            <a:pPr lvl="0"/>
            <a:r>
              <a:rPr lang="de-DE" dirty="0"/>
              <a:t>Headline auf erster Ebene // für </a:t>
            </a:r>
            <a:r>
              <a:rPr lang="de-DE" dirty="0" err="1"/>
              <a:t>Subline</a:t>
            </a:r>
            <a:r>
              <a:rPr lang="de-DE" dirty="0"/>
              <a:t> &gt;&gt; Menü &gt; Start &gt; Absatz &gt; Listenebene</a:t>
            </a:r>
          </a:p>
          <a:p>
            <a:pPr lvl="1"/>
            <a:r>
              <a:rPr lang="de-DE" dirty="0"/>
              <a:t>Zweite Ebene</a:t>
            </a:r>
          </a:p>
        </p:txBody>
      </p:sp>
      <p:sp>
        <p:nvSpPr>
          <p:cNvPr id="12" name="Datum">
            <a:extLst>
              <a:ext uri="{FF2B5EF4-FFF2-40B4-BE49-F238E27FC236}">
                <a16:creationId xmlns:a16="http://schemas.microsoft.com/office/drawing/2014/main" id="{8EE4115E-BAA4-4E3A-ABBB-A88C2B5377EC}"/>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2AAD18AB-7869-4CEC-A89B-54DBEE7C6A92}" type="datetime1">
              <a:rPr lang="de-DE" smtClean="0"/>
              <a:t>15.03.2024</a:t>
            </a:fld>
            <a:endParaRPr lang="de-DE" sz="1000" dirty="0"/>
          </a:p>
        </p:txBody>
      </p:sp>
      <p:sp>
        <p:nvSpPr>
          <p:cNvPr id="13" name="Fußzeile">
            <a:extLst>
              <a:ext uri="{FF2B5EF4-FFF2-40B4-BE49-F238E27FC236}">
                <a16:creationId xmlns:a16="http://schemas.microsoft.com/office/drawing/2014/main" id="{89F6B5A2-2947-4548-AC3C-402EF6876329}"/>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4" name="Foliennummer">
            <a:extLst>
              <a:ext uri="{FF2B5EF4-FFF2-40B4-BE49-F238E27FC236}">
                <a16:creationId xmlns:a16="http://schemas.microsoft.com/office/drawing/2014/main" id="{62E143D7-8296-47FF-ADA4-13D84B3C7184}"/>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3126285454"/>
      </p:ext>
    </p:extLst>
  </p:cSld>
  <p:clrMapOvr>
    <a:masterClrMapping/>
  </p:clrMapOvr>
  <p:extLst>
    <p:ext uri="{DCECCB84-F9BA-43D5-87BE-67443E8EF086}">
      <p15:sldGuideLst xmlns:p15="http://schemas.microsoft.com/office/powerpoint/2012/main">
        <p15:guide id="1" pos="340">
          <p15:clr>
            <a:srgbClr val="FBAE40"/>
          </p15:clr>
        </p15:guide>
        <p15:guide id="2" orient="horz" pos="385">
          <p15:clr>
            <a:srgbClr val="FBAE40"/>
          </p15:clr>
        </p15:guide>
        <p15:guide id="3" pos="4717">
          <p15:clr>
            <a:srgbClr val="FBAE40"/>
          </p15:clr>
        </p15:guide>
        <p15:guide id="4" pos="6917">
          <p15:clr>
            <a:srgbClr val="FBAE40"/>
          </p15:clr>
        </p15:guide>
        <p15:guide id="5" orient="horz" pos="816">
          <p15:clr>
            <a:srgbClr val="FBAE40"/>
          </p15:clr>
        </p15:guide>
        <p15:guide id="6" orient="horz" pos="3651">
          <p15:clr>
            <a:srgbClr val="FBAE40"/>
          </p15:clr>
        </p15:guide>
        <p15:guide id="7" pos="41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2.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image" Target="../media/image1.png"/><Relationship Id="rId5" Type="http://schemas.openxmlformats.org/officeDocument/2006/relationships/slideLayout" Target="../slideLayouts/slideLayout15.xml"/><Relationship Id="rId10" Type="http://schemas.openxmlformats.org/officeDocument/2006/relationships/theme" Target="../theme/theme2.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0" name="Rhombofähnchen">
            <a:extLst>
              <a:ext uri="{FF2B5EF4-FFF2-40B4-BE49-F238E27FC236}">
                <a16:creationId xmlns:a16="http://schemas.microsoft.com/office/drawing/2014/main" id="{2131920C-38D4-4B66-916C-8D002BC08CE1}"/>
              </a:ext>
            </a:extLst>
          </p:cNvPr>
          <p:cNvSpPr>
            <a:spLocks noChangeAspect="1"/>
          </p:cNvSpPr>
          <p:nvPr userDrawn="1"/>
        </p:nvSpPr>
        <p:spPr bwMode="auto">
          <a:xfrm>
            <a:off x="540000" y="0"/>
            <a:ext cx="833438" cy="287338"/>
          </a:xfrm>
          <a:custGeom>
            <a:avLst/>
            <a:gdLst>
              <a:gd name="T0" fmla="*/ 221 w 2320"/>
              <a:gd name="T1" fmla="*/ 0 h 800"/>
              <a:gd name="T2" fmla="*/ 0 w 2320"/>
              <a:gd name="T3" fmla="*/ 800 h 800"/>
              <a:gd name="T4" fmla="*/ 2099 w 2320"/>
              <a:gd name="T5" fmla="*/ 800 h 800"/>
              <a:gd name="T6" fmla="*/ 2320 w 2320"/>
              <a:gd name="T7" fmla="*/ 0 h 800"/>
              <a:gd name="T8" fmla="*/ 221 w 2320"/>
              <a:gd name="T9" fmla="*/ 0 h 800"/>
            </a:gdLst>
            <a:ahLst/>
            <a:cxnLst>
              <a:cxn ang="0">
                <a:pos x="T0" y="T1"/>
              </a:cxn>
              <a:cxn ang="0">
                <a:pos x="T2" y="T3"/>
              </a:cxn>
              <a:cxn ang="0">
                <a:pos x="T4" y="T5"/>
              </a:cxn>
              <a:cxn ang="0">
                <a:pos x="T6" y="T7"/>
              </a:cxn>
              <a:cxn ang="0">
                <a:pos x="T8" y="T9"/>
              </a:cxn>
            </a:cxnLst>
            <a:rect l="0" t="0" r="r" b="b"/>
            <a:pathLst>
              <a:path w="2320" h="800">
                <a:moveTo>
                  <a:pt x="221" y="0"/>
                </a:moveTo>
                <a:lnTo>
                  <a:pt x="0" y="800"/>
                </a:lnTo>
                <a:lnTo>
                  <a:pt x="2099" y="800"/>
                </a:lnTo>
                <a:lnTo>
                  <a:pt x="2320" y="0"/>
                </a:lnTo>
                <a:lnTo>
                  <a:pt x="221" y="0"/>
                </a:lnTo>
                <a:close/>
              </a:path>
            </a:pathLst>
          </a:custGeom>
          <a:solidFill>
            <a:srgbClr val="0090A7"/>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29" name="Logofläche">
            <a:extLst>
              <a:ext uri="{FF2B5EF4-FFF2-40B4-BE49-F238E27FC236}">
                <a16:creationId xmlns:a16="http://schemas.microsoft.com/office/drawing/2014/main" id="{A85F829D-9EC2-4B3A-B9ED-C5BF6898BFFE}"/>
              </a:ext>
            </a:extLst>
          </p:cNvPr>
          <p:cNvSpPr>
            <a:spLocks noChangeAspect="1" noChangeArrowheads="1"/>
          </p:cNvSpPr>
          <p:nvPr userDrawn="1"/>
        </p:nvSpPr>
        <p:spPr bwMode="auto">
          <a:xfrm>
            <a:off x="10224000" y="6173788"/>
            <a:ext cx="754063" cy="306388"/>
          </a:xfrm>
          <a:prstGeom prst="rect">
            <a:avLst/>
          </a:prstGeom>
          <a:solidFill>
            <a:srgbClr val="0090A7"/>
          </a:solidFill>
          <a:ln w="9525">
            <a:noFill/>
            <a:miter lim="800000"/>
            <a:headEnd/>
            <a:tailEnd/>
          </a:ln>
        </p:spPr>
        <p:txBody>
          <a:bodyPr vert="horz" wrap="square" lIns="91440" tIns="45720" rIns="91440" bIns="45720" numCol="1" anchor="t" anchorCtr="0" compatLnSpc="1">
            <a:prstTxWarp prst="textNoShape">
              <a:avLst/>
            </a:prstTxWarp>
          </a:bodyPr>
          <a:lstStyle/>
          <a:p>
            <a:endParaRPr lang="de-DE"/>
          </a:p>
        </p:txBody>
      </p:sp>
      <p:sp>
        <p:nvSpPr>
          <p:cNvPr id="31" name="INFORM Logo">
            <a:extLst>
              <a:ext uri="{FF2B5EF4-FFF2-40B4-BE49-F238E27FC236}">
                <a16:creationId xmlns:a16="http://schemas.microsoft.com/office/drawing/2014/main" id="{21FE644D-2D77-49E9-8FCC-A78C6C921257}"/>
              </a:ext>
            </a:extLst>
          </p:cNvPr>
          <p:cNvSpPr>
            <a:spLocks noChangeAspect="1" noEditPoints="1"/>
          </p:cNvSpPr>
          <p:nvPr userDrawn="1"/>
        </p:nvSpPr>
        <p:spPr bwMode="auto">
          <a:xfrm>
            <a:off x="10289087" y="6262688"/>
            <a:ext cx="598488" cy="93663"/>
          </a:xfrm>
          <a:custGeom>
            <a:avLst/>
            <a:gdLst>
              <a:gd name="T0" fmla="*/ 1267 w 1667"/>
              <a:gd name="T1" fmla="*/ 4 h 258"/>
              <a:gd name="T2" fmla="*/ 1159 w 1667"/>
              <a:gd name="T3" fmla="*/ 254 h 258"/>
              <a:gd name="T4" fmla="*/ 1225 w 1667"/>
              <a:gd name="T5" fmla="*/ 57 h 258"/>
              <a:gd name="T6" fmla="*/ 1298 w 1667"/>
              <a:gd name="T7" fmla="*/ 95 h 258"/>
              <a:gd name="T8" fmla="*/ 1227 w 1667"/>
              <a:gd name="T9" fmla="*/ 133 h 258"/>
              <a:gd name="T10" fmla="*/ 1384 w 1667"/>
              <a:gd name="T11" fmla="*/ 254 h 258"/>
              <a:gd name="T12" fmla="*/ 1364 w 1667"/>
              <a:gd name="T13" fmla="*/ 94 h 258"/>
              <a:gd name="T14" fmla="*/ 1667 w 1667"/>
              <a:gd name="T15" fmla="*/ 4 h 258"/>
              <a:gd name="T16" fmla="*/ 1533 w 1667"/>
              <a:gd name="T17" fmla="*/ 164 h 258"/>
              <a:gd name="T18" fmla="*/ 1400 w 1667"/>
              <a:gd name="T19" fmla="*/ 4 h 258"/>
              <a:gd name="T20" fmla="*/ 1458 w 1667"/>
              <a:gd name="T21" fmla="*/ 254 h 258"/>
              <a:gd name="T22" fmla="*/ 1505 w 1667"/>
              <a:gd name="T23" fmla="*/ 254 h 258"/>
              <a:gd name="T24" fmla="*/ 1603 w 1667"/>
              <a:gd name="T25" fmla="*/ 105 h 258"/>
              <a:gd name="T26" fmla="*/ 1667 w 1667"/>
              <a:gd name="T27" fmla="*/ 254 h 258"/>
              <a:gd name="T28" fmla="*/ 875 w 1667"/>
              <a:gd name="T29" fmla="*/ 61 h 258"/>
              <a:gd name="T30" fmla="*/ 696 w 1667"/>
              <a:gd name="T31" fmla="*/ 4 h 258"/>
              <a:gd name="T32" fmla="*/ 763 w 1667"/>
              <a:gd name="T33" fmla="*/ 254 h 258"/>
              <a:gd name="T34" fmla="*/ 854 w 1667"/>
              <a:gd name="T35" fmla="*/ 169 h 258"/>
              <a:gd name="T36" fmla="*/ 763 w 1667"/>
              <a:gd name="T37" fmla="*/ 115 h 258"/>
              <a:gd name="T38" fmla="*/ 608 w 1667"/>
              <a:gd name="T39" fmla="*/ 254 h 258"/>
              <a:gd name="T40" fmla="*/ 664 w 1667"/>
              <a:gd name="T41" fmla="*/ 4 h 258"/>
              <a:gd name="T42" fmla="*/ 600 w 1667"/>
              <a:gd name="T43" fmla="*/ 133 h 258"/>
              <a:gd name="T44" fmla="*/ 441 w 1667"/>
              <a:gd name="T45" fmla="*/ 4 h 258"/>
              <a:gd name="T46" fmla="*/ 505 w 1667"/>
              <a:gd name="T47" fmla="*/ 254 h 258"/>
              <a:gd name="T48" fmla="*/ 608 w 1667"/>
              <a:gd name="T49" fmla="*/ 254 h 258"/>
              <a:gd name="T50" fmla="*/ 409 w 1667"/>
              <a:gd name="T51" fmla="*/ 254 h 258"/>
              <a:gd name="T52" fmla="*/ 342 w 1667"/>
              <a:gd name="T53" fmla="*/ 4 h 258"/>
              <a:gd name="T54" fmla="*/ 1134 w 1667"/>
              <a:gd name="T55" fmla="*/ 128 h 258"/>
              <a:gd name="T56" fmla="*/ 888 w 1667"/>
              <a:gd name="T57" fmla="*/ 129 h 258"/>
              <a:gd name="T58" fmla="*/ 1134 w 1667"/>
              <a:gd name="T59" fmla="*/ 128 h 258"/>
              <a:gd name="T60" fmla="*/ 1011 w 1667"/>
              <a:gd name="T61" fmla="*/ 203 h 258"/>
              <a:gd name="T62" fmla="*/ 957 w 1667"/>
              <a:gd name="T63" fmla="*/ 118 h 258"/>
              <a:gd name="T64" fmla="*/ 1064 w 1667"/>
              <a:gd name="T65" fmla="*/ 119 h 258"/>
              <a:gd name="T66" fmla="*/ 223 w 1667"/>
              <a:gd name="T67" fmla="*/ 254 h 258"/>
              <a:gd name="T68" fmla="*/ 70 w 1667"/>
              <a:gd name="T69" fmla="*/ 4 h 258"/>
              <a:gd name="T70" fmla="*/ 223 w 1667"/>
              <a:gd name="T71" fmla="*/ 254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67" h="258">
                <a:moveTo>
                  <a:pt x="1364" y="94"/>
                </a:moveTo>
                <a:cubicBezTo>
                  <a:pt x="1364" y="15"/>
                  <a:pt x="1331" y="4"/>
                  <a:pt x="1267" y="4"/>
                </a:cubicBezTo>
                <a:lnTo>
                  <a:pt x="1159" y="4"/>
                </a:lnTo>
                <a:lnTo>
                  <a:pt x="1159" y="254"/>
                </a:lnTo>
                <a:lnTo>
                  <a:pt x="1225" y="254"/>
                </a:lnTo>
                <a:lnTo>
                  <a:pt x="1225" y="57"/>
                </a:lnTo>
                <a:lnTo>
                  <a:pt x="1266" y="57"/>
                </a:lnTo>
                <a:cubicBezTo>
                  <a:pt x="1286" y="57"/>
                  <a:pt x="1298" y="63"/>
                  <a:pt x="1298" y="95"/>
                </a:cubicBezTo>
                <a:cubicBezTo>
                  <a:pt x="1298" y="126"/>
                  <a:pt x="1288" y="133"/>
                  <a:pt x="1267" y="133"/>
                </a:cubicBezTo>
                <a:cubicBezTo>
                  <a:pt x="1263" y="133"/>
                  <a:pt x="1227" y="133"/>
                  <a:pt x="1227" y="133"/>
                </a:cubicBezTo>
                <a:lnTo>
                  <a:pt x="1308" y="254"/>
                </a:lnTo>
                <a:lnTo>
                  <a:pt x="1384" y="254"/>
                </a:lnTo>
                <a:lnTo>
                  <a:pt x="1326" y="170"/>
                </a:lnTo>
                <a:cubicBezTo>
                  <a:pt x="1351" y="163"/>
                  <a:pt x="1364" y="144"/>
                  <a:pt x="1364" y="94"/>
                </a:cubicBezTo>
                <a:close/>
                <a:moveTo>
                  <a:pt x="1667" y="254"/>
                </a:moveTo>
                <a:lnTo>
                  <a:pt x="1667" y="4"/>
                </a:lnTo>
                <a:lnTo>
                  <a:pt x="1584" y="4"/>
                </a:lnTo>
                <a:lnTo>
                  <a:pt x="1533" y="164"/>
                </a:lnTo>
                <a:lnTo>
                  <a:pt x="1483" y="4"/>
                </a:lnTo>
                <a:lnTo>
                  <a:pt x="1400" y="4"/>
                </a:lnTo>
                <a:lnTo>
                  <a:pt x="1400" y="254"/>
                </a:lnTo>
                <a:lnTo>
                  <a:pt x="1458" y="254"/>
                </a:lnTo>
                <a:lnTo>
                  <a:pt x="1458" y="105"/>
                </a:lnTo>
                <a:lnTo>
                  <a:pt x="1505" y="254"/>
                </a:lnTo>
                <a:lnTo>
                  <a:pt x="1557" y="254"/>
                </a:lnTo>
                <a:lnTo>
                  <a:pt x="1603" y="105"/>
                </a:lnTo>
                <a:lnTo>
                  <a:pt x="1603" y="254"/>
                </a:lnTo>
                <a:lnTo>
                  <a:pt x="1667" y="254"/>
                </a:lnTo>
                <a:close/>
                <a:moveTo>
                  <a:pt x="763" y="61"/>
                </a:moveTo>
                <a:lnTo>
                  <a:pt x="875" y="61"/>
                </a:lnTo>
                <a:lnTo>
                  <a:pt x="875" y="4"/>
                </a:lnTo>
                <a:lnTo>
                  <a:pt x="696" y="4"/>
                </a:lnTo>
                <a:lnTo>
                  <a:pt x="696" y="254"/>
                </a:lnTo>
                <a:lnTo>
                  <a:pt x="763" y="254"/>
                </a:lnTo>
                <a:lnTo>
                  <a:pt x="763" y="169"/>
                </a:lnTo>
                <a:lnTo>
                  <a:pt x="854" y="169"/>
                </a:lnTo>
                <a:lnTo>
                  <a:pt x="854" y="115"/>
                </a:lnTo>
                <a:lnTo>
                  <a:pt x="763" y="115"/>
                </a:lnTo>
                <a:lnTo>
                  <a:pt x="763" y="61"/>
                </a:lnTo>
                <a:close/>
                <a:moveTo>
                  <a:pt x="608" y="254"/>
                </a:moveTo>
                <a:lnTo>
                  <a:pt x="664" y="254"/>
                </a:lnTo>
                <a:lnTo>
                  <a:pt x="664" y="4"/>
                </a:lnTo>
                <a:lnTo>
                  <a:pt x="600" y="4"/>
                </a:lnTo>
                <a:lnTo>
                  <a:pt x="600" y="133"/>
                </a:lnTo>
                <a:lnTo>
                  <a:pt x="508" y="4"/>
                </a:lnTo>
                <a:lnTo>
                  <a:pt x="441" y="4"/>
                </a:lnTo>
                <a:lnTo>
                  <a:pt x="441" y="254"/>
                </a:lnTo>
                <a:lnTo>
                  <a:pt x="505" y="254"/>
                </a:lnTo>
                <a:lnTo>
                  <a:pt x="505" y="108"/>
                </a:lnTo>
                <a:lnTo>
                  <a:pt x="608" y="254"/>
                </a:lnTo>
                <a:close/>
                <a:moveTo>
                  <a:pt x="342" y="254"/>
                </a:moveTo>
                <a:lnTo>
                  <a:pt x="409" y="254"/>
                </a:lnTo>
                <a:lnTo>
                  <a:pt x="409" y="4"/>
                </a:lnTo>
                <a:lnTo>
                  <a:pt x="342" y="4"/>
                </a:lnTo>
                <a:lnTo>
                  <a:pt x="342" y="254"/>
                </a:lnTo>
                <a:close/>
                <a:moveTo>
                  <a:pt x="1134" y="128"/>
                </a:moveTo>
                <a:cubicBezTo>
                  <a:pt x="1134" y="19"/>
                  <a:pt x="1086" y="0"/>
                  <a:pt x="1011" y="0"/>
                </a:cubicBezTo>
                <a:cubicBezTo>
                  <a:pt x="936" y="0"/>
                  <a:pt x="888" y="19"/>
                  <a:pt x="888" y="129"/>
                </a:cubicBezTo>
                <a:cubicBezTo>
                  <a:pt x="888" y="239"/>
                  <a:pt x="936" y="258"/>
                  <a:pt x="1010" y="258"/>
                </a:cubicBezTo>
                <a:cubicBezTo>
                  <a:pt x="1085" y="258"/>
                  <a:pt x="1134" y="238"/>
                  <a:pt x="1134" y="128"/>
                </a:cubicBezTo>
                <a:close/>
                <a:moveTo>
                  <a:pt x="1064" y="139"/>
                </a:moveTo>
                <a:cubicBezTo>
                  <a:pt x="1064" y="186"/>
                  <a:pt x="1053" y="203"/>
                  <a:pt x="1011" y="203"/>
                </a:cubicBezTo>
                <a:cubicBezTo>
                  <a:pt x="970" y="203"/>
                  <a:pt x="957" y="185"/>
                  <a:pt x="957" y="138"/>
                </a:cubicBezTo>
                <a:lnTo>
                  <a:pt x="957" y="118"/>
                </a:lnTo>
                <a:cubicBezTo>
                  <a:pt x="957" y="71"/>
                  <a:pt x="969" y="56"/>
                  <a:pt x="1010" y="56"/>
                </a:cubicBezTo>
                <a:cubicBezTo>
                  <a:pt x="1052" y="56"/>
                  <a:pt x="1064" y="72"/>
                  <a:pt x="1064" y="119"/>
                </a:cubicBezTo>
                <a:lnTo>
                  <a:pt x="1064" y="139"/>
                </a:lnTo>
                <a:close/>
                <a:moveTo>
                  <a:pt x="223" y="254"/>
                </a:moveTo>
                <a:lnTo>
                  <a:pt x="292" y="4"/>
                </a:lnTo>
                <a:lnTo>
                  <a:pt x="70" y="4"/>
                </a:lnTo>
                <a:lnTo>
                  <a:pt x="0" y="254"/>
                </a:lnTo>
                <a:lnTo>
                  <a:pt x="223" y="25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2" name="Überschrift">
            <a:extLst>
              <a:ext uri="{FF2B5EF4-FFF2-40B4-BE49-F238E27FC236}">
                <a16:creationId xmlns:a16="http://schemas.microsoft.com/office/drawing/2014/main" id="{77FB4912-5143-46BD-AFDC-2D16014CC15C}"/>
              </a:ext>
            </a:extLst>
          </p:cNvPr>
          <p:cNvSpPr>
            <a:spLocks noGrp="1"/>
          </p:cNvSpPr>
          <p:nvPr userDrawn="1">
            <p:ph type="title"/>
          </p:nvPr>
        </p:nvSpPr>
        <p:spPr>
          <a:xfrm>
            <a:off x="539750" y="611187"/>
            <a:ext cx="6948488" cy="612000"/>
          </a:xfrm>
          <a:prstGeom prst="rect">
            <a:avLst/>
          </a:prstGeom>
        </p:spPr>
        <p:txBody>
          <a:bodyPr vert="horz" lIns="0" tIns="0" rIns="0" bIns="0" rtlCol="0" anchor="t" anchorCtr="0">
            <a:noAutofit/>
          </a:bodyPr>
          <a:lstStyle/>
          <a:p>
            <a:r>
              <a:rPr lang="de-DE" dirty="0"/>
              <a:t>Hier steht eine Überschrift</a:t>
            </a:r>
            <a:br>
              <a:rPr lang="de-DE" dirty="0"/>
            </a:br>
            <a:r>
              <a:rPr lang="de-DE" dirty="0"/>
              <a:t>Diese kann zweizeilig sein</a:t>
            </a:r>
          </a:p>
        </p:txBody>
      </p:sp>
      <p:sp>
        <p:nvSpPr>
          <p:cNvPr id="3" name="Text">
            <a:extLst>
              <a:ext uri="{FF2B5EF4-FFF2-40B4-BE49-F238E27FC236}">
                <a16:creationId xmlns:a16="http://schemas.microsoft.com/office/drawing/2014/main" id="{EE7B0853-D7B0-4E6A-9E5A-D4086C1FCE9F}"/>
              </a:ext>
            </a:extLst>
          </p:cNvPr>
          <p:cNvSpPr>
            <a:spLocks noGrp="1"/>
          </p:cNvSpPr>
          <p:nvPr userDrawn="1">
            <p:ph type="body" idx="1"/>
          </p:nvPr>
        </p:nvSpPr>
        <p:spPr>
          <a:xfrm>
            <a:off x="539750" y="1350963"/>
            <a:ext cx="6948488" cy="4445000"/>
          </a:xfrm>
          <a:prstGeom prst="rect">
            <a:avLst/>
          </a:prstGeom>
        </p:spPr>
        <p:txBody>
          <a:bodyPr vert="horz" lIns="0" tIns="0" rIns="0" bIns="0" rtlCol="0" anchor="t" anchorCtr="0">
            <a:noAutofit/>
          </a:body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grpSp>
        <p:nvGrpSpPr>
          <p:cNvPr id="47" name="Regieanweisung">
            <a:extLst>
              <a:ext uri="{FF2B5EF4-FFF2-40B4-BE49-F238E27FC236}">
                <a16:creationId xmlns:a16="http://schemas.microsoft.com/office/drawing/2014/main" id="{6EAC8C23-B5EF-489F-9599-BF0E4833E54B}"/>
              </a:ext>
            </a:extLst>
          </p:cNvPr>
          <p:cNvGrpSpPr/>
          <p:nvPr userDrawn="1"/>
        </p:nvGrpSpPr>
        <p:grpSpPr>
          <a:xfrm>
            <a:off x="-2124000" y="-540003"/>
            <a:ext cx="15334578" cy="7632004"/>
            <a:chOff x="-2124000" y="-540003"/>
            <a:chExt cx="15334578" cy="7632004"/>
          </a:xfrm>
        </p:grpSpPr>
        <p:sp>
          <p:nvSpPr>
            <p:cNvPr id="48" name="Zurücksetzen">
              <a:extLst>
                <a:ext uri="{FF2B5EF4-FFF2-40B4-BE49-F238E27FC236}">
                  <a16:creationId xmlns:a16="http://schemas.microsoft.com/office/drawing/2014/main" id="{D44145A0-7BF9-4400-B27C-B3A810950555}"/>
                </a:ext>
              </a:extLst>
            </p:cNvPr>
            <p:cNvSpPr txBox="1"/>
            <p:nvPr userDrawn="1"/>
          </p:nvSpPr>
          <p:spPr>
            <a:xfrm rot="10800000" flipH="1" flipV="1">
              <a:off x="5760244" y="-540003"/>
              <a:ext cx="5220493" cy="468003"/>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en-US" sz="1000" b="0" baseline="0" noProof="0" dirty="0">
                  <a:solidFill>
                    <a:schemeClr val="tx1"/>
                  </a:solidFill>
                  <a:latin typeface="+mn-lt"/>
                </a:rPr>
                <a:t>Reset slide to original format in the menu via:</a:t>
              </a:r>
            </a:p>
            <a:p>
              <a:pPr indent="0" algn="r">
                <a:lnSpc>
                  <a:spcPct val="100000"/>
                </a:lnSpc>
                <a:spcBef>
                  <a:spcPts val="0"/>
                </a:spcBef>
                <a:spcAft>
                  <a:spcPts val="0"/>
                </a:spcAft>
              </a:pPr>
              <a:r>
                <a:rPr lang="de-CH" sz="1000" b="1" baseline="0" dirty="0">
                  <a:solidFill>
                    <a:schemeClr val="tx1"/>
                  </a:solidFill>
                  <a:latin typeface="+mn-lt"/>
                </a:rPr>
                <a:t>Home &gt; </a:t>
              </a:r>
              <a:r>
                <a:rPr lang="en-US" sz="1000" b="1" baseline="0" noProof="0" dirty="0">
                  <a:solidFill>
                    <a:schemeClr val="tx1"/>
                  </a:solidFill>
                  <a:latin typeface="+mn-lt"/>
                </a:rPr>
                <a:t>Slides &gt; Reset</a:t>
              </a:r>
              <a:r>
                <a:rPr lang="en-US" sz="800" b="0" baseline="0" noProof="0" dirty="0">
                  <a:solidFill>
                    <a:schemeClr val="tx1">
                      <a:lumMod val="50000"/>
                      <a:lumOff val="50000"/>
                    </a:schemeClr>
                  </a:solidFill>
                  <a:latin typeface="+mn-lt"/>
                </a:rPr>
                <a:t> </a:t>
              </a:r>
              <a:r>
                <a:rPr lang="de-CH" sz="800" b="0" baseline="0" dirty="0">
                  <a:solidFill>
                    <a:schemeClr val="tx1">
                      <a:lumMod val="50000"/>
                      <a:lumOff val="50000"/>
                    </a:schemeClr>
                  </a:solidFill>
                  <a:latin typeface="+mn-lt"/>
                </a:rPr>
                <a:t>(Start &gt; Folien &gt; Zurücksetzen)</a:t>
              </a:r>
              <a:endParaRPr lang="de-CH" sz="1000" b="0" baseline="0" dirty="0">
                <a:solidFill>
                  <a:schemeClr val="tx1">
                    <a:lumMod val="50000"/>
                    <a:lumOff val="50000"/>
                  </a:schemeClr>
                </a:solidFill>
                <a:latin typeface="+mn-lt"/>
              </a:endParaRPr>
            </a:p>
          </p:txBody>
        </p:sp>
        <p:sp>
          <p:nvSpPr>
            <p:cNvPr id="49" name="Layoutwechsel">
              <a:extLst>
                <a:ext uri="{FF2B5EF4-FFF2-40B4-BE49-F238E27FC236}">
                  <a16:creationId xmlns:a16="http://schemas.microsoft.com/office/drawing/2014/main" id="{B1F12085-B82D-4786-939C-1F8056005A1B}"/>
                </a:ext>
              </a:extLst>
            </p:cNvPr>
            <p:cNvSpPr txBox="1"/>
            <p:nvPr userDrawn="1"/>
          </p:nvSpPr>
          <p:spPr>
            <a:xfrm rot="10800000" flipH="1" flipV="1">
              <a:off x="-1690577" y="0"/>
              <a:ext cx="1582578" cy="611188"/>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en-US" sz="1000" b="0" baseline="0" dirty="0">
                  <a:solidFill>
                    <a:schemeClr val="tx1"/>
                  </a:solidFill>
                  <a:latin typeface="+mn-lt"/>
                </a:rPr>
                <a:t>Change the layout of a slide in the menu via</a:t>
              </a:r>
              <a:r>
                <a:rPr lang="de-CH" sz="1000" b="0" baseline="0" dirty="0">
                  <a:solidFill>
                    <a:schemeClr val="tx1"/>
                  </a:solidFill>
                  <a:latin typeface="+mn-lt"/>
                </a:rPr>
                <a:t>:</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1" i="0" baseline="0" noProof="0" dirty="0">
                  <a:solidFill>
                    <a:schemeClr val="tx1"/>
                  </a:solidFill>
                  <a:latin typeface="+mn-lt"/>
                </a:rPr>
                <a:t>Home &gt; Slides &gt; Layout</a:t>
              </a:r>
            </a:p>
            <a:p>
              <a:pPr marL="0" marR="0" lvl="0" indent="0" algn="r" defTabSz="2517235" rtl="0" eaLnBrk="1" fontAlgn="auto" latinLnBrk="0" hangingPunct="1">
                <a:lnSpc>
                  <a:spcPct val="100000"/>
                </a:lnSpc>
                <a:spcBef>
                  <a:spcPts val="0"/>
                </a:spcBef>
                <a:spcAft>
                  <a:spcPts val="0"/>
                </a:spcAft>
                <a:buClrTx/>
                <a:buSzTx/>
                <a:buFontTx/>
                <a:buNone/>
                <a:tabLst/>
                <a:defRPr/>
              </a:pPr>
              <a:r>
                <a:rPr lang="de-CH" sz="800" b="0" i="0" baseline="0" dirty="0">
                  <a:solidFill>
                    <a:schemeClr val="tx1">
                      <a:lumMod val="50000"/>
                      <a:lumOff val="50000"/>
                    </a:schemeClr>
                  </a:solidFill>
                  <a:latin typeface="+mn-lt"/>
                </a:rPr>
                <a:t>(Start &gt; Folien &gt; Layout)</a:t>
              </a:r>
            </a:p>
          </p:txBody>
        </p:sp>
        <p:sp>
          <p:nvSpPr>
            <p:cNvPr id="50" name="Text // Listenebene erhöhen">
              <a:extLst>
                <a:ext uri="{FF2B5EF4-FFF2-40B4-BE49-F238E27FC236}">
                  <a16:creationId xmlns:a16="http://schemas.microsoft.com/office/drawing/2014/main" id="{006C57A6-C3A3-4C6E-8B39-CB2BF0233C32}"/>
                </a:ext>
              </a:extLst>
            </p:cNvPr>
            <p:cNvSpPr txBox="1"/>
            <p:nvPr userDrawn="1"/>
          </p:nvSpPr>
          <p:spPr>
            <a:xfrm>
              <a:off x="-1690578" y="2340000"/>
              <a:ext cx="952398" cy="252000"/>
            </a:xfrm>
            <a:prstGeom prst="rect">
              <a:avLst/>
            </a:prstGeom>
            <a:noFill/>
          </p:spPr>
          <p:txBody>
            <a:bodyPr wrap="square" lIns="0" tIns="0" rIns="0" bIns="0" rtlCol="0" anchor="ctr" anchorCtr="0">
              <a:noAutofit/>
            </a:body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tx1"/>
                  </a:solidFill>
                  <a:latin typeface="+mn-lt"/>
                </a:rPr>
                <a:t>Increase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tx1"/>
                  </a:solidFill>
                  <a:latin typeface="+mn-lt"/>
                </a:rPr>
                <a:t>List Level</a:t>
              </a:r>
              <a:endParaRPr lang="de-CH" sz="1000" b="0" i="0" baseline="0" dirty="0">
                <a:solidFill>
                  <a:schemeClr val="tx1"/>
                </a:solidFill>
                <a:latin typeface="+mn-lt"/>
              </a:endParaRPr>
            </a:p>
          </p:txBody>
        </p:sp>
        <p:sp>
          <p:nvSpPr>
            <p:cNvPr id="51" name="Text // Listenebene verringern">
              <a:extLst>
                <a:ext uri="{FF2B5EF4-FFF2-40B4-BE49-F238E27FC236}">
                  <a16:creationId xmlns:a16="http://schemas.microsoft.com/office/drawing/2014/main" id="{8F0A689C-00E9-4022-8A86-FD3BBE1F21B1}"/>
                </a:ext>
              </a:extLst>
            </p:cNvPr>
            <p:cNvSpPr txBox="1"/>
            <p:nvPr userDrawn="1"/>
          </p:nvSpPr>
          <p:spPr>
            <a:xfrm>
              <a:off x="-1690578" y="2700000"/>
              <a:ext cx="952398" cy="252000"/>
            </a:xfrm>
            <a:prstGeom prst="rect">
              <a:avLst/>
            </a:prstGeom>
            <a:noFill/>
          </p:spPr>
          <p:txBody>
            <a:bodyPr wrap="square" lIns="0" tIns="0" rIns="0" bIns="0" rtlCol="0" anchor="ctr" anchorCtr="0">
              <a:noAutofit/>
            </a:body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tx1"/>
                  </a:solidFill>
                  <a:latin typeface="+mn-lt"/>
                </a:rPr>
                <a:t>Decrease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tx1"/>
                  </a:solidFill>
                  <a:latin typeface="+mn-lt"/>
                </a:rPr>
                <a:t>List Level</a:t>
              </a:r>
              <a:endParaRPr lang="de-CH" sz="1000" b="0" i="0" baseline="0" dirty="0">
                <a:solidFill>
                  <a:schemeClr val="tx1"/>
                </a:solidFill>
                <a:latin typeface="+mn-lt"/>
              </a:endParaRPr>
            </a:p>
          </p:txBody>
        </p:sp>
        <p:sp>
          <p:nvSpPr>
            <p:cNvPr id="52" name="Listenebenen">
              <a:extLst>
                <a:ext uri="{FF2B5EF4-FFF2-40B4-BE49-F238E27FC236}">
                  <a16:creationId xmlns:a16="http://schemas.microsoft.com/office/drawing/2014/main" id="{78D5488A-8643-49E5-BB3F-E5712C00BB7B}"/>
                </a:ext>
              </a:extLst>
            </p:cNvPr>
            <p:cNvSpPr txBox="1"/>
            <p:nvPr userDrawn="1"/>
          </p:nvSpPr>
          <p:spPr>
            <a:xfrm rot="10800000" flipH="1" flipV="1">
              <a:off x="-2124000" y="1332000"/>
              <a:ext cx="2016000" cy="8651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dirty="0">
                  <a:solidFill>
                    <a:schemeClr val="tx1"/>
                  </a:solidFill>
                  <a:latin typeface="+mn-lt"/>
                </a:rPr>
                <a:t>Change the text list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dirty="0">
                  <a:solidFill>
                    <a:schemeClr val="tx1"/>
                  </a:solidFill>
                  <a:latin typeface="+mn-lt"/>
                </a:rPr>
                <a:t>in the menu via</a:t>
              </a:r>
              <a:r>
                <a:rPr lang="de-CH" sz="1000" b="0" baseline="0" dirty="0">
                  <a:solidFill>
                    <a:schemeClr val="tx1"/>
                  </a:solidFill>
                  <a:latin typeface="+mn-lt"/>
                </a:rPr>
                <a:t>: </a:t>
              </a:r>
              <a:br>
                <a:rPr lang="de-CH" sz="1000" b="0" baseline="0" dirty="0">
                  <a:solidFill>
                    <a:schemeClr val="tx1"/>
                  </a:solidFill>
                  <a:latin typeface="+mn-lt"/>
                </a:rPr>
              </a:br>
              <a:r>
                <a:rPr lang="en-US" sz="1000" b="1" baseline="0" noProof="0" dirty="0">
                  <a:solidFill>
                    <a:schemeClr val="tx1"/>
                  </a:solidFill>
                  <a:latin typeface="+mn-lt"/>
                </a:rPr>
                <a:t>Home &gt; Paragraph &gt; Increase/Decrease List Level</a:t>
              </a:r>
              <a:endParaRPr lang="en-US" sz="1000" b="0" baseline="0" noProof="0" dirty="0">
                <a:solidFill>
                  <a:schemeClr val="tx1"/>
                </a:solidFill>
                <a:latin typeface="+mn-lt"/>
              </a:endParaRPr>
            </a:p>
            <a:p>
              <a:pPr marL="0" marR="0" lvl="0" indent="0" algn="r" defTabSz="2517235" rtl="0" eaLnBrk="1" fontAlgn="auto" latinLnBrk="0" hangingPunct="1">
                <a:lnSpc>
                  <a:spcPct val="100000"/>
                </a:lnSpc>
                <a:spcBef>
                  <a:spcPts val="0"/>
                </a:spcBef>
                <a:spcAft>
                  <a:spcPts val="0"/>
                </a:spcAft>
                <a:buClrTx/>
                <a:buSzTx/>
                <a:buFontTx/>
                <a:buNone/>
                <a:tabLst/>
                <a:defRPr/>
              </a:pPr>
              <a:r>
                <a:rPr lang="de-CH" sz="800" b="0" baseline="0" dirty="0">
                  <a:solidFill>
                    <a:schemeClr val="tx1">
                      <a:lumMod val="50000"/>
                      <a:lumOff val="50000"/>
                    </a:schemeClr>
                  </a:solidFill>
                  <a:latin typeface="+mn-lt"/>
                </a:rPr>
                <a:t>(Start &gt; Absatz &gt; Listenebene erhöhen/verringern)</a:t>
              </a:r>
            </a:p>
          </p:txBody>
        </p:sp>
        <p:pic>
          <p:nvPicPr>
            <p:cNvPr id="53" name="Bild // Listenebene verringern">
              <a:extLst>
                <a:ext uri="{FF2B5EF4-FFF2-40B4-BE49-F238E27FC236}">
                  <a16:creationId xmlns:a16="http://schemas.microsoft.com/office/drawing/2014/main" id="{062DFCFC-6518-4F8A-AE1B-AE91832846F7}"/>
                </a:ext>
              </a:extLst>
            </p:cNvPr>
            <p:cNvPicPr>
              <a:picLocks noChangeAspect="1"/>
            </p:cNvPicPr>
            <p:nvPr userDrawn="1"/>
          </p:nvPicPr>
          <p:blipFill>
            <a:blip r:embed="rId12">
              <a:extLst>
                <a:ext uri="{28A0092B-C50C-407E-A947-70E740481C1C}">
                  <a14:useLocalDpi xmlns:a14="http://schemas.microsoft.com/office/drawing/2010/main"/>
                </a:ext>
              </a:extLst>
            </a:blip>
            <a:stretch>
              <a:fillRect/>
            </a:stretch>
          </p:blipFill>
          <p:spPr>
            <a:xfrm>
              <a:off x="-652320" y="2700000"/>
              <a:ext cx="544320" cy="252000"/>
            </a:xfrm>
            <a:prstGeom prst="rect">
              <a:avLst/>
            </a:prstGeom>
          </p:spPr>
        </p:pic>
        <p:pic>
          <p:nvPicPr>
            <p:cNvPr id="54" name="Bild // Listenebene erhöhen">
              <a:extLst>
                <a:ext uri="{FF2B5EF4-FFF2-40B4-BE49-F238E27FC236}">
                  <a16:creationId xmlns:a16="http://schemas.microsoft.com/office/drawing/2014/main" id="{5C673FE2-8A8C-4901-9F93-ADD98DE4679E}"/>
                </a:ext>
              </a:extLst>
            </p:cNvPr>
            <p:cNvPicPr>
              <a:picLocks noChangeAspect="1"/>
            </p:cNvPicPr>
            <p:nvPr userDrawn="1"/>
          </p:nvPicPr>
          <p:blipFill>
            <a:blip r:embed="rId13">
              <a:extLst>
                <a:ext uri="{28A0092B-C50C-407E-A947-70E740481C1C}">
                  <a14:useLocalDpi xmlns:a14="http://schemas.microsoft.com/office/drawing/2010/main"/>
                </a:ext>
              </a:extLst>
            </a:blip>
            <a:stretch>
              <a:fillRect/>
            </a:stretch>
          </p:blipFill>
          <p:spPr>
            <a:xfrm>
              <a:off x="-652320" y="2340000"/>
              <a:ext cx="544320" cy="252000"/>
            </a:xfrm>
            <a:prstGeom prst="rect">
              <a:avLst/>
            </a:prstGeom>
          </p:spPr>
        </p:pic>
        <p:sp>
          <p:nvSpPr>
            <p:cNvPr id="55" name="Hilfslinien">
              <a:extLst>
                <a:ext uri="{FF2B5EF4-FFF2-40B4-BE49-F238E27FC236}">
                  <a16:creationId xmlns:a16="http://schemas.microsoft.com/office/drawing/2014/main" id="{78F793DC-E50F-4E33-9571-EEC9AE76A26D}"/>
                </a:ext>
              </a:extLst>
            </p:cNvPr>
            <p:cNvSpPr txBox="1"/>
            <p:nvPr userDrawn="1"/>
          </p:nvSpPr>
          <p:spPr>
            <a:xfrm rot="10800000" flipH="1" flipV="1">
              <a:off x="539750" y="-540002"/>
              <a:ext cx="6948487" cy="468001"/>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2871412" rtl="0" eaLnBrk="1" fontAlgn="auto" latinLnBrk="0" hangingPunct="1">
                <a:lnSpc>
                  <a:spcPct val="100000"/>
                </a:lnSpc>
                <a:spcBef>
                  <a:spcPts val="0"/>
                </a:spcBef>
                <a:spcAft>
                  <a:spcPts val="0"/>
                </a:spcAft>
                <a:buClrTx/>
                <a:buSzTx/>
                <a:buFontTx/>
                <a:buNone/>
                <a:tabLst/>
                <a:defRPr/>
              </a:pPr>
              <a:r>
                <a:rPr kumimoji="0" lang="de-CH" sz="1000" b="0" i="0" u="none" strike="noStrike" kern="1200" cap="none" spc="0" normalizeH="0" baseline="0" noProof="0" dirty="0">
                  <a:ln>
                    <a:noFill/>
                  </a:ln>
                  <a:solidFill>
                    <a:schemeClr val="tx1"/>
                  </a:solidFill>
                  <a:effectLst/>
                  <a:uLnTx/>
                  <a:uFillTx/>
                  <a:latin typeface="+mn-lt"/>
                  <a:ea typeface="+mn-ea"/>
                  <a:cs typeface="+mn-cs"/>
                </a:rPr>
                <a:t>Show </a:t>
              </a:r>
              <a:r>
                <a:rPr kumimoji="0" lang="en-US" sz="1000" b="0" i="0" u="none" strike="noStrike" kern="1200" cap="none" spc="0" normalizeH="0" baseline="0" noProof="0" dirty="0">
                  <a:ln>
                    <a:noFill/>
                  </a:ln>
                  <a:solidFill>
                    <a:schemeClr val="tx1"/>
                  </a:solidFill>
                  <a:effectLst/>
                  <a:uLnTx/>
                  <a:uFillTx/>
                  <a:latin typeface="+mn-lt"/>
                  <a:ea typeface="+mn-ea"/>
                  <a:cs typeface="+mn-cs"/>
                </a:rPr>
                <a:t>guidelines </a:t>
              </a:r>
              <a:r>
                <a:rPr lang="en-US" sz="1000" b="0" baseline="0" noProof="0" dirty="0">
                  <a:solidFill>
                    <a:schemeClr val="tx1"/>
                  </a:solidFill>
                  <a:latin typeface="+mn-lt"/>
                </a:rPr>
                <a:t>in the menu via</a:t>
              </a:r>
              <a:r>
                <a:rPr kumimoji="0" lang="de-CH" sz="1000" b="0" i="0" u="none" strike="noStrike" kern="1200" cap="none" spc="0" normalizeH="0" baseline="0" noProof="0" dirty="0">
                  <a:ln>
                    <a:noFill/>
                  </a:ln>
                  <a:solidFill>
                    <a:schemeClr val="tx1"/>
                  </a:solidFill>
                  <a:effectLst/>
                  <a:uLnTx/>
                  <a:uFillTx/>
                  <a:latin typeface="+mn-lt"/>
                  <a:ea typeface="+mn-ea"/>
                  <a:cs typeface="+mn-cs"/>
                </a:rPr>
                <a:t>: </a:t>
              </a:r>
              <a:br>
                <a:rPr kumimoji="0" lang="de-CH" sz="1000" b="0" i="0" u="none" strike="noStrike" kern="1200" cap="none" spc="0" normalizeH="0" baseline="0" noProof="0" dirty="0">
                  <a:ln>
                    <a:noFill/>
                  </a:ln>
                  <a:solidFill>
                    <a:schemeClr val="tx1"/>
                  </a:solidFill>
                  <a:effectLst/>
                  <a:uLnTx/>
                  <a:uFillTx/>
                  <a:latin typeface="+mn-lt"/>
                  <a:ea typeface="+mn-ea"/>
                  <a:cs typeface="+mn-cs"/>
                </a:rPr>
              </a:br>
              <a:r>
                <a:rPr kumimoji="0" lang="en-US" sz="1000" b="1" i="0" u="none" strike="noStrike" kern="1200" cap="none" spc="0" normalizeH="0" baseline="0" noProof="0" dirty="0">
                  <a:ln>
                    <a:noFill/>
                  </a:ln>
                  <a:solidFill>
                    <a:schemeClr val="tx1"/>
                  </a:solidFill>
                  <a:effectLst/>
                  <a:uLnTx/>
                  <a:uFillTx/>
                  <a:latin typeface="+mn-lt"/>
                  <a:ea typeface="+mn-ea"/>
                  <a:cs typeface="+mn-cs"/>
                </a:rPr>
                <a:t>View &gt; Show &gt; </a:t>
              </a:r>
              <a:r>
                <a:rPr kumimoji="0" lang="en-US" sz="1000" b="0" i="0" u="none" strike="noStrike" kern="1200" cap="none" spc="0" normalizeH="0" baseline="0" noProof="0" dirty="0">
                  <a:ln>
                    <a:noFill/>
                  </a:ln>
                  <a:solidFill>
                    <a:schemeClr val="tx1"/>
                  </a:solidFill>
                  <a:effectLst/>
                  <a:uLnTx/>
                  <a:uFillTx/>
                  <a:latin typeface="+mn-lt"/>
                  <a:ea typeface="+mn-ea"/>
                  <a:cs typeface="+mn-cs"/>
                </a:rPr>
                <a:t>Set checkbox for </a:t>
              </a:r>
              <a:r>
                <a:rPr kumimoji="0" lang="en-US" sz="1000" b="1" i="0" u="none" strike="noStrike" kern="1200" cap="none" spc="0" normalizeH="0" baseline="0" noProof="0" dirty="0">
                  <a:ln>
                    <a:noFill/>
                  </a:ln>
                  <a:solidFill>
                    <a:schemeClr val="tx1"/>
                  </a:solidFill>
                  <a:effectLst/>
                  <a:uLnTx/>
                  <a:uFillTx/>
                  <a:latin typeface="+mn-lt"/>
                  <a:ea typeface="+mn-ea"/>
                  <a:cs typeface="+mn-cs"/>
                </a:rPr>
                <a:t>Guides </a:t>
              </a:r>
              <a:r>
                <a:rPr kumimoji="0" lang="de-CH" sz="800" b="0" i="0" u="none" strike="noStrike" kern="1200" cap="none" spc="0" normalizeH="0" baseline="0" noProof="0" dirty="0">
                  <a:ln>
                    <a:noFill/>
                  </a:ln>
                  <a:solidFill>
                    <a:schemeClr val="tx1">
                      <a:lumMod val="50000"/>
                      <a:lumOff val="50000"/>
                    </a:schemeClr>
                  </a:solidFill>
                  <a:effectLst/>
                  <a:uLnTx/>
                  <a:uFillTx/>
                  <a:latin typeface="+mn-lt"/>
                  <a:ea typeface="+mn-ea"/>
                  <a:cs typeface="+mn-cs"/>
                </a:rPr>
                <a:t>(Ansicht &gt; Anzeigen &gt; Haken bei Führungslinien setzen)</a:t>
              </a:r>
            </a:p>
          </p:txBody>
        </p:sp>
        <p:sp>
          <p:nvSpPr>
            <p:cNvPr id="16" name="Rhomboiden">
              <a:extLst>
                <a:ext uri="{FF2B5EF4-FFF2-40B4-BE49-F238E27FC236}">
                  <a16:creationId xmlns:a16="http://schemas.microsoft.com/office/drawing/2014/main" id="{CE90B042-8026-48DD-B523-17903DEB16E9}"/>
                </a:ext>
              </a:extLst>
            </p:cNvPr>
            <p:cNvSpPr txBox="1"/>
            <p:nvPr userDrawn="1"/>
          </p:nvSpPr>
          <p:spPr>
            <a:xfrm rot="10800000" flipH="1" flipV="1">
              <a:off x="11628000" y="1512000"/>
              <a:ext cx="1582578" cy="9720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en-US" sz="1000" b="0" baseline="0" noProof="0" dirty="0">
                  <a:solidFill>
                    <a:schemeClr val="tx1"/>
                  </a:solidFill>
                  <a:latin typeface="+mn-lt"/>
                </a:rPr>
                <a:t>Note on the rhomboids</a:t>
              </a:r>
              <a:r>
                <a:rPr lang="de-CH" sz="1000" b="0" baseline="0" dirty="0">
                  <a:solidFill>
                    <a:schemeClr val="tx1"/>
                  </a:solidFill>
                  <a:latin typeface="+mn-lt"/>
                </a:rPr>
                <a:t>:</a:t>
              </a:r>
            </a:p>
            <a:p>
              <a:pPr indent="0" algn="l">
                <a:lnSpc>
                  <a:spcPct val="100000"/>
                </a:lnSpc>
                <a:spcBef>
                  <a:spcPts val="0"/>
                </a:spcBef>
                <a:spcAft>
                  <a:spcPts val="0"/>
                </a:spcAft>
              </a:pPr>
              <a:r>
                <a:rPr lang="en-US" sz="1000" b="1" baseline="0" dirty="0">
                  <a:solidFill>
                    <a:schemeClr val="tx1"/>
                  </a:solidFill>
                  <a:latin typeface="+mn-lt"/>
                </a:rPr>
                <a:t>They are stacked from </a:t>
              </a:r>
            </a:p>
            <a:p>
              <a:pPr indent="0" algn="l">
                <a:lnSpc>
                  <a:spcPct val="100000"/>
                </a:lnSpc>
                <a:spcBef>
                  <a:spcPts val="0"/>
                </a:spcBef>
                <a:spcAft>
                  <a:spcPts val="0"/>
                </a:spcAft>
              </a:pPr>
              <a:r>
                <a:rPr lang="en-US" sz="1000" b="1" baseline="0" dirty="0">
                  <a:solidFill>
                    <a:schemeClr val="tx1"/>
                  </a:solidFill>
                  <a:latin typeface="+mn-lt"/>
                </a:rPr>
                <a:t>right to left and from </a:t>
              </a:r>
            </a:p>
            <a:p>
              <a:pPr indent="0" algn="l">
                <a:lnSpc>
                  <a:spcPct val="100000"/>
                </a:lnSpc>
                <a:spcBef>
                  <a:spcPts val="0"/>
                </a:spcBef>
                <a:spcAft>
                  <a:spcPts val="0"/>
                </a:spcAft>
              </a:pPr>
              <a:r>
                <a:rPr lang="en-US" sz="1000" b="1" baseline="0" dirty="0">
                  <a:solidFill>
                    <a:schemeClr val="tx1"/>
                  </a:solidFill>
                  <a:latin typeface="+mn-lt"/>
                </a:rPr>
                <a:t>top to bottom.</a:t>
              </a:r>
            </a:p>
            <a:p>
              <a:pPr indent="0" algn="l">
                <a:lnSpc>
                  <a:spcPct val="100000"/>
                </a:lnSpc>
                <a:spcBef>
                  <a:spcPts val="0"/>
                </a:spcBef>
                <a:spcAft>
                  <a:spcPts val="0"/>
                </a:spcAft>
              </a:pPr>
              <a:endParaRPr lang="en-US" sz="1000" b="1" baseline="0" dirty="0">
                <a:solidFill>
                  <a:schemeClr val="tx1"/>
                </a:solidFill>
                <a:latin typeface="+mn-lt"/>
              </a:endParaRPr>
            </a:p>
          </p:txBody>
        </p:sp>
        <p:sp>
          <p:nvSpPr>
            <p:cNvPr id="25" name="Fußzeile">
              <a:extLst>
                <a:ext uri="{FF2B5EF4-FFF2-40B4-BE49-F238E27FC236}">
                  <a16:creationId xmlns:a16="http://schemas.microsoft.com/office/drawing/2014/main" id="{D2DB6C32-A409-414C-A371-3A6EAE0E0FEC}"/>
                </a:ext>
              </a:extLst>
            </p:cNvPr>
            <p:cNvSpPr txBox="1"/>
            <p:nvPr userDrawn="1"/>
          </p:nvSpPr>
          <p:spPr>
            <a:xfrm rot="10800000" flipH="1" flipV="1">
              <a:off x="539750" y="6624000"/>
              <a:ext cx="5220494" cy="468001"/>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2871412" rtl="0" eaLnBrk="1" fontAlgn="auto" latinLnBrk="0" hangingPunct="1">
                <a:lnSpc>
                  <a:spcPct val="100000"/>
                </a:lnSpc>
                <a:spcBef>
                  <a:spcPts val="0"/>
                </a:spcBef>
                <a:spcAft>
                  <a:spcPts val="0"/>
                </a:spcAft>
                <a:buClrTx/>
                <a:buSzTx/>
                <a:buFontTx/>
                <a:buNone/>
                <a:tabLst/>
                <a:defRPr/>
              </a:pPr>
              <a:r>
                <a:rPr kumimoji="0" lang="de-CH" sz="1000" b="0" i="0" u="none" strike="noStrike" kern="1200" cap="none" spc="0" normalizeH="0" baseline="0" noProof="0" dirty="0">
                  <a:ln>
                    <a:noFill/>
                  </a:ln>
                  <a:solidFill>
                    <a:schemeClr val="tx1"/>
                  </a:solidFill>
                  <a:effectLst/>
                  <a:uLnTx/>
                  <a:uFillTx/>
                  <a:latin typeface="+mn-lt"/>
                  <a:ea typeface="+mn-ea"/>
                  <a:cs typeface="+mn-cs"/>
                </a:rPr>
                <a:t>Insert </a:t>
              </a:r>
              <a:r>
                <a:rPr kumimoji="0" lang="en-US" sz="1000" b="0" i="0" u="none" strike="noStrike" kern="1200" cap="none" spc="0" normalizeH="0" baseline="0" noProof="0" dirty="0">
                  <a:ln>
                    <a:noFill/>
                  </a:ln>
                  <a:solidFill>
                    <a:schemeClr val="tx1"/>
                  </a:solidFill>
                  <a:effectLst/>
                  <a:uLnTx/>
                  <a:uFillTx/>
                  <a:latin typeface="+mn-lt"/>
                  <a:ea typeface="+mn-ea"/>
                  <a:cs typeface="+mn-cs"/>
                </a:rPr>
                <a:t>footer</a:t>
              </a:r>
              <a:r>
                <a:rPr kumimoji="0" lang="de-CH" sz="1000" b="0" i="0" u="none" strike="noStrike" kern="1200" cap="none" spc="0" normalizeH="0" baseline="0" noProof="0" dirty="0">
                  <a:ln>
                    <a:noFill/>
                  </a:ln>
                  <a:solidFill>
                    <a:schemeClr val="tx1"/>
                  </a:solidFill>
                  <a:effectLst/>
                  <a:uLnTx/>
                  <a:uFillTx/>
                  <a:latin typeface="+mn-lt"/>
                  <a:ea typeface="+mn-ea"/>
                  <a:cs typeface="+mn-cs"/>
                </a:rPr>
                <a:t> </a:t>
              </a:r>
              <a:r>
                <a:rPr lang="en-US" sz="1000" b="0" baseline="0" noProof="0" dirty="0">
                  <a:solidFill>
                    <a:schemeClr val="tx1"/>
                  </a:solidFill>
                  <a:latin typeface="+mn-lt"/>
                </a:rPr>
                <a:t>in the menu via</a:t>
              </a:r>
              <a:r>
                <a:rPr kumimoji="0" lang="de-CH" sz="1000" b="0" i="0" u="none" strike="noStrike" kern="1200" cap="none" spc="0" normalizeH="0" baseline="0" noProof="0" dirty="0">
                  <a:ln>
                    <a:noFill/>
                  </a:ln>
                  <a:solidFill>
                    <a:schemeClr val="tx1"/>
                  </a:solidFill>
                  <a:effectLst/>
                  <a:uLnTx/>
                  <a:uFillTx/>
                  <a:latin typeface="+mn-lt"/>
                  <a:ea typeface="+mn-ea"/>
                  <a:cs typeface="+mn-cs"/>
                </a:rPr>
                <a:t>: </a:t>
              </a:r>
              <a:br>
                <a:rPr kumimoji="0" lang="de-CH" sz="1000" b="0" i="0" u="none" strike="noStrike" kern="1200" cap="none" spc="0" normalizeH="0" baseline="0" noProof="0" dirty="0">
                  <a:ln>
                    <a:noFill/>
                  </a:ln>
                  <a:solidFill>
                    <a:schemeClr val="tx1"/>
                  </a:solidFill>
                  <a:effectLst/>
                  <a:uLnTx/>
                  <a:uFillTx/>
                  <a:latin typeface="+mn-lt"/>
                  <a:ea typeface="+mn-ea"/>
                  <a:cs typeface="+mn-cs"/>
                </a:rPr>
              </a:br>
              <a:r>
                <a:rPr kumimoji="0" lang="de-CH" sz="1000" b="1" i="0" u="none" strike="noStrike" kern="1200" cap="none" spc="0" normalizeH="0" baseline="0" noProof="0" dirty="0">
                  <a:ln>
                    <a:noFill/>
                  </a:ln>
                  <a:solidFill>
                    <a:schemeClr val="tx1"/>
                  </a:solidFill>
                  <a:effectLst/>
                  <a:uLnTx/>
                  <a:uFillTx/>
                  <a:latin typeface="+mn-lt"/>
                  <a:ea typeface="+mn-ea"/>
                  <a:cs typeface="+mn-cs"/>
                </a:rPr>
                <a:t>Insert &gt; Text &gt; Header &amp; Footer </a:t>
              </a:r>
              <a:r>
                <a:rPr kumimoji="0" lang="de-CH" sz="800" b="0" i="0" u="none" strike="noStrike" kern="1200" cap="none" spc="0" normalizeH="0" baseline="0" noProof="0" dirty="0">
                  <a:ln>
                    <a:noFill/>
                  </a:ln>
                  <a:solidFill>
                    <a:schemeClr val="tx1">
                      <a:lumMod val="50000"/>
                      <a:lumOff val="50000"/>
                    </a:schemeClr>
                  </a:solidFill>
                  <a:effectLst/>
                  <a:uLnTx/>
                  <a:uFillTx/>
                  <a:latin typeface="+mn-lt"/>
                  <a:ea typeface="+mn-ea"/>
                  <a:cs typeface="+mn-cs"/>
                </a:rPr>
                <a:t>(Einfügen &gt; Text &gt; Kopf- und Fußzeile)</a:t>
              </a:r>
              <a:endParaRPr kumimoji="0" lang="de-CH" sz="1000" b="0" i="0" u="none" strike="noStrike" kern="1200" cap="none" spc="0" normalizeH="0" baseline="0" noProof="0" dirty="0">
                <a:ln>
                  <a:noFill/>
                </a:ln>
                <a:solidFill>
                  <a:schemeClr val="tx1">
                    <a:lumMod val="50000"/>
                    <a:lumOff val="50000"/>
                  </a:schemeClr>
                </a:solidFill>
                <a:effectLst/>
                <a:uLnTx/>
                <a:uFillTx/>
                <a:latin typeface="+mn-lt"/>
                <a:ea typeface="+mn-ea"/>
                <a:cs typeface="+mn-cs"/>
              </a:endParaRPr>
            </a:p>
          </p:txBody>
        </p:sp>
      </p:grpSp>
      <p:sp>
        <p:nvSpPr>
          <p:cNvPr id="6" name="Datum">
            <a:extLst>
              <a:ext uri="{FF2B5EF4-FFF2-40B4-BE49-F238E27FC236}">
                <a16:creationId xmlns:a16="http://schemas.microsoft.com/office/drawing/2014/main" id="{50E4F951-8B2D-4F16-9B47-A41852866743}"/>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91839FD4-7131-4B5C-814E-D6A1DC36FAEE}" type="datetime1">
              <a:rPr lang="de-DE" smtClean="0"/>
              <a:t>15.03.2024</a:t>
            </a:fld>
            <a:endParaRPr lang="de-DE" sz="1000" dirty="0"/>
          </a:p>
        </p:txBody>
      </p:sp>
      <p:sp>
        <p:nvSpPr>
          <p:cNvPr id="7" name="Fußzeile">
            <a:extLst>
              <a:ext uri="{FF2B5EF4-FFF2-40B4-BE49-F238E27FC236}">
                <a16:creationId xmlns:a16="http://schemas.microsoft.com/office/drawing/2014/main" id="{D036A8B3-EC4D-47F7-935E-0B604E4F9B19}"/>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8" name="Foliennummer">
            <a:extLst>
              <a:ext uri="{FF2B5EF4-FFF2-40B4-BE49-F238E27FC236}">
                <a16:creationId xmlns:a16="http://schemas.microsoft.com/office/drawing/2014/main" id="{74D2F4FF-A438-41A0-B755-AF02F4AF0C12}"/>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40885254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75" r:id="rId5"/>
    <p:sldLayoutId id="2147483673" r:id="rId6"/>
    <p:sldLayoutId id="2147483662" r:id="rId7"/>
    <p:sldLayoutId id="2147483663" r:id="rId8"/>
    <p:sldLayoutId id="2147483664" r:id="rId9"/>
    <p:sldLayoutId id="2147483677" r:id="rId10"/>
  </p:sldLayoutIdLst>
  <p:hf sldNum="0" hdr="0" ftr="0" dt="0"/>
  <p:txStyles>
    <p:titleStyle>
      <a:lvl1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j-lt"/>
          <a:ea typeface="+mj-ea"/>
          <a:cs typeface="+mj-cs"/>
        </a:defRPr>
      </a:lvl1pPr>
    </p:titleStyle>
    <p:bodyStyle>
      <a:lvl1pPr marL="0" indent="0" algn="l" defTabSz="864017" rtl="0" eaLnBrk="1" latinLnBrk="0" hangingPunct="1">
        <a:lnSpc>
          <a:spcPct val="100000"/>
        </a:lnSpc>
        <a:spcBef>
          <a:spcPts val="0"/>
        </a:spcBef>
        <a:buFont typeface="Arial" panose="020B0604020202020204" pitchFamily="34" charset="0"/>
        <a:buNone/>
        <a:defRPr sz="1800" b="1" kern="1200" spc="-20" baseline="0">
          <a:solidFill>
            <a:schemeClr val="tx1"/>
          </a:solidFill>
          <a:latin typeface="+mn-lt"/>
          <a:ea typeface="+mn-ea"/>
          <a:cs typeface="+mn-cs"/>
        </a:defRPr>
      </a:lvl1pPr>
      <a:lvl2pPr marL="126000" indent="-126000" algn="l" defTabSz="864017" rtl="0" eaLnBrk="1" latinLnBrk="0" hangingPunct="1">
        <a:lnSpc>
          <a:spcPct val="100000"/>
        </a:lnSpc>
        <a:spcBef>
          <a:spcPts val="1000"/>
        </a:spcBef>
        <a:buFont typeface="Arial" panose="020B0604020202020204" pitchFamily="34" charset="0"/>
        <a:buChar char="▪"/>
        <a:defRPr sz="1800" b="1" kern="1200" spc="-20" baseline="0">
          <a:solidFill>
            <a:schemeClr val="tx1"/>
          </a:solidFill>
          <a:latin typeface="+mn-lt"/>
          <a:ea typeface="+mn-ea"/>
          <a:cs typeface="+mn-cs"/>
        </a:defRPr>
      </a:lvl2pPr>
      <a:lvl3pPr marL="252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3pPr>
      <a:lvl4pPr marL="378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4pPr>
      <a:lvl5pPr marL="12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5pPr>
      <a:lvl6pPr marL="396000" indent="-396000" algn="l" defTabSz="864017" rtl="0" eaLnBrk="1" latinLnBrk="0" hangingPunct="1">
        <a:lnSpc>
          <a:spcPct val="100000"/>
        </a:lnSpc>
        <a:spcBef>
          <a:spcPts val="1000"/>
        </a:spcBef>
        <a:buFont typeface="+mj-lt"/>
        <a:buAutoNum type="arabicPeriod"/>
        <a:defRPr sz="1800" kern="1200" spc="-20" baseline="0">
          <a:solidFill>
            <a:schemeClr val="tx1"/>
          </a:solidFill>
          <a:latin typeface="+mn-lt"/>
          <a:ea typeface="+mn-ea"/>
          <a:cs typeface="+mn-cs"/>
        </a:defRPr>
      </a:lvl6pPr>
      <a:lvl7pPr marL="39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7pPr>
      <a:lvl8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8pPr>
      <a:lvl9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9pPr>
    </p:bodyStyle>
    <p:otherStyle>
      <a:defPPr>
        <a:defRPr lang="de-DE"/>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0" name="Rhombofähnchen">
            <a:extLst>
              <a:ext uri="{FF2B5EF4-FFF2-40B4-BE49-F238E27FC236}">
                <a16:creationId xmlns:a16="http://schemas.microsoft.com/office/drawing/2014/main" id="{2131920C-38D4-4B66-916C-8D002BC08CE1}"/>
              </a:ext>
            </a:extLst>
          </p:cNvPr>
          <p:cNvSpPr>
            <a:spLocks noChangeAspect="1"/>
          </p:cNvSpPr>
          <p:nvPr userDrawn="1"/>
        </p:nvSpPr>
        <p:spPr bwMode="auto">
          <a:xfrm>
            <a:off x="540000" y="0"/>
            <a:ext cx="833438" cy="287338"/>
          </a:xfrm>
          <a:custGeom>
            <a:avLst/>
            <a:gdLst>
              <a:gd name="T0" fmla="*/ 221 w 2320"/>
              <a:gd name="T1" fmla="*/ 0 h 800"/>
              <a:gd name="T2" fmla="*/ 0 w 2320"/>
              <a:gd name="T3" fmla="*/ 800 h 800"/>
              <a:gd name="T4" fmla="*/ 2099 w 2320"/>
              <a:gd name="T5" fmla="*/ 800 h 800"/>
              <a:gd name="T6" fmla="*/ 2320 w 2320"/>
              <a:gd name="T7" fmla="*/ 0 h 800"/>
              <a:gd name="T8" fmla="*/ 221 w 2320"/>
              <a:gd name="T9" fmla="*/ 0 h 800"/>
            </a:gdLst>
            <a:ahLst/>
            <a:cxnLst>
              <a:cxn ang="0">
                <a:pos x="T0" y="T1"/>
              </a:cxn>
              <a:cxn ang="0">
                <a:pos x="T2" y="T3"/>
              </a:cxn>
              <a:cxn ang="0">
                <a:pos x="T4" y="T5"/>
              </a:cxn>
              <a:cxn ang="0">
                <a:pos x="T6" y="T7"/>
              </a:cxn>
              <a:cxn ang="0">
                <a:pos x="T8" y="T9"/>
              </a:cxn>
            </a:cxnLst>
            <a:rect l="0" t="0" r="r" b="b"/>
            <a:pathLst>
              <a:path w="2320" h="800">
                <a:moveTo>
                  <a:pt x="221" y="0"/>
                </a:moveTo>
                <a:lnTo>
                  <a:pt x="0" y="800"/>
                </a:lnTo>
                <a:lnTo>
                  <a:pt x="2099" y="800"/>
                </a:lnTo>
                <a:lnTo>
                  <a:pt x="2320" y="0"/>
                </a:lnTo>
                <a:lnTo>
                  <a:pt x="221" y="0"/>
                </a:lnTo>
                <a:close/>
              </a:path>
            </a:pathLst>
          </a:custGeom>
          <a:solidFill>
            <a:srgbClr val="0090A7"/>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29" name="Logofläche">
            <a:extLst>
              <a:ext uri="{FF2B5EF4-FFF2-40B4-BE49-F238E27FC236}">
                <a16:creationId xmlns:a16="http://schemas.microsoft.com/office/drawing/2014/main" id="{A85F829D-9EC2-4B3A-B9ED-C5BF6898BFFE}"/>
              </a:ext>
            </a:extLst>
          </p:cNvPr>
          <p:cNvSpPr>
            <a:spLocks noChangeAspect="1" noChangeArrowheads="1"/>
          </p:cNvSpPr>
          <p:nvPr userDrawn="1"/>
        </p:nvSpPr>
        <p:spPr bwMode="auto">
          <a:xfrm>
            <a:off x="10224000" y="6173788"/>
            <a:ext cx="754063" cy="306388"/>
          </a:xfrm>
          <a:prstGeom prst="rect">
            <a:avLst/>
          </a:prstGeom>
          <a:solidFill>
            <a:srgbClr val="0090A7"/>
          </a:solidFill>
          <a:ln w="9525">
            <a:noFill/>
            <a:miter lim="800000"/>
            <a:headEnd/>
            <a:tailEnd/>
          </a:ln>
        </p:spPr>
        <p:txBody>
          <a:bodyPr vert="horz" wrap="square" lIns="91440" tIns="45720" rIns="91440" bIns="45720" numCol="1" anchor="t" anchorCtr="0" compatLnSpc="1">
            <a:prstTxWarp prst="textNoShape">
              <a:avLst/>
            </a:prstTxWarp>
          </a:bodyPr>
          <a:lstStyle/>
          <a:p>
            <a:endParaRPr lang="de-DE"/>
          </a:p>
        </p:txBody>
      </p:sp>
      <p:sp>
        <p:nvSpPr>
          <p:cNvPr id="31" name="INFORM Logo">
            <a:extLst>
              <a:ext uri="{FF2B5EF4-FFF2-40B4-BE49-F238E27FC236}">
                <a16:creationId xmlns:a16="http://schemas.microsoft.com/office/drawing/2014/main" id="{21FE644D-2D77-49E9-8FCC-A78C6C921257}"/>
              </a:ext>
            </a:extLst>
          </p:cNvPr>
          <p:cNvSpPr>
            <a:spLocks noChangeAspect="1" noEditPoints="1"/>
          </p:cNvSpPr>
          <p:nvPr userDrawn="1"/>
        </p:nvSpPr>
        <p:spPr bwMode="auto">
          <a:xfrm>
            <a:off x="10289087" y="6262688"/>
            <a:ext cx="598488" cy="93663"/>
          </a:xfrm>
          <a:custGeom>
            <a:avLst/>
            <a:gdLst>
              <a:gd name="T0" fmla="*/ 1267 w 1667"/>
              <a:gd name="T1" fmla="*/ 4 h 258"/>
              <a:gd name="T2" fmla="*/ 1159 w 1667"/>
              <a:gd name="T3" fmla="*/ 254 h 258"/>
              <a:gd name="T4" fmla="*/ 1225 w 1667"/>
              <a:gd name="T5" fmla="*/ 57 h 258"/>
              <a:gd name="T6" fmla="*/ 1298 w 1667"/>
              <a:gd name="T7" fmla="*/ 95 h 258"/>
              <a:gd name="T8" fmla="*/ 1227 w 1667"/>
              <a:gd name="T9" fmla="*/ 133 h 258"/>
              <a:gd name="T10" fmla="*/ 1384 w 1667"/>
              <a:gd name="T11" fmla="*/ 254 h 258"/>
              <a:gd name="T12" fmla="*/ 1364 w 1667"/>
              <a:gd name="T13" fmla="*/ 94 h 258"/>
              <a:gd name="T14" fmla="*/ 1667 w 1667"/>
              <a:gd name="T15" fmla="*/ 4 h 258"/>
              <a:gd name="T16" fmla="*/ 1533 w 1667"/>
              <a:gd name="T17" fmla="*/ 164 h 258"/>
              <a:gd name="T18" fmla="*/ 1400 w 1667"/>
              <a:gd name="T19" fmla="*/ 4 h 258"/>
              <a:gd name="T20" fmla="*/ 1458 w 1667"/>
              <a:gd name="T21" fmla="*/ 254 h 258"/>
              <a:gd name="T22" fmla="*/ 1505 w 1667"/>
              <a:gd name="T23" fmla="*/ 254 h 258"/>
              <a:gd name="T24" fmla="*/ 1603 w 1667"/>
              <a:gd name="T25" fmla="*/ 105 h 258"/>
              <a:gd name="T26" fmla="*/ 1667 w 1667"/>
              <a:gd name="T27" fmla="*/ 254 h 258"/>
              <a:gd name="T28" fmla="*/ 875 w 1667"/>
              <a:gd name="T29" fmla="*/ 61 h 258"/>
              <a:gd name="T30" fmla="*/ 696 w 1667"/>
              <a:gd name="T31" fmla="*/ 4 h 258"/>
              <a:gd name="T32" fmla="*/ 763 w 1667"/>
              <a:gd name="T33" fmla="*/ 254 h 258"/>
              <a:gd name="T34" fmla="*/ 854 w 1667"/>
              <a:gd name="T35" fmla="*/ 169 h 258"/>
              <a:gd name="T36" fmla="*/ 763 w 1667"/>
              <a:gd name="T37" fmla="*/ 115 h 258"/>
              <a:gd name="T38" fmla="*/ 608 w 1667"/>
              <a:gd name="T39" fmla="*/ 254 h 258"/>
              <a:gd name="T40" fmla="*/ 664 w 1667"/>
              <a:gd name="T41" fmla="*/ 4 h 258"/>
              <a:gd name="T42" fmla="*/ 600 w 1667"/>
              <a:gd name="T43" fmla="*/ 133 h 258"/>
              <a:gd name="T44" fmla="*/ 441 w 1667"/>
              <a:gd name="T45" fmla="*/ 4 h 258"/>
              <a:gd name="T46" fmla="*/ 505 w 1667"/>
              <a:gd name="T47" fmla="*/ 254 h 258"/>
              <a:gd name="T48" fmla="*/ 608 w 1667"/>
              <a:gd name="T49" fmla="*/ 254 h 258"/>
              <a:gd name="T50" fmla="*/ 409 w 1667"/>
              <a:gd name="T51" fmla="*/ 254 h 258"/>
              <a:gd name="T52" fmla="*/ 342 w 1667"/>
              <a:gd name="T53" fmla="*/ 4 h 258"/>
              <a:gd name="T54" fmla="*/ 1134 w 1667"/>
              <a:gd name="T55" fmla="*/ 128 h 258"/>
              <a:gd name="T56" fmla="*/ 888 w 1667"/>
              <a:gd name="T57" fmla="*/ 129 h 258"/>
              <a:gd name="T58" fmla="*/ 1134 w 1667"/>
              <a:gd name="T59" fmla="*/ 128 h 258"/>
              <a:gd name="T60" fmla="*/ 1011 w 1667"/>
              <a:gd name="T61" fmla="*/ 203 h 258"/>
              <a:gd name="T62" fmla="*/ 957 w 1667"/>
              <a:gd name="T63" fmla="*/ 118 h 258"/>
              <a:gd name="T64" fmla="*/ 1064 w 1667"/>
              <a:gd name="T65" fmla="*/ 119 h 258"/>
              <a:gd name="T66" fmla="*/ 223 w 1667"/>
              <a:gd name="T67" fmla="*/ 254 h 258"/>
              <a:gd name="T68" fmla="*/ 70 w 1667"/>
              <a:gd name="T69" fmla="*/ 4 h 258"/>
              <a:gd name="T70" fmla="*/ 223 w 1667"/>
              <a:gd name="T71" fmla="*/ 254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67" h="258">
                <a:moveTo>
                  <a:pt x="1364" y="94"/>
                </a:moveTo>
                <a:cubicBezTo>
                  <a:pt x="1364" y="15"/>
                  <a:pt x="1331" y="4"/>
                  <a:pt x="1267" y="4"/>
                </a:cubicBezTo>
                <a:lnTo>
                  <a:pt x="1159" y="4"/>
                </a:lnTo>
                <a:lnTo>
                  <a:pt x="1159" y="254"/>
                </a:lnTo>
                <a:lnTo>
                  <a:pt x="1225" y="254"/>
                </a:lnTo>
                <a:lnTo>
                  <a:pt x="1225" y="57"/>
                </a:lnTo>
                <a:lnTo>
                  <a:pt x="1266" y="57"/>
                </a:lnTo>
                <a:cubicBezTo>
                  <a:pt x="1286" y="57"/>
                  <a:pt x="1298" y="63"/>
                  <a:pt x="1298" y="95"/>
                </a:cubicBezTo>
                <a:cubicBezTo>
                  <a:pt x="1298" y="126"/>
                  <a:pt x="1288" y="133"/>
                  <a:pt x="1267" y="133"/>
                </a:cubicBezTo>
                <a:cubicBezTo>
                  <a:pt x="1263" y="133"/>
                  <a:pt x="1227" y="133"/>
                  <a:pt x="1227" y="133"/>
                </a:cubicBezTo>
                <a:lnTo>
                  <a:pt x="1308" y="254"/>
                </a:lnTo>
                <a:lnTo>
                  <a:pt x="1384" y="254"/>
                </a:lnTo>
                <a:lnTo>
                  <a:pt x="1326" y="170"/>
                </a:lnTo>
                <a:cubicBezTo>
                  <a:pt x="1351" y="163"/>
                  <a:pt x="1364" y="144"/>
                  <a:pt x="1364" y="94"/>
                </a:cubicBezTo>
                <a:close/>
                <a:moveTo>
                  <a:pt x="1667" y="254"/>
                </a:moveTo>
                <a:lnTo>
                  <a:pt x="1667" y="4"/>
                </a:lnTo>
                <a:lnTo>
                  <a:pt x="1584" y="4"/>
                </a:lnTo>
                <a:lnTo>
                  <a:pt x="1533" y="164"/>
                </a:lnTo>
                <a:lnTo>
                  <a:pt x="1483" y="4"/>
                </a:lnTo>
                <a:lnTo>
                  <a:pt x="1400" y="4"/>
                </a:lnTo>
                <a:lnTo>
                  <a:pt x="1400" y="254"/>
                </a:lnTo>
                <a:lnTo>
                  <a:pt x="1458" y="254"/>
                </a:lnTo>
                <a:lnTo>
                  <a:pt x="1458" y="105"/>
                </a:lnTo>
                <a:lnTo>
                  <a:pt x="1505" y="254"/>
                </a:lnTo>
                <a:lnTo>
                  <a:pt x="1557" y="254"/>
                </a:lnTo>
                <a:lnTo>
                  <a:pt x="1603" y="105"/>
                </a:lnTo>
                <a:lnTo>
                  <a:pt x="1603" y="254"/>
                </a:lnTo>
                <a:lnTo>
                  <a:pt x="1667" y="254"/>
                </a:lnTo>
                <a:close/>
                <a:moveTo>
                  <a:pt x="763" y="61"/>
                </a:moveTo>
                <a:lnTo>
                  <a:pt x="875" y="61"/>
                </a:lnTo>
                <a:lnTo>
                  <a:pt x="875" y="4"/>
                </a:lnTo>
                <a:lnTo>
                  <a:pt x="696" y="4"/>
                </a:lnTo>
                <a:lnTo>
                  <a:pt x="696" y="254"/>
                </a:lnTo>
                <a:lnTo>
                  <a:pt x="763" y="254"/>
                </a:lnTo>
                <a:lnTo>
                  <a:pt x="763" y="169"/>
                </a:lnTo>
                <a:lnTo>
                  <a:pt x="854" y="169"/>
                </a:lnTo>
                <a:lnTo>
                  <a:pt x="854" y="115"/>
                </a:lnTo>
                <a:lnTo>
                  <a:pt x="763" y="115"/>
                </a:lnTo>
                <a:lnTo>
                  <a:pt x="763" y="61"/>
                </a:lnTo>
                <a:close/>
                <a:moveTo>
                  <a:pt x="608" y="254"/>
                </a:moveTo>
                <a:lnTo>
                  <a:pt x="664" y="254"/>
                </a:lnTo>
                <a:lnTo>
                  <a:pt x="664" y="4"/>
                </a:lnTo>
                <a:lnTo>
                  <a:pt x="600" y="4"/>
                </a:lnTo>
                <a:lnTo>
                  <a:pt x="600" y="133"/>
                </a:lnTo>
                <a:lnTo>
                  <a:pt x="508" y="4"/>
                </a:lnTo>
                <a:lnTo>
                  <a:pt x="441" y="4"/>
                </a:lnTo>
                <a:lnTo>
                  <a:pt x="441" y="254"/>
                </a:lnTo>
                <a:lnTo>
                  <a:pt x="505" y="254"/>
                </a:lnTo>
                <a:lnTo>
                  <a:pt x="505" y="108"/>
                </a:lnTo>
                <a:lnTo>
                  <a:pt x="608" y="254"/>
                </a:lnTo>
                <a:close/>
                <a:moveTo>
                  <a:pt x="342" y="254"/>
                </a:moveTo>
                <a:lnTo>
                  <a:pt x="409" y="254"/>
                </a:lnTo>
                <a:lnTo>
                  <a:pt x="409" y="4"/>
                </a:lnTo>
                <a:lnTo>
                  <a:pt x="342" y="4"/>
                </a:lnTo>
                <a:lnTo>
                  <a:pt x="342" y="254"/>
                </a:lnTo>
                <a:close/>
                <a:moveTo>
                  <a:pt x="1134" y="128"/>
                </a:moveTo>
                <a:cubicBezTo>
                  <a:pt x="1134" y="19"/>
                  <a:pt x="1086" y="0"/>
                  <a:pt x="1011" y="0"/>
                </a:cubicBezTo>
                <a:cubicBezTo>
                  <a:pt x="936" y="0"/>
                  <a:pt x="888" y="19"/>
                  <a:pt x="888" y="129"/>
                </a:cubicBezTo>
                <a:cubicBezTo>
                  <a:pt x="888" y="239"/>
                  <a:pt x="936" y="258"/>
                  <a:pt x="1010" y="258"/>
                </a:cubicBezTo>
                <a:cubicBezTo>
                  <a:pt x="1085" y="258"/>
                  <a:pt x="1134" y="238"/>
                  <a:pt x="1134" y="128"/>
                </a:cubicBezTo>
                <a:close/>
                <a:moveTo>
                  <a:pt x="1064" y="139"/>
                </a:moveTo>
                <a:cubicBezTo>
                  <a:pt x="1064" y="186"/>
                  <a:pt x="1053" y="203"/>
                  <a:pt x="1011" y="203"/>
                </a:cubicBezTo>
                <a:cubicBezTo>
                  <a:pt x="970" y="203"/>
                  <a:pt x="957" y="185"/>
                  <a:pt x="957" y="138"/>
                </a:cubicBezTo>
                <a:lnTo>
                  <a:pt x="957" y="118"/>
                </a:lnTo>
                <a:cubicBezTo>
                  <a:pt x="957" y="71"/>
                  <a:pt x="969" y="56"/>
                  <a:pt x="1010" y="56"/>
                </a:cubicBezTo>
                <a:cubicBezTo>
                  <a:pt x="1052" y="56"/>
                  <a:pt x="1064" y="72"/>
                  <a:pt x="1064" y="119"/>
                </a:cubicBezTo>
                <a:lnTo>
                  <a:pt x="1064" y="139"/>
                </a:lnTo>
                <a:close/>
                <a:moveTo>
                  <a:pt x="223" y="254"/>
                </a:moveTo>
                <a:lnTo>
                  <a:pt x="292" y="4"/>
                </a:lnTo>
                <a:lnTo>
                  <a:pt x="70" y="4"/>
                </a:lnTo>
                <a:lnTo>
                  <a:pt x="0" y="254"/>
                </a:lnTo>
                <a:lnTo>
                  <a:pt x="223" y="25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2" name="Überschrift">
            <a:extLst>
              <a:ext uri="{FF2B5EF4-FFF2-40B4-BE49-F238E27FC236}">
                <a16:creationId xmlns:a16="http://schemas.microsoft.com/office/drawing/2014/main" id="{77FB4912-5143-46BD-AFDC-2D16014CC15C}"/>
              </a:ext>
            </a:extLst>
          </p:cNvPr>
          <p:cNvSpPr>
            <a:spLocks noGrp="1"/>
          </p:cNvSpPr>
          <p:nvPr userDrawn="1">
            <p:ph type="title"/>
          </p:nvPr>
        </p:nvSpPr>
        <p:spPr>
          <a:xfrm>
            <a:off x="539750" y="611187"/>
            <a:ext cx="6948488" cy="612000"/>
          </a:xfrm>
          <a:prstGeom prst="rect">
            <a:avLst/>
          </a:prstGeom>
        </p:spPr>
        <p:txBody>
          <a:bodyPr vert="horz" lIns="0" tIns="0" rIns="0" bIns="0" rtlCol="0" anchor="t" anchorCtr="0">
            <a:noAutofit/>
          </a:bodyPr>
          <a:lstStyle/>
          <a:p>
            <a:r>
              <a:rPr lang="de-DE" dirty="0"/>
              <a:t>Hier steht eine Überschrift</a:t>
            </a:r>
            <a:br>
              <a:rPr lang="de-DE" dirty="0"/>
            </a:br>
            <a:r>
              <a:rPr lang="de-DE" dirty="0"/>
              <a:t>Diese kann zweizeilig sein</a:t>
            </a:r>
          </a:p>
        </p:txBody>
      </p:sp>
      <p:sp>
        <p:nvSpPr>
          <p:cNvPr id="3" name="Text">
            <a:extLst>
              <a:ext uri="{FF2B5EF4-FFF2-40B4-BE49-F238E27FC236}">
                <a16:creationId xmlns:a16="http://schemas.microsoft.com/office/drawing/2014/main" id="{EE7B0853-D7B0-4E6A-9E5A-D4086C1FCE9F}"/>
              </a:ext>
            </a:extLst>
          </p:cNvPr>
          <p:cNvSpPr>
            <a:spLocks noGrp="1"/>
          </p:cNvSpPr>
          <p:nvPr userDrawn="1">
            <p:ph type="body" idx="1"/>
          </p:nvPr>
        </p:nvSpPr>
        <p:spPr>
          <a:xfrm>
            <a:off x="539750" y="1350963"/>
            <a:ext cx="6948488" cy="4445000"/>
          </a:xfrm>
          <a:prstGeom prst="rect">
            <a:avLst/>
          </a:prstGeom>
        </p:spPr>
        <p:txBody>
          <a:bodyPr vert="horz" lIns="0" tIns="0" rIns="0" bIns="0" rtlCol="0" anchor="t" anchorCtr="0">
            <a:noAutofit/>
          </a:body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grpSp>
        <p:nvGrpSpPr>
          <p:cNvPr id="24" name="Regieanweisung">
            <a:extLst>
              <a:ext uri="{FF2B5EF4-FFF2-40B4-BE49-F238E27FC236}">
                <a16:creationId xmlns:a16="http://schemas.microsoft.com/office/drawing/2014/main" id="{94E5171B-3B96-4087-9978-9393F7EE41E5}"/>
              </a:ext>
            </a:extLst>
          </p:cNvPr>
          <p:cNvGrpSpPr/>
          <p:nvPr userDrawn="1"/>
        </p:nvGrpSpPr>
        <p:grpSpPr>
          <a:xfrm>
            <a:off x="-2124000" y="-540003"/>
            <a:ext cx="15334578" cy="7632004"/>
            <a:chOff x="-2124000" y="-540003"/>
            <a:chExt cx="15334578" cy="7632004"/>
          </a:xfrm>
        </p:grpSpPr>
        <p:sp>
          <p:nvSpPr>
            <p:cNvPr id="25" name="Zurücksetzen">
              <a:extLst>
                <a:ext uri="{FF2B5EF4-FFF2-40B4-BE49-F238E27FC236}">
                  <a16:creationId xmlns:a16="http://schemas.microsoft.com/office/drawing/2014/main" id="{E093E455-976F-4329-851E-D0E30341139E}"/>
                </a:ext>
              </a:extLst>
            </p:cNvPr>
            <p:cNvSpPr txBox="1"/>
            <p:nvPr userDrawn="1"/>
          </p:nvSpPr>
          <p:spPr>
            <a:xfrm rot="10800000" flipH="1" flipV="1">
              <a:off x="5760244" y="-540003"/>
              <a:ext cx="5220493" cy="468003"/>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en-US" sz="1000" b="0" baseline="0" noProof="0" dirty="0">
                  <a:solidFill>
                    <a:schemeClr val="bg1"/>
                  </a:solidFill>
                  <a:latin typeface="+mn-lt"/>
                </a:rPr>
                <a:t>Reset slide to original format in the menu via:</a:t>
              </a:r>
            </a:p>
            <a:p>
              <a:pPr indent="0" algn="r">
                <a:lnSpc>
                  <a:spcPct val="100000"/>
                </a:lnSpc>
                <a:spcBef>
                  <a:spcPts val="0"/>
                </a:spcBef>
                <a:spcAft>
                  <a:spcPts val="0"/>
                </a:spcAft>
              </a:pPr>
              <a:r>
                <a:rPr lang="de-CH" sz="1000" b="1" baseline="0" dirty="0">
                  <a:solidFill>
                    <a:schemeClr val="bg1"/>
                  </a:solidFill>
                  <a:latin typeface="+mn-lt"/>
                </a:rPr>
                <a:t>Home &gt; </a:t>
              </a:r>
              <a:r>
                <a:rPr lang="en-US" sz="1000" b="1" baseline="0" noProof="0" dirty="0">
                  <a:solidFill>
                    <a:schemeClr val="bg1"/>
                  </a:solidFill>
                  <a:latin typeface="+mn-lt"/>
                </a:rPr>
                <a:t>Slides &gt; Reset</a:t>
              </a:r>
              <a:r>
                <a:rPr lang="en-US" sz="800" b="0" baseline="0" noProof="0" dirty="0">
                  <a:solidFill>
                    <a:schemeClr val="bg1"/>
                  </a:solidFill>
                  <a:latin typeface="+mn-lt"/>
                </a:rPr>
                <a:t> </a:t>
              </a:r>
              <a:r>
                <a:rPr lang="de-CH" sz="800" b="0" baseline="0" dirty="0">
                  <a:solidFill>
                    <a:schemeClr val="bg1">
                      <a:lumMod val="50000"/>
                      <a:lumOff val="50000"/>
                    </a:schemeClr>
                  </a:solidFill>
                  <a:latin typeface="+mn-lt"/>
                </a:rPr>
                <a:t>(Start &gt; Folien &gt; Zurücksetzen)</a:t>
              </a:r>
              <a:endParaRPr lang="de-CH" sz="1000" b="0" baseline="0" dirty="0">
                <a:solidFill>
                  <a:schemeClr val="bg1">
                    <a:lumMod val="50000"/>
                    <a:lumOff val="50000"/>
                  </a:schemeClr>
                </a:solidFill>
                <a:latin typeface="+mn-lt"/>
              </a:endParaRPr>
            </a:p>
          </p:txBody>
        </p:sp>
        <p:sp>
          <p:nvSpPr>
            <p:cNvPr id="43" name="Layoutwechsel">
              <a:extLst>
                <a:ext uri="{FF2B5EF4-FFF2-40B4-BE49-F238E27FC236}">
                  <a16:creationId xmlns:a16="http://schemas.microsoft.com/office/drawing/2014/main" id="{974384E5-2A91-4ED6-B9E7-0940A4A228F8}"/>
                </a:ext>
              </a:extLst>
            </p:cNvPr>
            <p:cNvSpPr txBox="1"/>
            <p:nvPr userDrawn="1"/>
          </p:nvSpPr>
          <p:spPr>
            <a:xfrm rot="10800000" flipH="1" flipV="1">
              <a:off x="-1690577" y="0"/>
              <a:ext cx="1582578" cy="611188"/>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en-US" sz="1000" b="0" baseline="0" dirty="0">
                  <a:solidFill>
                    <a:schemeClr val="bg1"/>
                  </a:solidFill>
                  <a:latin typeface="+mn-lt"/>
                </a:rPr>
                <a:t>Change the layout of a slide in the menu via</a:t>
              </a:r>
              <a:r>
                <a:rPr lang="de-CH" sz="1000" b="0" baseline="0" dirty="0">
                  <a:solidFill>
                    <a:schemeClr val="bg1"/>
                  </a:solidFill>
                  <a:latin typeface="+mn-lt"/>
                </a:rPr>
                <a:t>:</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1" i="0" baseline="0" noProof="0" dirty="0">
                  <a:solidFill>
                    <a:schemeClr val="bg1"/>
                  </a:solidFill>
                  <a:latin typeface="+mn-lt"/>
                </a:rPr>
                <a:t>Home &gt; Slides &gt; Layout</a:t>
              </a:r>
            </a:p>
            <a:p>
              <a:pPr marL="0" marR="0" lvl="0" indent="0" algn="r" defTabSz="2517235" rtl="0" eaLnBrk="1" fontAlgn="auto" latinLnBrk="0" hangingPunct="1">
                <a:lnSpc>
                  <a:spcPct val="100000"/>
                </a:lnSpc>
                <a:spcBef>
                  <a:spcPts val="0"/>
                </a:spcBef>
                <a:spcAft>
                  <a:spcPts val="0"/>
                </a:spcAft>
                <a:buClrTx/>
                <a:buSzTx/>
                <a:buFontTx/>
                <a:buNone/>
                <a:tabLst/>
                <a:defRPr/>
              </a:pPr>
              <a:r>
                <a:rPr lang="de-CH" sz="800" b="0" i="0" baseline="0" dirty="0">
                  <a:solidFill>
                    <a:schemeClr val="bg1">
                      <a:lumMod val="50000"/>
                      <a:lumOff val="50000"/>
                    </a:schemeClr>
                  </a:solidFill>
                  <a:latin typeface="+mn-lt"/>
                </a:rPr>
                <a:t>(Start &gt; Folien &gt; Layout)</a:t>
              </a:r>
            </a:p>
          </p:txBody>
        </p:sp>
        <p:sp>
          <p:nvSpPr>
            <p:cNvPr id="44" name="Text // Listenebene erhöhen">
              <a:extLst>
                <a:ext uri="{FF2B5EF4-FFF2-40B4-BE49-F238E27FC236}">
                  <a16:creationId xmlns:a16="http://schemas.microsoft.com/office/drawing/2014/main" id="{D56DF009-84B9-4499-BBBF-AE1BE2FCC734}"/>
                </a:ext>
              </a:extLst>
            </p:cNvPr>
            <p:cNvSpPr txBox="1"/>
            <p:nvPr userDrawn="1"/>
          </p:nvSpPr>
          <p:spPr>
            <a:xfrm>
              <a:off x="-1690578" y="2340000"/>
              <a:ext cx="952398" cy="252000"/>
            </a:xfrm>
            <a:prstGeom prst="rect">
              <a:avLst/>
            </a:prstGeom>
            <a:noFill/>
          </p:spPr>
          <p:txBody>
            <a:bodyPr wrap="square" lIns="0" tIns="0" rIns="0" bIns="0" rtlCol="0" anchor="ctr" anchorCtr="0">
              <a:noAutofit/>
            </a:body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bg1"/>
                  </a:solidFill>
                  <a:latin typeface="+mn-lt"/>
                </a:rPr>
                <a:t>Increase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bg1"/>
                  </a:solidFill>
                  <a:latin typeface="+mn-lt"/>
                </a:rPr>
                <a:t>List Level</a:t>
              </a:r>
              <a:endParaRPr lang="de-CH" sz="1000" b="0" i="0" baseline="0" dirty="0">
                <a:solidFill>
                  <a:schemeClr val="bg1"/>
                </a:solidFill>
                <a:latin typeface="+mn-lt"/>
              </a:endParaRPr>
            </a:p>
          </p:txBody>
        </p:sp>
        <p:sp>
          <p:nvSpPr>
            <p:cNvPr id="45" name="Text // Listenebene verringern">
              <a:extLst>
                <a:ext uri="{FF2B5EF4-FFF2-40B4-BE49-F238E27FC236}">
                  <a16:creationId xmlns:a16="http://schemas.microsoft.com/office/drawing/2014/main" id="{CC3F211B-6EB9-4C09-93E8-636878CDD3A5}"/>
                </a:ext>
              </a:extLst>
            </p:cNvPr>
            <p:cNvSpPr txBox="1"/>
            <p:nvPr userDrawn="1"/>
          </p:nvSpPr>
          <p:spPr>
            <a:xfrm>
              <a:off x="-1690578" y="2700000"/>
              <a:ext cx="952398" cy="252000"/>
            </a:xfrm>
            <a:prstGeom prst="rect">
              <a:avLst/>
            </a:prstGeom>
            <a:noFill/>
          </p:spPr>
          <p:txBody>
            <a:bodyPr wrap="square" lIns="0" tIns="0" rIns="0" bIns="0" rtlCol="0" anchor="ctr" anchorCtr="0">
              <a:noAutofit/>
            </a:body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bg1"/>
                  </a:solidFill>
                  <a:latin typeface="+mn-lt"/>
                </a:rPr>
                <a:t>Decrease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bg1"/>
                  </a:solidFill>
                  <a:latin typeface="+mn-lt"/>
                </a:rPr>
                <a:t>List Level</a:t>
              </a:r>
              <a:endParaRPr lang="de-CH" sz="1000" b="0" i="0" baseline="0" dirty="0">
                <a:solidFill>
                  <a:schemeClr val="bg1"/>
                </a:solidFill>
                <a:latin typeface="+mn-lt"/>
              </a:endParaRPr>
            </a:p>
          </p:txBody>
        </p:sp>
        <p:sp>
          <p:nvSpPr>
            <p:cNvPr id="46" name="Listenebenen">
              <a:extLst>
                <a:ext uri="{FF2B5EF4-FFF2-40B4-BE49-F238E27FC236}">
                  <a16:creationId xmlns:a16="http://schemas.microsoft.com/office/drawing/2014/main" id="{68F100D2-6907-4E7A-A67F-573464534CDD}"/>
                </a:ext>
              </a:extLst>
            </p:cNvPr>
            <p:cNvSpPr txBox="1"/>
            <p:nvPr userDrawn="1"/>
          </p:nvSpPr>
          <p:spPr>
            <a:xfrm rot="10800000" flipH="1" flipV="1">
              <a:off x="-2124000" y="1332000"/>
              <a:ext cx="2016000" cy="8651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dirty="0">
                  <a:solidFill>
                    <a:schemeClr val="bg1"/>
                  </a:solidFill>
                  <a:latin typeface="+mn-lt"/>
                </a:rPr>
                <a:t>Change the text list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dirty="0">
                  <a:solidFill>
                    <a:schemeClr val="bg1"/>
                  </a:solidFill>
                  <a:latin typeface="+mn-lt"/>
                </a:rPr>
                <a:t>in the menu via</a:t>
              </a:r>
              <a:r>
                <a:rPr lang="de-CH" sz="1000" b="0" baseline="0" dirty="0">
                  <a:solidFill>
                    <a:schemeClr val="bg1"/>
                  </a:solidFill>
                  <a:latin typeface="+mn-lt"/>
                </a:rPr>
                <a:t>: </a:t>
              </a:r>
              <a:br>
                <a:rPr lang="de-CH" sz="1000" b="0" baseline="0" dirty="0">
                  <a:solidFill>
                    <a:schemeClr val="bg1"/>
                  </a:solidFill>
                  <a:latin typeface="+mn-lt"/>
                </a:rPr>
              </a:br>
              <a:r>
                <a:rPr lang="en-US" sz="1000" b="1" baseline="0" noProof="0" dirty="0">
                  <a:solidFill>
                    <a:schemeClr val="bg1"/>
                  </a:solidFill>
                  <a:latin typeface="+mn-lt"/>
                </a:rPr>
                <a:t>Home &gt; Paragraph &gt; Increase/Decrease List Level</a:t>
              </a:r>
              <a:endParaRPr lang="en-US" sz="1000" b="0" baseline="0" noProof="0" dirty="0">
                <a:solidFill>
                  <a:schemeClr val="bg1"/>
                </a:solidFill>
                <a:latin typeface="+mn-lt"/>
              </a:endParaRPr>
            </a:p>
            <a:p>
              <a:pPr marL="0" marR="0" lvl="0" indent="0" algn="r" defTabSz="2517235" rtl="0" eaLnBrk="1" fontAlgn="auto" latinLnBrk="0" hangingPunct="1">
                <a:lnSpc>
                  <a:spcPct val="100000"/>
                </a:lnSpc>
                <a:spcBef>
                  <a:spcPts val="0"/>
                </a:spcBef>
                <a:spcAft>
                  <a:spcPts val="0"/>
                </a:spcAft>
                <a:buClrTx/>
                <a:buSzTx/>
                <a:buFontTx/>
                <a:buNone/>
                <a:tabLst/>
                <a:defRPr/>
              </a:pPr>
              <a:r>
                <a:rPr lang="de-CH" sz="800" b="0" baseline="0" dirty="0">
                  <a:solidFill>
                    <a:schemeClr val="bg1">
                      <a:lumMod val="50000"/>
                      <a:lumOff val="50000"/>
                    </a:schemeClr>
                  </a:solidFill>
                  <a:latin typeface="+mn-lt"/>
                </a:rPr>
                <a:t>(Start &gt; Absatz &gt; Listenebene erhöhen/verringern)</a:t>
              </a:r>
            </a:p>
          </p:txBody>
        </p:sp>
        <p:pic>
          <p:nvPicPr>
            <p:cNvPr id="47" name="Bild // Listenebene verringern">
              <a:extLst>
                <a:ext uri="{FF2B5EF4-FFF2-40B4-BE49-F238E27FC236}">
                  <a16:creationId xmlns:a16="http://schemas.microsoft.com/office/drawing/2014/main" id="{416826AD-246A-4648-8285-7174B0BA658F}"/>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652320" y="2700000"/>
              <a:ext cx="544320" cy="252000"/>
            </a:xfrm>
            <a:prstGeom prst="rect">
              <a:avLst/>
            </a:prstGeom>
          </p:spPr>
        </p:pic>
        <p:pic>
          <p:nvPicPr>
            <p:cNvPr id="48" name="Bild // Listenebene erhöhen">
              <a:extLst>
                <a:ext uri="{FF2B5EF4-FFF2-40B4-BE49-F238E27FC236}">
                  <a16:creationId xmlns:a16="http://schemas.microsoft.com/office/drawing/2014/main" id="{9A168A30-FB79-44FC-B4C1-68CAC0E85850}"/>
                </a:ext>
              </a:extLst>
            </p:cNvPr>
            <p:cNvPicPr>
              <a:picLocks noChangeAspect="1"/>
            </p:cNvPicPr>
            <p:nvPr userDrawn="1"/>
          </p:nvPicPr>
          <p:blipFill>
            <a:blip r:embed="rId12">
              <a:extLst>
                <a:ext uri="{28A0092B-C50C-407E-A947-70E740481C1C}">
                  <a14:useLocalDpi xmlns:a14="http://schemas.microsoft.com/office/drawing/2010/main"/>
                </a:ext>
              </a:extLst>
            </a:blip>
            <a:stretch>
              <a:fillRect/>
            </a:stretch>
          </p:blipFill>
          <p:spPr>
            <a:xfrm>
              <a:off x="-652320" y="2340000"/>
              <a:ext cx="544320" cy="252000"/>
            </a:xfrm>
            <a:prstGeom prst="rect">
              <a:avLst/>
            </a:prstGeom>
          </p:spPr>
        </p:pic>
        <p:sp>
          <p:nvSpPr>
            <p:cNvPr id="49" name="Hilfslinien">
              <a:extLst>
                <a:ext uri="{FF2B5EF4-FFF2-40B4-BE49-F238E27FC236}">
                  <a16:creationId xmlns:a16="http://schemas.microsoft.com/office/drawing/2014/main" id="{7E4C87FF-37AF-48CF-B8F3-FA41ADE09B1A}"/>
                </a:ext>
              </a:extLst>
            </p:cNvPr>
            <p:cNvSpPr txBox="1"/>
            <p:nvPr userDrawn="1"/>
          </p:nvSpPr>
          <p:spPr>
            <a:xfrm rot="10800000" flipH="1" flipV="1">
              <a:off x="539750" y="-540002"/>
              <a:ext cx="6948487" cy="468001"/>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2871412" rtl="0" eaLnBrk="1" fontAlgn="auto" latinLnBrk="0" hangingPunct="1">
                <a:lnSpc>
                  <a:spcPct val="100000"/>
                </a:lnSpc>
                <a:spcBef>
                  <a:spcPts val="0"/>
                </a:spcBef>
                <a:spcAft>
                  <a:spcPts val="0"/>
                </a:spcAft>
                <a:buClrTx/>
                <a:buSzTx/>
                <a:buFontTx/>
                <a:buNone/>
                <a:tabLst/>
                <a:defRPr/>
              </a:pPr>
              <a:r>
                <a:rPr kumimoji="0" lang="de-CH" sz="1000" b="0" i="0" u="none" strike="noStrike" kern="1200" cap="none" spc="0" normalizeH="0" baseline="0" noProof="0" dirty="0">
                  <a:ln>
                    <a:noFill/>
                  </a:ln>
                  <a:solidFill>
                    <a:schemeClr val="bg1"/>
                  </a:solidFill>
                  <a:effectLst/>
                  <a:uLnTx/>
                  <a:uFillTx/>
                  <a:latin typeface="+mn-lt"/>
                  <a:ea typeface="+mn-ea"/>
                  <a:cs typeface="+mn-cs"/>
                </a:rPr>
                <a:t>Show </a:t>
              </a:r>
              <a:r>
                <a:rPr kumimoji="0" lang="en-US" sz="1000" b="0" i="0" u="none" strike="noStrike" kern="1200" cap="none" spc="0" normalizeH="0" baseline="0" noProof="0" dirty="0">
                  <a:ln>
                    <a:noFill/>
                  </a:ln>
                  <a:solidFill>
                    <a:schemeClr val="bg1"/>
                  </a:solidFill>
                  <a:effectLst/>
                  <a:uLnTx/>
                  <a:uFillTx/>
                  <a:latin typeface="+mn-lt"/>
                  <a:ea typeface="+mn-ea"/>
                  <a:cs typeface="+mn-cs"/>
                </a:rPr>
                <a:t>guidelines </a:t>
              </a:r>
              <a:r>
                <a:rPr lang="en-US" sz="1000" b="0" baseline="0" noProof="0" dirty="0">
                  <a:solidFill>
                    <a:schemeClr val="bg1"/>
                  </a:solidFill>
                  <a:latin typeface="+mn-lt"/>
                </a:rPr>
                <a:t>in the menu via</a:t>
              </a:r>
              <a:r>
                <a:rPr kumimoji="0" lang="de-CH" sz="1000" b="0" i="0" u="none" strike="noStrike" kern="1200" cap="none" spc="0" normalizeH="0" baseline="0" noProof="0" dirty="0">
                  <a:ln>
                    <a:noFill/>
                  </a:ln>
                  <a:solidFill>
                    <a:schemeClr val="bg1"/>
                  </a:solidFill>
                  <a:effectLst/>
                  <a:uLnTx/>
                  <a:uFillTx/>
                  <a:latin typeface="+mn-lt"/>
                  <a:ea typeface="+mn-ea"/>
                  <a:cs typeface="+mn-cs"/>
                </a:rPr>
                <a:t>: </a:t>
              </a:r>
              <a:br>
                <a:rPr kumimoji="0" lang="de-CH" sz="1000" b="0" i="0" u="none" strike="noStrike" kern="1200" cap="none" spc="0" normalizeH="0" baseline="0" noProof="0" dirty="0">
                  <a:ln>
                    <a:noFill/>
                  </a:ln>
                  <a:solidFill>
                    <a:schemeClr val="bg1"/>
                  </a:solidFill>
                  <a:effectLst/>
                  <a:uLnTx/>
                  <a:uFillTx/>
                  <a:latin typeface="+mn-lt"/>
                  <a:ea typeface="+mn-ea"/>
                  <a:cs typeface="+mn-cs"/>
                </a:rPr>
              </a:br>
              <a:r>
                <a:rPr kumimoji="0" lang="en-US" sz="1000" b="1" i="0" u="none" strike="noStrike" kern="1200" cap="none" spc="0" normalizeH="0" baseline="0" noProof="0" dirty="0">
                  <a:ln>
                    <a:noFill/>
                  </a:ln>
                  <a:solidFill>
                    <a:schemeClr val="bg1"/>
                  </a:solidFill>
                  <a:effectLst/>
                  <a:uLnTx/>
                  <a:uFillTx/>
                  <a:latin typeface="+mn-lt"/>
                  <a:ea typeface="+mn-ea"/>
                  <a:cs typeface="+mn-cs"/>
                </a:rPr>
                <a:t>View &gt; Show &gt; </a:t>
              </a:r>
              <a:r>
                <a:rPr kumimoji="0" lang="en-US" sz="1000" b="0" i="0" u="none" strike="noStrike" kern="1200" cap="none" spc="0" normalizeH="0" baseline="0" noProof="0" dirty="0">
                  <a:ln>
                    <a:noFill/>
                  </a:ln>
                  <a:solidFill>
                    <a:schemeClr val="bg1"/>
                  </a:solidFill>
                  <a:effectLst/>
                  <a:uLnTx/>
                  <a:uFillTx/>
                  <a:latin typeface="+mn-lt"/>
                  <a:ea typeface="+mn-ea"/>
                  <a:cs typeface="+mn-cs"/>
                </a:rPr>
                <a:t>Set checkbox for </a:t>
              </a:r>
              <a:r>
                <a:rPr kumimoji="0" lang="en-US" sz="1000" b="1" i="0" u="none" strike="noStrike" kern="1200" cap="none" spc="0" normalizeH="0" baseline="0" noProof="0" dirty="0">
                  <a:ln>
                    <a:noFill/>
                  </a:ln>
                  <a:solidFill>
                    <a:schemeClr val="bg1"/>
                  </a:solidFill>
                  <a:effectLst/>
                  <a:uLnTx/>
                  <a:uFillTx/>
                  <a:latin typeface="+mn-lt"/>
                  <a:ea typeface="+mn-ea"/>
                  <a:cs typeface="+mn-cs"/>
                </a:rPr>
                <a:t>Guides </a:t>
              </a:r>
              <a:r>
                <a:rPr kumimoji="0" lang="de-CH" sz="800" b="0" i="0" u="none" strike="noStrike" kern="1200" cap="none" spc="0" normalizeH="0" baseline="0" noProof="0" dirty="0">
                  <a:ln>
                    <a:noFill/>
                  </a:ln>
                  <a:solidFill>
                    <a:schemeClr val="bg1">
                      <a:lumMod val="50000"/>
                      <a:lumOff val="50000"/>
                    </a:schemeClr>
                  </a:solidFill>
                  <a:effectLst/>
                  <a:uLnTx/>
                  <a:uFillTx/>
                  <a:latin typeface="+mn-lt"/>
                  <a:ea typeface="+mn-ea"/>
                  <a:cs typeface="+mn-cs"/>
                </a:rPr>
                <a:t>(Ansicht &gt; Anzeigen &gt; Haken bei Führungslinien setzen)</a:t>
              </a:r>
            </a:p>
          </p:txBody>
        </p:sp>
        <p:sp>
          <p:nvSpPr>
            <p:cNvPr id="50" name="Rhomboiden">
              <a:extLst>
                <a:ext uri="{FF2B5EF4-FFF2-40B4-BE49-F238E27FC236}">
                  <a16:creationId xmlns:a16="http://schemas.microsoft.com/office/drawing/2014/main" id="{64B9447F-3F84-4EE0-8A2B-C34AD1217B05}"/>
                </a:ext>
              </a:extLst>
            </p:cNvPr>
            <p:cNvSpPr txBox="1"/>
            <p:nvPr userDrawn="1"/>
          </p:nvSpPr>
          <p:spPr>
            <a:xfrm rot="10800000" flipH="1" flipV="1">
              <a:off x="11628000" y="1512000"/>
              <a:ext cx="1582578" cy="9720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en-US" sz="1000" b="0" baseline="0" noProof="0" dirty="0">
                  <a:solidFill>
                    <a:schemeClr val="bg1"/>
                  </a:solidFill>
                  <a:latin typeface="+mn-lt"/>
                </a:rPr>
                <a:t>Note on the rhomboids</a:t>
              </a:r>
              <a:r>
                <a:rPr lang="de-CH" sz="1000" b="0" baseline="0" dirty="0">
                  <a:solidFill>
                    <a:schemeClr val="bg1"/>
                  </a:solidFill>
                  <a:latin typeface="+mn-lt"/>
                </a:rPr>
                <a:t>:</a:t>
              </a:r>
            </a:p>
            <a:p>
              <a:pPr indent="0" algn="l">
                <a:lnSpc>
                  <a:spcPct val="100000"/>
                </a:lnSpc>
                <a:spcBef>
                  <a:spcPts val="0"/>
                </a:spcBef>
                <a:spcAft>
                  <a:spcPts val="0"/>
                </a:spcAft>
              </a:pPr>
              <a:r>
                <a:rPr lang="en-US" sz="1000" b="1" baseline="0" dirty="0">
                  <a:solidFill>
                    <a:schemeClr val="bg1"/>
                  </a:solidFill>
                  <a:latin typeface="+mn-lt"/>
                </a:rPr>
                <a:t>They are stacked from </a:t>
              </a:r>
            </a:p>
            <a:p>
              <a:pPr indent="0" algn="l">
                <a:lnSpc>
                  <a:spcPct val="100000"/>
                </a:lnSpc>
                <a:spcBef>
                  <a:spcPts val="0"/>
                </a:spcBef>
                <a:spcAft>
                  <a:spcPts val="0"/>
                </a:spcAft>
              </a:pPr>
              <a:r>
                <a:rPr lang="en-US" sz="1000" b="1" baseline="0" dirty="0">
                  <a:solidFill>
                    <a:schemeClr val="bg1"/>
                  </a:solidFill>
                  <a:latin typeface="+mn-lt"/>
                </a:rPr>
                <a:t>right to left and from </a:t>
              </a:r>
            </a:p>
            <a:p>
              <a:pPr indent="0" algn="l">
                <a:lnSpc>
                  <a:spcPct val="100000"/>
                </a:lnSpc>
                <a:spcBef>
                  <a:spcPts val="0"/>
                </a:spcBef>
                <a:spcAft>
                  <a:spcPts val="0"/>
                </a:spcAft>
              </a:pPr>
              <a:r>
                <a:rPr lang="en-US" sz="1000" b="1" baseline="0" dirty="0">
                  <a:solidFill>
                    <a:schemeClr val="bg1"/>
                  </a:solidFill>
                  <a:latin typeface="+mn-lt"/>
                </a:rPr>
                <a:t>top to bottom.</a:t>
              </a:r>
            </a:p>
            <a:p>
              <a:pPr indent="0" algn="l">
                <a:lnSpc>
                  <a:spcPct val="100000"/>
                </a:lnSpc>
                <a:spcBef>
                  <a:spcPts val="0"/>
                </a:spcBef>
                <a:spcAft>
                  <a:spcPts val="0"/>
                </a:spcAft>
              </a:pPr>
              <a:endParaRPr lang="en-US" sz="1000" b="1" baseline="0" dirty="0">
                <a:solidFill>
                  <a:schemeClr val="bg1"/>
                </a:solidFill>
                <a:latin typeface="+mn-lt"/>
              </a:endParaRPr>
            </a:p>
          </p:txBody>
        </p:sp>
        <p:sp>
          <p:nvSpPr>
            <p:cNvPr id="51" name="Fußzeile">
              <a:extLst>
                <a:ext uri="{FF2B5EF4-FFF2-40B4-BE49-F238E27FC236}">
                  <a16:creationId xmlns:a16="http://schemas.microsoft.com/office/drawing/2014/main" id="{05537F69-E9AB-46C5-9503-5D22F02EA3C8}"/>
                </a:ext>
              </a:extLst>
            </p:cNvPr>
            <p:cNvSpPr txBox="1"/>
            <p:nvPr userDrawn="1"/>
          </p:nvSpPr>
          <p:spPr>
            <a:xfrm rot="10800000" flipH="1" flipV="1">
              <a:off x="539750" y="6624000"/>
              <a:ext cx="5220494" cy="468001"/>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2871412" rtl="0" eaLnBrk="1" fontAlgn="auto" latinLnBrk="0" hangingPunct="1">
                <a:lnSpc>
                  <a:spcPct val="100000"/>
                </a:lnSpc>
                <a:spcBef>
                  <a:spcPts val="0"/>
                </a:spcBef>
                <a:spcAft>
                  <a:spcPts val="0"/>
                </a:spcAft>
                <a:buClrTx/>
                <a:buSzTx/>
                <a:buFontTx/>
                <a:buNone/>
                <a:tabLst/>
                <a:defRPr/>
              </a:pPr>
              <a:r>
                <a:rPr kumimoji="0" lang="de-CH" sz="1000" b="0" i="0" u="none" strike="noStrike" kern="1200" cap="none" spc="0" normalizeH="0" baseline="0" noProof="0" dirty="0">
                  <a:ln>
                    <a:noFill/>
                  </a:ln>
                  <a:solidFill>
                    <a:schemeClr val="bg1"/>
                  </a:solidFill>
                  <a:effectLst/>
                  <a:uLnTx/>
                  <a:uFillTx/>
                  <a:latin typeface="+mn-lt"/>
                  <a:ea typeface="+mn-ea"/>
                  <a:cs typeface="+mn-cs"/>
                </a:rPr>
                <a:t>Insert </a:t>
              </a:r>
              <a:r>
                <a:rPr kumimoji="0" lang="en-US" sz="1000" b="0" i="0" u="none" strike="noStrike" kern="1200" cap="none" spc="0" normalizeH="0" baseline="0" noProof="0" dirty="0">
                  <a:ln>
                    <a:noFill/>
                  </a:ln>
                  <a:solidFill>
                    <a:schemeClr val="bg1"/>
                  </a:solidFill>
                  <a:effectLst/>
                  <a:uLnTx/>
                  <a:uFillTx/>
                  <a:latin typeface="+mn-lt"/>
                  <a:ea typeface="+mn-ea"/>
                  <a:cs typeface="+mn-cs"/>
                </a:rPr>
                <a:t>footer</a:t>
              </a:r>
              <a:r>
                <a:rPr kumimoji="0" lang="de-CH" sz="1000" b="0" i="0" u="none" strike="noStrike" kern="1200" cap="none" spc="0" normalizeH="0" baseline="0" noProof="0" dirty="0">
                  <a:ln>
                    <a:noFill/>
                  </a:ln>
                  <a:solidFill>
                    <a:schemeClr val="bg1"/>
                  </a:solidFill>
                  <a:effectLst/>
                  <a:uLnTx/>
                  <a:uFillTx/>
                  <a:latin typeface="+mn-lt"/>
                  <a:ea typeface="+mn-ea"/>
                  <a:cs typeface="+mn-cs"/>
                </a:rPr>
                <a:t> </a:t>
              </a:r>
              <a:r>
                <a:rPr lang="en-US" sz="1000" b="0" baseline="0" noProof="0" dirty="0">
                  <a:solidFill>
                    <a:schemeClr val="bg1"/>
                  </a:solidFill>
                  <a:latin typeface="+mn-lt"/>
                </a:rPr>
                <a:t>in the menu via</a:t>
              </a:r>
              <a:r>
                <a:rPr kumimoji="0" lang="de-CH" sz="1000" b="0" i="0" u="none" strike="noStrike" kern="1200" cap="none" spc="0" normalizeH="0" baseline="0" noProof="0" dirty="0">
                  <a:ln>
                    <a:noFill/>
                  </a:ln>
                  <a:solidFill>
                    <a:schemeClr val="bg1"/>
                  </a:solidFill>
                  <a:effectLst/>
                  <a:uLnTx/>
                  <a:uFillTx/>
                  <a:latin typeface="+mn-lt"/>
                  <a:ea typeface="+mn-ea"/>
                  <a:cs typeface="+mn-cs"/>
                </a:rPr>
                <a:t>: </a:t>
              </a:r>
              <a:br>
                <a:rPr kumimoji="0" lang="de-CH" sz="1000" b="0" i="0" u="none" strike="noStrike" kern="1200" cap="none" spc="0" normalizeH="0" baseline="0" noProof="0" dirty="0">
                  <a:ln>
                    <a:noFill/>
                  </a:ln>
                  <a:solidFill>
                    <a:schemeClr val="bg1"/>
                  </a:solidFill>
                  <a:effectLst/>
                  <a:uLnTx/>
                  <a:uFillTx/>
                  <a:latin typeface="+mn-lt"/>
                  <a:ea typeface="+mn-ea"/>
                  <a:cs typeface="+mn-cs"/>
                </a:rPr>
              </a:br>
              <a:r>
                <a:rPr kumimoji="0" lang="de-CH" sz="1000" b="1" i="0" u="none" strike="noStrike" kern="1200" cap="none" spc="0" normalizeH="0" baseline="0" noProof="0" dirty="0">
                  <a:ln>
                    <a:noFill/>
                  </a:ln>
                  <a:solidFill>
                    <a:schemeClr val="bg1"/>
                  </a:solidFill>
                  <a:effectLst/>
                  <a:uLnTx/>
                  <a:uFillTx/>
                  <a:latin typeface="+mn-lt"/>
                  <a:ea typeface="+mn-ea"/>
                  <a:cs typeface="+mn-cs"/>
                </a:rPr>
                <a:t>Insert &gt; Text &gt; Header &amp; Footer </a:t>
              </a:r>
              <a:r>
                <a:rPr kumimoji="0" lang="de-CH" sz="800" b="0" i="0" u="none" strike="noStrike" kern="1200" cap="none" spc="0" normalizeH="0" baseline="0" noProof="0" dirty="0">
                  <a:ln>
                    <a:noFill/>
                  </a:ln>
                  <a:solidFill>
                    <a:schemeClr val="bg1">
                      <a:lumMod val="50000"/>
                      <a:lumOff val="50000"/>
                    </a:schemeClr>
                  </a:solidFill>
                  <a:effectLst/>
                  <a:uLnTx/>
                  <a:uFillTx/>
                  <a:latin typeface="+mn-lt"/>
                  <a:ea typeface="+mn-ea"/>
                  <a:cs typeface="+mn-cs"/>
                </a:rPr>
                <a:t>(Einfügen &gt; Text &gt; Kopf- und Fußzeile)</a:t>
              </a:r>
              <a:endParaRPr kumimoji="0" lang="de-CH" sz="1000" b="0" i="0" u="none" strike="noStrike" kern="1200" cap="none" spc="0" normalizeH="0" baseline="0" noProof="0" dirty="0">
                <a:ln>
                  <a:noFill/>
                </a:ln>
                <a:solidFill>
                  <a:schemeClr val="bg1">
                    <a:lumMod val="50000"/>
                    <a:lumOff val="50000"/>
                  </a:schemeClr>
                </a:solidFill>
                <a:effectLst/>
                <a:uLnTx/>
                <a:uFillTx/>
                <a:latin typeface="+mn-lt"/>
                <a:ea typeface="+mn-ea"/>
                <a:cs typeface="+mn-cs"/>
              </a:endParaRPr>
            </a:p>
          </p:txBody>
        </p:sp>
      </p:grpSp>
      <p:sp>
        <p:nvSpPr>
          <p:cNvPr id="21" name="Datum">
            <a:extLst>
              <a:ext uri="{FF2B5EF4-FFF2-40B4-BE49-F238E27FC236}">
                <a16:creationId xmlns:a16="http://schemas.microsoft.com/office/drawing/2014/main" id="{BF7F80CD-D41C-40BC-9F8F-5A020C9C6DB2}"/>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C0338D66-856A-42C2-9E89-2A30E4EE082B}" type="datetime1">
              <a:rPr lang="de-DE" smtClean="0"/>
              <a:t>15.03.2024</a:t>
            </a:fld>
            <a:endParaRPr lang="de-DE" sz="1000" dirty="0"/>
          </a:p>
        </p:txBody>
      </p:sp>
      <p:sp>
        <p:nvSpPr>
          <p:cNvPr id="22" name="Fußzeile">
            <a:extLst>
              <a:ext uri="{FF2B5EF4-FFF2-40B4-BE49-F238E27FC236}">
                <a16:creationId xmlns:a16="http://schemas.microsoft.com/office/drawing/2014/main" id="{DE58427E-8A14-45BE-9FCA-542AB9207CA6}"/>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23" name="Foliennummer">
            <a:extLst>
              <a:ext uri="{FF2B5EF4-FFF2-40B4-BE49-F238E27FC236}">
                <a16:creationId xmlns:a16="http://schemas.microsoft.com/office/drawing/2014/main" id="{F781C148-B989-4AFF-8028-982B9B1856AF}"/>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5777173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6" r:id="rId5"/>
    <p:sldLayoutId id="2147483674" r:id="rId6"/>
    <p:sldLayoutId id="2147483670" r:id="rId7"/>
    <p:sldLayoutId id="2147483671" r:id="rId8"/>
    <p:sldLayoutId id="2147483672" r:id="rId9"/>
  </p:sldLayoutIdLst>
  <p:hf sldNum="0" hdr="0" ftr="0" dt="0"/>
  <p:txStyles>
    <p:titleStyle>
      <a:lvl1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j-lt"/>
          <a:ea typeface="+mj-ea"/>
          <a:cs typeface="+mj-cs"/>
        </a:defRPr>
      </a:lvl1pPr>
    </p:titleStyle>
    <p:bodyStyle>
      <a:lvl1pPr marL="0" indent="0" algn="l" defTabSz="864017" rtl="0" eaLnBrk="1" latinLnBrk="0" hangingPunct="1">
        <a:lnSpc>
          <a:spcPct val="100000"/>
        </a:lnSpc>
        <a:spcBef>
          <a:spcPts val="0"/>
        </a:spcBef>
        <a:buFont typeface="Arial" panose="020B0604020202020204" pitchFamily="34" charset="0"/>
        <a:buNone/>
        <a:defRPr sz="1800" b="1" kern="1200" spc="-20" baseline="0">
          <a:solidFill>
            <a:schemeClr val="tx1"/>
          </a:solidFill>
          <a:latin typeface="+mn-lt"/>
          <a:ea typeface="+mn-ea"/>
          <a:cs typeface="+mn-cs"/>
        </a:defRPr>
      </a:lvl1pPr>
      <a:lvl2pPr marL="126000" indent="-126000" algn="l" defTabSz="864017" rtl="0" eaLnBrk="1" latinLnBrk="0" hangingPunct="1">
        <a:lnSpc>
          <a:spcPct val="100000"/>
        </a:lnSpc>
        <a:spcBef>
          <a:spcPts val="1000"/>
        </a:spcBef>
        <a:buFont typeface="Arial" panose="020B0604020202020204" pitchFamily="34" charset="0"/>
        <a:buChar char="▪"/>
        <a:defRPr sz="1800" b="1" kern="1200" spc="-20" baseline="0">
          <a:solidFill>
            <a:schemeClr val="tx1"/>
          </a:solidFill>
          <a:latin typeface="+mn-lt"/>
          <a:ea typeface="+mn-ea"/>
          <a:cs typeface="+mn-cs"/>
        </a:defRPr>
      </a:lvl2pPr>
      <a:lvl3pPr marL="252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3pPr>
      <a:lvl4pPr marL="378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4pPr>
      <a:lvl5pPr marL="12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5pPr>
      <a:lvl6pPr marL="396000" indent="-396000" algn="l" defTabSz="864017" rtl="0" eaLnBrk="1" latinLnBrk="0" hangingPunct="1">
        <a:lnSpc>
          <a:spcPct val="100000"/>
        </a:lnSpc>
        <a:spcBef>
          <a:spcPts val="1000"/>
        </a:spcBef>
        <a:buFont typeface="+mj-lt"/>
        <a:buAutoNum type="arabicPeriod"/>
        <a:defRPr sz="1800" kern="1200" spc="-20" baseline="0">
          <a:solidFill>
            <a:schemeClr val="tx1"/>
          </a:solidFill>
          <a:latin typeface="+mn-lt"/>
          <a:ea typeface="+mn-ea"/>
          <a:cs typeface="+mn-cs"/>
        </a:defRPr>
      </a:lvl6pPr>
      <a:lvl7pPr marL="39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7pPr>
      <a:lvl8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8pPr>
      <a:lvl9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9pPr>
    </p:bodyStyle>
    <p:otherStyle>
      <a:defPPr>
        <a:defRPr lang="de-DE"/>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4" descr="Ein Bild, das Text, Himmel, Gras, draußen enthält.&#10;&#10;Automatisch generierte Beschreibung">
            <a:extLst>
              <a:ext uri="{FF2B5EF4-FFF2-40B4-BE49-F238E27FC236}">
                <a16:creationId xmlns:a16="http://schemas.microsoft.com/office/drawing/2014/main" id="{86F475B0-CC8D-57C9-05A2-420219D8564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80" r="80"/>
          <a:stretch>
            <a:fillRect/>
          </a:stretch>
        </p:blipFill>
        <p:spPr>
          <a:xfrm>
            <a:off x="-1" y="-1"/>
            <a:ext cx="11520489" cy="6480175"/>
          </a:xfrm>
        </p:spPr>
      </p:pic>
      <p:sp>
        <p:nvSpPr>
          <p:cNvPr id="3" name="Vertikaler Textplatzhalter 6">
            <a:extLst>
              <a:ext uri="{FF2B5EF4-FFF2-40B4-BE49-F238E27FC236}">
                <a16:creationId xmlns:a16="http://schemas.microsoft.com/office/drawing/2014/main" id="{A62DB614-97F7-6C39-2B33-FA98899283D8}"/>
              </a:ext>
            </a:extLst>
          </p:cNvPr>
          <p:cNvSpPr txBox="1">
            <a:spLocks/>
          </p:cNvSpPr>
          <p:nvPr/>
        </p:nvSpPr>
        <p:spPr>
          <a:xfrm>
            <a:off x="539748" y="5762625"/>
            <a:ext cx="9170693" cy="620139"/>
          </a:xfrm>
          <a:prstGeom prst="rect">
            <a:avLst/>
          </a:prstGeom>
        </p:spPr>
        <p:txBody>
          <a:bodyPr/>
          <a:lstStyle>
            <a:lvl1pPr marL="0" indent="0" algn="l" defTabSz="864017" rtl="0" eaLnBrk="1" latinLnBrk="0" hangingPunct="1">
              <a:lnSpc>
                <a:spcPct val="100000"/>
              </a:lnSpc>
              <a:spcBef>
                <a:spcPts val="0"/>
              </a:spcBef>
              <a:buFont typeface="Arial" panose="020B0604020202020204" pitchFamily="34" charset="0"/>
              <a:buNone/>
              <a:defRPr sz="1800" b="1" kern="1200" spc="-20" baseline="0">
                <a:solidFill>
                  <a:schemeClr val="tx1"/>
                </a:solidFill>
                <a:latin typeface="+mn-lt"/>
                <a:ea typeface="+mn-ea"/>
                <a:cs typeface="+mn-cs"/>
              </a:defRPr>
            </a:lvl1pPr>
            <a:lvl2pPr marL="126000" indent="-126000" algn="l" defTabSz="864017" rtl="0" eaLnBrk="1" latinLnBrk="0" hangingPunct="1">
              <a:lnSpc>
                <a:spcPct val="100000"/>
              </a:lnSpc>
              <a:spcBef>
                <a:spcPts val="1000"/>
              </a:spcBef>
              <a:buFont typeface="Arial" panose="020B0604020202020204" pitchFamily="34" charset="0"/>
              <a:buChar char="▪"/>
              <a:defRPr sz="1800" b="1" kern="1200" spc="-20" baseline="0">
                <a:solidFill>
                  <a:schemeClr val="tx1"/>
                </a:solidFill>
                <a:latin typeface="+mn-lt"/>
                <a:ea typeface="+mn-ea"/>
                <a:cs typeface="+mn-cs"/>
              </a:defRPr>
            </a:lvl2pPr>
            <a:lvl3pPr marL="252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3pPr>
            <a:lvl4pPr marL="378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4pPr>
            <a:lvl5pPr marL="12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5pPr>
            <a:lvl6pPr marL="396000" indent="-396000" algn="l" defTabSz="864017" rtl="0" eaLnBrk="1" latinLnBrk="0" hangingPunct="1">
              <a:lnSpc>
                <a:spcPct val="100000"/>
              </a:lnSpc>
              <a:spcBef>
                <a:spcPts val="1000"/>
              </a:spcBef>
              <a:buFont typeface="+mj-lt"/>
              <a:buAutoNum type="arabicPeriod"/>
              <a:defRPr sz="1800" kern="1200" spc="-20" baseline="0">
                <a:solidFill>
                  <a:schemeClr val="tx1"/>
                </a:solidFill>
                <a:latin typeface="+mn-lt"/>
                <a:ea typeface="+mn-ea"/>
                <a:cs typeface="+mn-cs"/>
              </a:defRPr>
            </a:lvl6pPr>
            <a:lvl7pPr marL="39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7pPr>
            <a:lvl8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8pPr>
            <a:lvl9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9pPr>
          </a:lstStyle>
          <a:p>
            <a:r>
              <a:rPr lang="en-US" sz="900" dirty="0">
                <a:solidFill>
                  <a:schemeClr val="bg1"/>
                </a:solidFill>
              </a:rPr>
              <a:t>Privacy Notice: This document and its content is the absolute property of INFORM GmbH and/or its subcontractors. The reproduction, distribution and utilization of this document as well as the communication of its contents to others without express authorization is prohibited. Offenders will be held liable for the payment of damages. All rights reserved in the event of the grant of a patent, utility model or design.</a:t>
            </a:r>
            <a:endParaRPr lang="de-DE" sz="900" dirty="0">
              <a:solidFill>
                <a:schemeClr val="bg1"/>
              </a:solidFill>
            </a:endParaRPr>
          </a:p>
        </p:txBody>
      </p:sp>
      <p:sp>
        <p:nvSpPr>
          <p:cNvPr id="9" name="Rechteck 8">
            <a:extLst>
              <a:ext uri="{FF2B5EF4-FFF2-40B4-BE49-F238E27FC236}">
                <a16:creationId xmlns:a16="http://schemas.microsoft.com/office/drawing/2014/main" id="{1CACF739-156B-4C1C-ABA6-05233C3B1AC3}"/>
              </a:ext>
            </a:extLst>
          </p:cNvPr>
          <p:cNvSpPr/>
          <p:nvPr/>
        </p:nvSpPr>
        <p:spPr>
          <a:xfrm>
            <a:off x="434499" y="1021191"/>
            <a:ext cx="5759362" cy="1477328"/>
          </a:xfrm>
          <a:prstGeom prst="rect">
            <a:avLst/>
          </a:prstGeom>
        </p:spPr>
        <p:txBody>
          <a:bodyPr lIns="91440" tIns="45720" rIns="91440" bIns="45720" anchor="t">
            <a:spAutoFit/>
          </a:bodyPr>
          <a:lstStyle/>
          <a:p>
            <a:r>
              <a:rPr lang="en-US" sz="3000" spc="-20" dirty="0">
                <a:solidFill>
                  <a:schemeClr val="bg1"/>
                </a:solidFill>
                <a:latin typeface="Arial Black"/>
                <a:ea typeface="+mj-ea"/>
                <a:cs typeface="+mj-cs"/>
              </a:rPr>
              <a:t>MIXOR Optimization Examples for Break Schedules</a:t>
            </a:r>
            <a:r>
              <a:rPr lang="de-DE" sz="1800" spc="-20" dirty="0">
                <a:solidFill>
                  <a:schemeClr val="bg1"/>
                </a:solidFill>
                <a:latin typeface="Arial Black"/>
                <a:ea typeface="+mj-ea"/>
                <a:cs typeface="+mj-cs"/>
              </a:rPr>
              <a:t> </a:t>
            </a:r>
            <a:endParaRPr lang="en-US" sz="3000" spc="-20" dirty="0">
              <a:solidFill>
                <a:schemeClr val="bg1"/>
              </a:solidFill>
              <a:latin typeface="Arial Black"/>
              <a:ea typeface="+mj-ea"/>
              <a:cs typeface="+mj-cs"/>
            </a:endParaRPr>
          </a:p>
        </p:txBody>
      </p:sp>
    </p:spTree>
    <p:extLst>
      <p:ext uri="{BB962C8B-B14F-4D97-AF65-F5344CB8AC3E}">
        <p14:creationId xmlns:p14="http://schemas.microsoft.com/office/powerpoint/2010/main" val="3109711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a:xfrm>
            <a:off x="539750" y="611187"/>
            <a:ext cx="7857630" cy="612000"/>
          </a:xfrm>
        </p:spPr>
        <p:txBody>
          <a:bodyPr/>
          <a:lstStyle/>
          <a:p>
            <a:r>
              <a:rPr lang="en-US" dirty="0"/>
              <a:t>Example 1: Break Proposal; Delivery ‘proposed’</a:t>
            </a:r>
          </a:p>
        </p:txBody>
      </p:sp>
      <p:graphicFrame>
        <p:nvGraphicFramePr>
          <p:cNvPr id="6" name="Tabelle 2">
            <a:extLst>
              <a:ext uri="{FF2B5EF4-FFF2-40B4-BE49-F238E27FC236}">
                <a16:creationId xmlns:a16="http://schemas.microsoft.com/office/drawing/2014/main" id="{5DA6F769-2074-C444-EA93-A93D0D490A0D}"/>
              </a:ext>
            </a:extLst>
          </p:cNvPr>
          <p:cNvGraphicFramePr>
            <a:graphicFrameLocks noGrp="1"/>
          </p:cNvGraphicFramePr>
          <p:nvPr>
            <p:extLst>
              <p:ext uri="{D42A27DB-BD31-4B8C-83A1-F6EECF244321}">
                <p14:modId xmlns:p14="http://schemas.microsoft.com/office/powerpoint/2010/main" val="1437087813"/>
              </p:ext>
            </p:extLst>
          </p:nvPr>
        </p:nvGraphicFramePr>
        <p:xfrm>
          <a:off x="585787" y="1296661"/>
          <a:ext cx="6258983" cy="1802559"/>
        </p:xfrm>
        <a:graphic>
          <a:graphicData uri="http://schemas.openxmlformats.org/drawingml/2006/table">
            <a:tbl>
              <a:tblPr firstRow="1" bandRow="1">
                <a:tableStyleId>{5C22544A-7EE6-4342-B048-85BDC9FD1C3A}</a:tableStyleId>
              </a:tblPr>
              <a:tblGrid>
                <a:gridCol w="1588101">
                  <a:extLst>
                    <a:ext uri="{9D8B030D-6E8A-4147-A177-3AD203B41FA5}">
                      <a16:colId xmlns:a16="http://schemas.microsoft.com/office/drawing/2014/main" val="2825373251"/>
                    </a:ext>
                  </a:extLst>
                </a:gridCol>
                <a:gridCol w="934177">
                  <a:extLst>
                    <a:ext uri="{9D8B030D-6E8A-4147-A177-3AD203B41FA5}">
                      <a16:colId xmlns:a16="http://schemas.microsoft.com/office/drawing/2014/main" val="2339377213"/>
                    </a:ext>
                  </a:extLst>
                </a:gridCol>
                <a:gridCol w="467088">
                  <a:extLst>
                    <a:ext uri="{9D8B030D-6E8A-4147-A177-3AD203B41FA5}">
                      <a16:colId xmlns:a16="http://schemas.microsoft.com/office/drawing/2014/main" val="969585536"/>
                    </a:ext>
                  </a:extLst>
                </a:gridCol>
                <a:gridCol w="467088">
                  <a:extLst>
                    <a:ext uri="{9D8B030D-6E8A-4147-A177-3AD203B41FA5}">
                      <a16:colId xmlns:a16="http://schemas.microsoft.com/office/drawing/2014/main" val="1072700302"/>
                    </a:ext>
                  </a:extLst>
                </a:gridCol>
                <a:gridCol w="467088">
                  <a:extLst>
                    <a:ext uri="{9D8B030D-6E8A-4147-A177-3AD203B41FA5}">
                      <a16:colId xmlns:a16="http://schemas.microsoft.com/office/drawing/2014/main" val="4232202099"/>
                    </a:ext>
                  </a:extLst>
                </a:gridCol>
                <a:gridCol w="467088">
                  <a:extLst>
                    <a:ext uri="{9D8B030D-6E8A-4147-A177-3AD203B41FA5}">
                      <a16:colId xmlns:a16="http://schemas.microsoft.com/office/drawing/2014/main" val="2900486411"/>
                    </a:ext>
                  </a:extLst>
                </a:gridCol>
                <a:gridCol w="467088">
                  <a:extLst>
                    <a:ext uri="{9D8B030D-6E8A-4147-A177-3AD203B41FA5}">
                      <a16:colId xmlns:a16="http://schemas.microsoft.com/office/drawing/2014/main" val="3703516953"/>
                    </a:ext>
                  </a:extLst>
                </a:gridCol>
                <a:gridCol w="467088">
                  <a:extLst>
                    <a:ext uri="{9D8B030D-6E8A-4147-A177-3AD203B41FA5}">
                      <a16:colId xmlns:a16="http://schemas.microsoft.com/office/drawing/2014/main" val="1281601919"/>
                    </a:ext>
                  </a:extLst>
                </a:gridCol>
                <a:gridCol w="934177">
                  <a:extLst>
                    <a:ext uri="{9D8B030D-6E8A-4147-A177-3AD203B41FA5}">
                      <a16:colId xmlns:a16="http://schemas.microsoft.com/office/drawing/2014/main" val="3785264208"/>
                    </a:ext>
                  </a:extLst>
                </a:gridCol>
              </a:tblGrid>
              <a:tr h="633094">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527578">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641887">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7" name="Rechteck 6">
            <a:extLst>
              <a:ext uri="{FF2B5EF4-FFF2-40B4-BE49-F238E27FC236}">
                <a16:creationId xmlns:a16="http://schemas.microsoft.com/office/drawing/2014/main" id="{5A25AAED-A73F-C60A-7325-F9A40894DF9A}"/>
              </a:ext>
            </a:extLst>
          </p:cNvPr>
          <p:cNvSpPr/>
          <p:nvPr/>
        </p:nvSpPr>
        <p:spPr>
          <a:xfrm>
            <a:off x="3105678" y="2543175"/>
            <a:ext cx="1457325" cy="457200"/>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9" name="Rechteck 8">
            <a:extLst>
              <a:ext uri="{FF2B5EF4-FFF2-40B4-BE49-F238E27FC236}">
                <a16:creationId xmlns:a16="http://schemas.microsoft.com/office/drawing/2014/main" id="{526421AE-2B73-0140-6C67-1C3208A38857}"/>
              </a:ext>
            </a:extLst>
          </p:cNvPr>
          <p:cNvSpPr/>
          <p:nvPr/>
        </p:nvSpPr>
        <p:spPr>
          <a:xfrm>
            <a:off x="4563003" y="2543175"/>
            <a:ext cx="847725" cy="457200"/>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414D544C-61BA-80FF-293F-ABB526A18C34}"/>
              </a:ext>
            </a:extLst>
          </p:cNvPr>
          <p:cNvSpPr/>
          <p:nvPr/>
        </p:nvSpPr>
        <p:spPr>
          <a:xfrm>
            <a:off x="4700873" y="2543175"/>
            <a:ext cx="533400" cy="457200"/>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 name="Rechteck 10">
            <a:extLst>
              <a:ext uri="{FF2B5EF4-FFF2-40B4-BE49-F238E27FC236}">
                <a16:creationId xmlns:a16="http://schemas.microsoft.com/office/drawing/2014/main" id="{05713F94-48EA-AF80-0C02-2941EE58493C}"/>
              </a:ext>
            </a:extLst>
          </p:cNvPr>
          <p:cNvSpPr/>
          <p:nvPr/>
        </p:nvSpPr>
        <p:spPr>
          <a:xfrm>
            <a:off x="5606520" y="2543175"/>
            <a:ext cx="847726" cy="457200"/>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a:t>
            </a:r>
          </a:p>
        </p:txBody>
      </p:sp>
      <p:cxnSp>
        <p:nvCxnSpPr>
          <p:cNvPr id="20" name="Gerader Verbinder 19">
            <a:extLst>
              <a:ext uri="{FF2B5EF4-FFF2-40B4-BE49-F238E27FC236}">
                <a16:creationId xmlns:a16="http://schemas.microsoft.com/office/drawing/2014/main" id="{F9C48064-5067-BAB0-1F60-32905F50D037}"/>
              </a:ext>
            </a:extLst>
          </p:cNvPr>
          <p:cNvCxnSpPr>
            <a:cxnSpLocks/>
          </p:cNvCxnSpPr>
          <p:nvPr/>
        </p:nvCxnSpPr>
        <p:spPr>
          <a:xfrm>
            <a:off x="2876273" y="2440616"/>
            <a:ext cx="0" cy="658604"/>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2" name="Titel 11">
            <a:extLst>
              <a:ext uri="{FF2B5EF4-FFF2-40B4-BE49-F238E27FC236}">
                <a16:creationId xmlns:a16="http://schemas.microsoft.com/office/drawing/2014/main" id="{CF627E3B-D086-DCC7-B154-CC614E747DEA}"/>
              </a:ext>
            </a:extLst>
          </p:cNvPr>
          <p:cNvSpPr txBox="1">
            <a:spLocks/>
          </p:cNvSpPr>
          <p:nvPr/>
        </p:nvSpPr>
        <p:spPr>
          <a:xfrm>
            <a:off x="536702" y="3461067"/>
            <a:ext cx="7857630" cy="612000"/>
          </a:xfrm>
          <a:prstGeom prst="rect">
            <a:avLst/>
          </a:prstGeom>
        </p:spPr>
        <p:txBody>
          <a:bodyPr vert="horz" lIns="0" tIns="0" rIns="0" bIns="0" rtlCol="0" anchor="t" anchorCtr="0">
            <a:noAutofit/>
          </a:bodyPr>
          <a:lstStyle>
            <a:lvl1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j-lt"/>
                <a:ea typeface="+mj-ea"/>
                <a:cs typeface="+mj-cs"/>
              </a:defRPr>
            </a:lvl1pPr>
          </a:lstStyle>
          <a:p>
            <a:r>
              <a:rPr lang="en-US" dirty="0"/>
              <a:t>Example 2: Break Proposal; Delivery ‘assigned’</a:t>
            </a:r>
          </a:p>
        </p:txBody>
      </p:sp>
      <p:graphicFrame>
        <p:nvGraphicFramePr>
          <p:cNvPr id="3" name="Tabelle 2">
            <a:extLst>
              <a:ext uri="{FF2B5EF4-FFF2-40B4-BE49-F238E27FC236}">
                <a16:creationId xmlns:a16="http://schemas.microsoft.com/office/drawing/2014/main" id="{3995F22E-B867-BDB7-355E-CA7328094C55}"/>
              </a:ext>
            </a:extLst>
          </p:cNvPr>
          <p:cNvGraphicFramePr>
            <a:graphicFrameLocks noGrp="1"/>
          </p:cNvGraphicFramePr>
          <p:nvPr>
            <p:extLst>
              <p:ext uri="{D42A27DB-BD31-4B8C-83A1-F6EECF244321}">
                <p14:modId xmlns:p14="http://schemas.microsoft.com/office/powerpoint/2010/main" val="261267821"/>
              </p:ext>
            </p:extLst>
          </p:nvPr>
        </p:nvGraphicFramePr>
        <p:xfrm>
          <a:off x="582739" y="4146541"/>
          <a:ext cx="6258983" cy="1802559"/>
        </p:xfrm>
        <a:graphic>
          <a:graphicData uri="http://schemas.openxmlformats.org/drawingml/2006/table">
            <a:tbl>
              <a:tblPr firstRow="1" bandRow="1">
                <a:tableStyleId>{5C22544A-7EE6-4342-B048-85BDC9FD1C3A}</a:tableStyleId>
              </a:tblPr>
              <a:tblGrid>
                <a:gridCol w="1588101">
                  <a:extLst>
                    <a:ext uri="{9D8B030D-6E8A-4147-A177-3AD203B41FA5}">
                      <a16:colId xmlns:a16="http://schemas.microsoft.com/office/drawing/2014/main" val="2825373251"/>
                    </a:ext>
                  </a:extLst>
                </a:gridCol>
                <a:gridCol w="934177">
                  <a:extLst>
                    <a:ext uri="{9D8B030D-6E8A-4147-A177-3AD203B41FA5}">
                      <a16:colId xmlns:a16="http://schemas.microsoft.com/office/drawing/2014/main" val="2339377213"/>
                    </a:ext>
                  </a:extLst>
                </a:gridCol>
                <a:gridCol w="467088">
                  <a:extLst>
                    <a:ext uri="{9D8B030D-6E8A-4147-A177-3AD203B41FA5}">
                      <a16:colId xmlns:a16="http://schemas.microsoft.com/office/drawing/2014/main" val="969585536"/>
                    </a:ext>
                  </a:extLst>
                </a:gridCol>
                <a:gridCol w="467088">
                  <a:extLst>
                    <a:ext uri="{9D8B030D-6E8A-4147-A177-3AD203B41FA5}">
                      <a16:colId xmlns:a16="http://schemas.microsoft.com/office/drawing/2014/main" val="1072700302"/>
                    </a:ext>
                  </a:extLst>
                </a:gridCol>
                <a:gridCol w="467088">
                  <a:extLst>
                    <a:ext uri="{9D8B030D-6E8A-4147-A177-3AD203B41FA5}">
                      <a16:colId xmlns:a16="http://schemas.microsoft.com/office/drawing/2014/main" val="4232202099"/>
                    </a:ext>
                  </a:extLst>
                </a:gridCol>
                <a:gridCol w="467088">
                  <a:extLst>
                    <a:ext uri="{9D8B030D-6E8A-4147-A177-3AD203B41FA5}">
                      <a16:colId xmlns:a16="http://schemas.microsoft.com/office/drawing/2014/main" val="2900486411"/>
                    </a:ext>
                  </a:extLst>
                </a:gridCol>
                <a:gridCol w="467088">
                  <a:extLst>
                    <a:ext uri="{9D8B030D-6E8A-4147-A177-3AD203B41FA5}">
                      <a16:colId xmlns:a16="http://schemas.microsoft.com/office/drawing/2014/main" val="3703516953"/>
                    </a:ext>
                  </a:extLst>
                </a:gridCol>
                <a:gridCol w="467088">
                  <a:extLst>
                    <a:ext uri="{9D8B030D-6E8A-4147-A177-3AD203B41FA5}">
                      <a16:colId xmlns:a16="http://schemas.microsoft.com/office/drawing/2014/main" val="1281601919"/>
                    </a:ext>
                  </a:extLst>
                </a:gridCol>
                <a:gridCol w="934177">
                  <a:extLst>
                    <a:ext uri="{9D8B030D-6E8A-4147-A177-3AD203B41FA5}">
                      <a16:colId xmlns:a16="http://schemas.microsoft.com/office/drawing/2014/main" val="3785264208"/>
                    </a:ext>
                  </a:extLst>
                </a:gridCol>
              </a:tblGrid>
              <a:tr h="633094">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527578">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641887">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4" name="Rechteck 3">
            <a:extLst>
              <a:ext uri="{FF2B5EF4-FFF2-40B4-BE49-F238E27FC236}">
                <a16:creationId xmlns:a16="http://schemas.microsoft.com/office/drawing/2014/main" id="{B67E1BC9-6EBF-858E-D939-1A6BF78B20D5}"/>
              </a:ext>
            </a:extLst>
          </p:cNvPr>
          <p:cNvSpPr/>
          <p:nvPr/>
        </p:nvSpPr>
        <p:spPr>
          <a:xfrm>
            <a:off x="3102630" y="5393055"/>
            <a:ext cx="1457325" cy="457200"/>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5" name="Rechteck 4">
            <a:extLst>
              <a:ext uri="{FF2B5EF4-FFF2-40B4-BE49-F238E27FC236}">
                <a16:creationId xmlns:a16="http://schemas.microsoft.com/office/drawing/2014/main" id="{1F735137-477A-D1CF-1EEC-5939D3C585FC}"/>
              </a:ext>
            </a:extLst>
          </p:cNvPr>
          <p:cNvSpPr/>
          <p:nvPr/>
        </p:nvSpPr>
        <p:spPr>
          <a:xfrm>
            <a:off x="4559955" y="5393055"/>
            <a:ext cx="847725" cy="457200"/>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a:extLst>
              <a:ext uri="{FF2B5EF4-FFF2-40B4-BE49-F238E27FC236}">
                <a16:creationId xmlns:a16="http://schemas.microsoft.com/office/drawing/2014/main" id="{D4A571C8-C5B7-F75A-5B3A-8AF7A6522BB6}"/>
              </a:ext>
            </a:extLst>
          </p:cNvPr>
          <p:cNvSpPr/>
          <p:nvPr/>
        </p:nvSpPr>
        <p:spPr>
          <a:xfrm>
            <a:off x="5603472" y="5393055"/>
            <a:ext cx="847726" cy="457200"/>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a:t>
            </a:r>
          </a:p>
        </p:txBody>
      </p:sp>
      <p:cxnSp>
        <p:nvCxnSpPr>
          <p:cNvPr id="19" name="Gerader Verbinder 18">
            <a:extLst>
              <a:ext uri="{FF2B5EF4-FFF2-40B4-BE49-F238E27FC236}">
                <a16:creationId xmlns:a16="http://schemas.microsoft.com/office/drawing/2014/main" id="{5716BE8E-8A7F-3147-DEA6-1885096A7286}"/>
              </a:ext>
            </a:extLst>
          </p:cNvPr>
          <p:cNvCxnSpPr>
            <a:cxnSpLocks/>
          </p:cNvCxnSpPr>
          <p:nvPr/>
        </p:nvCxnSpPr>
        <p:spPr>
          <a:xfrm>
            <a:off x="2873225" y="5290496"/>
            <a:ext cx="0" cy="658604"/>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21" name="Rechteck 20">
            <a:extLst>
              <a:ext uri="{FF2B5EF4-FFF2-40B4-BE49-F238E27FC236}">
                <a16:creationId xmlns:a16="http://schemas.microsoft.com/office/drawing/2014/main" id="{8F642C70-33DC-E84E-D548-F0812FB218E0}"/>
              </a:ext>
            </a:extLst>
          </p:cNvPr>
          <p:cNvSpPr/>
          <p:nvPr/>
        </p:nvSpPr>
        <p:spPr>
          <a:xfrm>
            <a:off x="4697825" y="5393055"/>
            <a:ext cx="533400" cy="457200"/>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914154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2FA21BF0-D414-5CDA-5364-CF2309C89ADF}"/>
              </a:ext>
            </a:extLst>
          </p:cNvPr>
          <p:cNvSpPr>
            <a:spLocks noGrp="1"/>
          </p:cNvSpPr>
          <p:nvPr>
            <p:ph type="pic" sz="quarter" idx="12"/>
          </p:nvPr>
        </p:nvSpPr>
        <p:spPr/>
        <p:txBody>
          <a:bodyPr/>
          <a:lstStyle/>
          <a:p>
            <a:endParaRPr lang="de-DE"/>
          </a:p>
        </p:txBody>
      </p:sp>
      <p:sp>
        <p:nvSpPr>
          <p:cNvPr id="5" name="Bildplatzhalter 4">
            <a:extLst>
              <a:ext uri="{FF2B5EF4-FFF2-40B4-BE49-F238E27FC236}">
                <a16:creationId xmlns:a16="http://schemas.microsoft.com/office/drawing/2014/main" id="{F95AE3DE-2BAA-DA2F-BE1C-4C362F498A00}"/>
              </a:ext>
            </a:extLst>
          </p:cNvPr>
          <p:cNvSpPr>
            <a:spLocks noGrp="1"/>
          </p:cNvSpPr>
          <p:nvPr>
            <p:ph type="pic" sz="quarter" idx="11"/>
          </p:nvPr>
        </p:nvSpPr>
        <p:spPr/>
        <p:txBody>
          <a:bodyPr/>
          <a:lstStyle/>
          <a:p>
            <a:endParaRPr lang="de-DE"/>
          </a:p>
        </p:txBody>
      </p:sp>
      <p:sp>
        <p:nvSpPr>
          <p:cNvPr id="2" name="Titel 1">
            <a:extLst>
              <a:ext uri="{FF2B5EF4-FFF2-40B4-BE49-F238E27FC236}">
                <a16:creationId xmlns:a16="http://schemas.microsoft.com/office/drawing/2014/main" id="{3FC40F74-5CF4-A57E-7EDF-07039C6CBF04}"/>
              </a:ext>
            </a:extLst>
          </p:cNvPr>
          <p:cNvSpPr>
            <a:spLocks noGrp="1"/>
          </p:cNvSpPr>
          <p:nvPr>
            <p:ph type="title"/>
          </p:nvPr>
        </p:nvSpPr>
        <p:spPr/>
        <p:txBody>
          <a:bodyPr/>
          <a:lstStyle/>
          <a:p>
            <a:r>
              <a:rPr lang="de-DE" dirty="0"/>
              <a:t>Summary Baseline 1/2</a:t>
            </a:r>
            <a:br>
              <a:rPr lang="de-DE" dirty="0"/>
            </a:br>
            <a:endParaRPr lang="de-DE" dirty="0"/>
          </a:p>
        </p:txBody>
      </p:sp>
      <p:sp>
        <p:nvSpPr>
          <p:cNvPr id="3" name="Vertikaler Textplatzhalter 2">
            <a:extLst>
              <a:ext uri="{FF2B5EF4-FFF2-40B4-BE49-F238E27FC236}">
                <a16:creationId xmlns:a16="http://schemas.microsoft.com/office/drawing/2014/main" id="{DDBA623D-4D7E-47DE-B072-A92FF70AF101}"/>
              </a:ext>
            </a:extLst>
          </p:cNvPr>
          <p:cNvSpPr>
            <a:spLocks noGrp="1"/>
          </p:cNvSpPr>
          <p:nvPr>
            <p:ph type="body" orient="vert" idx="1"/>
          </p:nvPr>
        </p:nvSpPr>
        <p:spPr/>
        <p:txBody>
          <a:bodyPr/>
          <a:lstStyle/>
          <a:p>
            <a:pPr marL="0" indent="0">
              <a:buNone/>
            </a:pPr>
            <a:r>
              <a:rPr lang="en-US" dirty="0"/>
              <a:t>The schedule must place </a:t>
            </a:r>
          </a:p>
          <a:p>
            <a:pPr marL="358775" lvl="1" indent="179388">
              <a:spcBef>
                <a:spcPts val="600"/>
              </a:spcBef>
              <a:buFont typeface="Arial" panose="020B0604020202020204" pitchFamily="34" charset="0"/>
              <a:buChar char="•"/>
            </a:pPr>
            <a:r>
              <a:rPr lang="en-US" dirty="0"/>
              <a:t>a break within the return run of the truck. </a:t>
            </a:r>
          </a:p>
          <a:p>
            <a:pPr marL="358775" lvl="1" indent="179388">
              <a:spcBef>
                <a:spcPts val="600"/>
              </a:spcBef>
              <a:buFont typeface="Arial" panose="020B0604020202020204" pitchFamily="34" charset="0"/>
              <a:buChar char="•"/>
            </a:pPr>
            <a:r>
              <a:rPr lang="en-US" dirty="0"/>
              <a:t>the return run directly behind the previous delivery</a:t>
            </a:r>
          </a:p>
        </p:txBody>
      </p:sp>
      <p:pic>
        <p:nvPicPr>
          <p:cNvPr id="7" name="Bildplatzhalter 9" descr="Ein Bild, das Himmel, draußen, Mann, Sitz enthält.&#10;&#10;Automatisch generierte Beschreibung">
            <a:extLst>
              <a:ext uri="{FF2B5EF4-FFF2-40B4-BE49-F238E27FC236}">
                <a16:creationId xmlns:a16="http://schemas.microsoft.com/office/drawing/2014/main" id="{66AEEB2C-4E46-4F5F-86BF-EE734C84C95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261" r="2261"/>
          <a:stretch>
            <a:fillRect/>
          </a:stretch>
        </p:blipFill>
        <p:spPr>
          <a:xfrm>
            <a:off x="7378676" y="52"/>
            <a:ext cx="4141725" cy="6480076"/>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pic>
    </p:spTree>
    <p:extLst>
      <p:ext uri="{BB962C8B-B14F-4D97-AF65-F5344CB8AC3E}">
        <p14:creationId xmlns:p14="http://schemas.microsoft.com/office/powerpoint/2010/main" val="2918944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2FA21BF0-D414-5CDA-5364-CF2309C89ADF}"/>
              </a:ext>
            </a:extLst>
          </p:cNvPr>
          <p:cNvSpPr>
            <a:spLocks noGrp="1"/>
          </p:cNvSpPr>
          <p:nvPr>
            <p:ph type="pic" sz="quarter" idx="12"/>
          </p:nvPr>
        </p:nvSpPr>
        <p:spPr/>
        <p:txBody>
          <a:bodyPr/>
          <a:lstStyle/>
          <a:p>
            <a:endParaRPr lang="de-DE" dirty="0"/>
          </a:p>
        </p:txBody>
      </p:sp>
      <p:sp>
        <p:nvSpPr>
          <p:cNvPr id="5" name="Bildplatzhalter 4">
            <a:extLst>
              <a:ext uri="{FF2B5EF4-FFF2-40B4-BE49-F238E27FC236}">
                <a16:creationId xmlns:a16="http://schemas.microsoft.com/office/drawing/2014/main" id="{F95AE3DE-2BAA-DA2F-BE1C-4C362F498A00}"/>
              </a:ext>
            </a:extLst>
          </p:cNvPr>
          <p:cNvSpPr>
            <a:spLocks noGrp="1"/>
          </p:cNvSpPr>
          <p:nvPr>
            <p:ph type="pic" sz="quarter" idx="11"/>
          </p:nvPr>
        </p:nvSpPr>
        <p:spPr/>
        <p:txBody>
          <a:bodyPr/>
          <a:lstStyle/>
          <a:p>
            <a:endParaRPr lang="de-DE"/>
          </a:p>
        </p:txBody>
      </p:sp>
      <p:sp>
        <p:nvSpPr>
          <p:cNvPr id="2" name="Titel 1">
            <a:extLst>
              <a:ext uri="{FF2B5EF4-FFF2-40B4-BE49-F238E27FC236}">
                <a16:creationId xmlns:a16="http://schemas.microsoft.com/office/drawing/2014/main" id="{3FC40F74-5CF4-A57E-7EDF-07039C6CBF04}"/>
              </a:ext>
            </a:extLst>
          </p:cNvPr>
          <p:cNvSpPr>
            <a:spLocks noGrp="1"/>
          </p:cNvSpPr>
          <p:nvPr>
            <p:ph type="title"/>
          </p:nvPr>
        </p:nvSpPr>
        <p:spPr/>
        <p:txBody>
          <a:bodyPr/>
          <a:lstStyle/>
          <a:p>
            <a:r>
              <a:rPr lang="de-DE" dirty="0"/>
              <a:t>Summary Baseline 2/2</a:t>
            </a:r>
            <a:br>
              <a:rPr lang="de-DE" dirty="0"/>
            </a:br>
            <a:endParaRPr lang="de-DE" dirty="0"/>
          </a:p>
        </p:txBody>
      </p:sp>
      <p:sp>
        <p:nvSpPr>
          <p:cNvPr id="3" name="Vertikaler Textplatzhalter 2">
            <a:extLst>
              <a:ext uri="{FF2B5EF4-FFF2-40B4-BE49-F238E27FC236}">
                <a16:creationId xmlns:a16="http://schemas.microsoft.com/office/drawing/2014/main" id="{DDBA623D-4D7E-47DE-B072-A92FF70AF101}"/>
              </a:ext>
            </a:extLst>
          </p:cNvPr>
          <p:cNvSpPr>
            <a:spLocks noGrp="1"/>
          </p:cNvSpPr>
          <p:nvPr>
            <p:ph type="body" orient="vert" idx="1"/>
          </p:nvPr>
        </p:nvSpPr>
        <p:spPr>
          <a:xfrm>
            <a:off x="539748" y="1350964"/>
            <a:ext cx="7718339" cy="819290"/>
          </a:xfrm>
        </p:spPr>
        <p:txBody>
          <a:bodyPr/>
          <a:lstStyle/>
          <a:p>
            <a:pPr marL="0" indent="0">
              <a:buNone/>
            </a:pPr>
            <a:r>
              <a:rPr lang="en-US" dirty="0"/>
              <a:t>The schedule can place </a:t>
            </a:r>
          </a:p>
          <a:p>
            <a:pPr marL="358775" lvl="1" indent="179388">
              <a:spcBef>
                <a:spcPts val="600"/>
              </a:spcBef>
              <a:buFont typeface="Arial" panose="020B0604020202020204" pitchFamily="34" charset="0"/>
              <a:buChar char="•"/>
            </a:pPr>
            <a:r>
              <a:rPr lang="en-US" dirty="0"/>
              <a:t>a break ‘outside’ of a return run.</a:t>
            </a:r>
          </a:p>
          <a:p>
            <a:pPr marL="358775" lvl="1" indent="179388">
              <a:spcBef>
                <a:spcPts val="600"/>
              </a:spcBef>
              <a:buFont typeface="Arial" panose="020B0604020202020204" pitchFamily="34" charset="0"/>
              <a:buChar char="•"/>
            </a:pPr>
            <a:r>
              <a:rPr lang="en-US" dirty="0"/>
              <a:t>Technically it is not outside the return. The GUI only displays it that way.</a:t>
            </a:r>
          </a:p>
        </p:txBody>
      </p:sp>
      <p:pic>
        <p:nvPicPr>
          <p:cNvPr id="7" name="Bildplatzhalter 9" descr="Ein Bild, das Himmel, draußen, Mann, Sitz enthält.&#10;&#10;Automatisch generierte Beschreibung">
            <a:extLst>
              <a:ext uri="{FF2B5EF4-FFF2-40B4-BE49-F238E27FC236}">
                <a16:creationId xmlns:a16="http://schemas.microsoft.com/office/drawing/2014/main" id="{66AEEB2C-4E46-4F5F-86BF-EE734C84C95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261" r="2261"/>
          <a:stretch>
            <a:fillRect/>
          </a:stretch>
        </p:blipFill>
        <p:spPr>
          <a:xfrm>
            <a:off x="7378676" y="52"/>
            <a:ext cx="4141725" cy="6480076"/>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pic>
      <p:graphicFrame>
        <p:nvGraphicFramePr>
          <p:cNvPr id="4" name="Tabelle 2">
            <a:extLst>
              <a:ext uri="{FF2B5EF4-FFF2-40B4-BE49-F238E27FC236}">
                <a16:creationId xmlns:a16="http://schemas.microsoft.com/office/drawing/2014/main" id="{5B84B1E8-EA88-4986-CFF5-480F6E374C56}"/>
              </a:ext>
            </a:extLst>
          </p:cNvPr>
          <p:cNvGraphicFramePr>
            <a:graphicFrameLocks noGrp="1"/>
          </p:cNvGraphicFramePr>
          <p:nvPr>
            <p:extLst>
              <p:ext uri="{D42A27DB-BD31-4B8C-83A1-F6EECF244321}">
                <p14:modId xmlns:p14="http://schemas.microsoft.com/office/powerpoint/2010/main" val="2043160055"/>
              </p:ext>
            </p:extLst>
          </p:nvPr>
        </p:nvGraphicFramePr>
        <p:xfrm>
          <a:off x="585787" y="2435724"/>
          <a:ext cx="6258983" cy="1802559"/>
        </p:xfrm>
        <a:graphic>
          <a:graphicData uri="http://schemas.openxmlformats.org/drawingml/2006/table">
            <a:tbl>
              <a:tblPr firstRow="1" bandRow="1">
                <a:tableStyleId>{5C22544A-7EE6-4342-B048-85BDC9FD1C3A}</a:tableStyleId>
              </a:tblPr>
              <a:tblGrid>
                <a:gridCol w="1588101">
                  <a:extLst>
                    <a:ext uri="{9D8B030D-6E8A-4147-A177-3AD203B41FA5}">
                      <a16:colId xmlns:a16="http://schemas.microsoft.com/office/drawing/2014/main" val="2825373251"/>
                    </a:ext>
                  </a:extLst>
                </a:gridCol>
                <a:gridCol w="934177">
                  <a:extLst>
                    <a:ext uri="{9D8B030D-6E8A-4147-A177-3AD203B41FA5}">
                      <a16:colId xmlns:a16="http://schemas.microsoft.com/office/drawing/2014/main" val="2339377213"/>
                    </a:ext>
                  </a:extLst>
                </a:gridCol>
                <a:gridCol w="467088">
                  <a:extLst>
                    <a:ext uri="{9D8B030D-6E8A-4147-A177-3AD203B41FA5}">
                      <a16:colId xmlns:a16="http://schemas.microsoft.com/office/drawing/2014/main" val="969585536"/>
                    </a:ext>
                  </a:extLst>
                </a:gridCol>
                <a:gridCol w="467088">
                  <a:extLst>
                    <a:ext uri="{9D8B030D-6E8A-4147-A177-3AD203B41FA5}">
                      <a16:colId xmlns:a16="http://schemas.microsoft.com/office/drawing/2014/main" val="1072700302"/>
                    </a:ext>
                  </a:extLst>
                </a:gridCol>
                <a:gridCol w="467088">
                  <a:extLst>
                    <a:ext uri="{9D8B030D-6E8A-4147-A177-3AD203B41FA5}">
                      <a16:colId xmlns:a16="http://schemas.microsoft.com/office/drawing/2014/main" val="4232202099"/>
                    </a:ext>
                  </a:extLst>
                </a:gridCol>
                <a:gridCol w="467088">
                  <a:extLst>
                    <a:ext uri="{9D8B030D-6E8A-4147-A177-3AD203B41FA5}">
                      <a16:colId xmlns:a16="http://schemas.microsoft.com/office/drawing/2014/main" val="2900486411"/>
                    </a:ext>
                  </a:extLst>
                </a:gridCol>
                <a:gridCol w="467088">
                  <a:extLst>
                    <a:ext uri="{9D8B030D-6E8A-4147-A177-3AD203B41FA5}">
                      <a16:colId xmlns:a16="http://schemas.microsoft.com/office/drawing/2014/main" val="3703516953"/>
                    </a:ext>
                  </a:extLst>
                </a:gridCol>
                <a:gridCol w="467088">
                  <a:extLst>
                    <a:ext uri="{9D8B030D-6E8A-4147-A177-3AD203B41FA5}">
                      <a16:colId xmlns:a16="http://schemas.microsoft.com/office/drawing/2014/main" val="1281601919"/>
                    </a:ext>
                  </a:extLst>
                </a:gridCol>
                <a:gridCol w="934177">
                  <a:extLst>
                    <a:ext uri="{9D8B030D-6E8A-4147-A177-3AD203B41FA5}">
                      <a16:colId xmlns:a16="http://schemas.microsoft.com/office/drawing/2014/main" val="3785264208"/>
                    </a:ext>
                  </a:extLst>
                </a:gridCol>
              </a:tblGrid>
              <a:tr h="633094">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527578">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641887">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8" name="Rechteck 7">
            <a:extLst>
              <a:ext uri="{FF2B5EF4-FFF2-40B4-BE49-F238E27FC236}">
                <a16:creationId xmlns:a16="http://schemas.microsoft.com/office/drawing/2014/main" id="{FFEC7C10-0B58-723F-4AEA-8F214C1B30A9}"/>
              </a:ext>
            </a:extLst>
          </p:cNvPr>
          <p:cNvSpPr/>
          <p:nvPr/>
        </p:nvSpPr>
        <p:spPr>
          <a:xfrm>
            <a:off x="3105678" y="3682238"/>
            <a:ext cx="1457325" cy="457200"/>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9" name="Rechteck 8">
            <a:extLst>
              <a:ext uri="{FF2B5EF4-FFF2-40B4-BE49-F238E27FC236}">
                <a16:creationId xmlns:a16="http://schemas.microsoft.com/office/drawing/2014/main" id="{F033DA06-624C-0EA5-30BC-6F3DD7C0366D}"/>
              </a:ext>
            </a:extLst>
          </p:cNvPr>
          <p:cNvSpPr/>
          <p:nvPr/>
        </p:nvSpPr>
        <p:spPr>
          <a:xfrm>
            <a:off x="4563003" y="3682238"/>
            <a:ext cx="372247" cy="457200"/>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E376E5B7-F1AB-7ED9-5BDB-58D235C6BCB5}"/>
              </a:ext>
            </a:extLst>
          </p:cNvPr>
          <p:cNvSpPr/>
          <p:nvPr/>
        </p:nvSpPr>
        <p:spPr>
          <a:xfrm>
            <a:off x="5606520" y="3682238"/>
            <a:ext cx="847726" cy="457200"/>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a:t>
            </a:r>
          </a:p>
        </p:txBody>
      </p:sp>
      <p:cxnSp>
        <p:nvCxnSpPr>
          <p:cNvPr id="11" name="Gerader Verbinder 10">
            <a:extLst>
              <a:ext uri="{FF2B5EF4-FFF2-40B4-BE49-F238E27FC236}">
                <a16:creationId xmlns:a16="http://schemas.microsoft.com/office/drawing/2014/main" id="{01F6022A-A6E0-B46E-3897-DF1C2F5C0EC2}"/>
              </a:ext>
            </a:extLst>
          </p:cNvPr>
          <p:cNvCxnSpPr>
            <a:cxnSpLocks/>
          </p:cNvCxnSpPr>
          <p:nvPr/>
        </p:nvCxnSpPr>
        <p:spPr>
          <a:xfrm>
            <a:off x="2876273" y="3579679"/>
            <a:ext cx="0" cy="658604"/>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12" name="Rechteck 11">
            <a:extLst>
              <a:ext uri="{FF2B5EF4-FFF2-40B4-BE49-F238E27FC236}">
                <a16:creationId xmlns:a16="http://schemas.microsoft.com/office/drawing/2014/main" id="{CB23509B-ACC1-6EE4-D3E3-74E633CB8CB3}"/>
              </a:ext>
            </a:extLst>
          </p:cNvPr>
          <p:cNvSpPr/>
          <p:nvPr/>
        </p:nvSpPr>
        <p:spPr>
          <a:xfrm>
            <a:off x="5007600" y="3682238"/>
            <a:ext cx="533400" cy="457200"/>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aphicFrame>
        <p:nvGraphicFramePr>
          <p:cNvPr id="14" name="Tabelle 2">
            <a:extLst>
              <a:ext uri="{FF2B5EF4-FFF2-40B4-BE49-F238E27FC236}">
                <a16:creationId xmlns:a16="http://schemas.microsoft.com/office/drawing/2014/main" id="{E79B42AA-52FF-75BE-F069-7177A9789010}"/>
              </a:ext>
            </a:extLst>
          </p:cNvPr>
          <p:cNvGraphicFramePr>
            <a:graphicFrameLocks noGrp="1"/>
          </p:cNvGraphicFramePr>
          <p:nvPr>
            <p:extLst>
              <p:ext uri="{D42A27DB-BD31-4B8C-83A1-F6EECF244321}">
                <p14:modId xmlns:p14="http://schemas.microsoft.com/office/powerpoint/2010/main" val="1199342345"/>
              </p:ext>
            </p:extLst>
          </p:nvPr>
        </p:nvGraphicFramePr>
        <p:xfrm>
          <a:off x="661987" y="4482837"/>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15" name="Rechteck 14">
            <a:extLst>
              <a:ext uri="{FF2B5EF4-FFF2-40B4-BE49-F238E27FC236}">
                <a16:creationId xmlns:a16="http://schemas.microsoft.com/office/drawing/2014/main" id="{208E0D90-3808-F705-2D44-028FE970E218}"/>
              </a:ext>
            </a:extLst>
          </p:cNvPr>
          <p:cNvSpPr>
            <a:spLocks noChangeAspect="1"/>
          </p:cNvSpPr>
          <p:nvPr/>
        </p:nvSpPr>
        <p:spPr>
          <a:xfrm>
            <a:off x="2839073" y="5305176"/>
            <a:ext cx="1175490" cy="366713"/>
          </a:xfrm>
          <a:prstGeom prst="rect">
            <a:avLst/>
          </a:prstGeom>
          <a:solidFill>
            <a:schemeClr val="accent3">
              <a:lumMod val="40000"/>
              <a:lumOff val="60000"/>
            </a:schemeClr>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16" name="Rechteck 15">
            <a:extLst>
              <a:ext uri="{FF2B5EF4-FFF2-40B4-BE49-F238E27FC236}">
                <a16:creationId xmlns:a16="http://schemas.microsoft.com/office/drawing/2014/main" id="{5B038CED-6F98-DDD1-0407-A963CEEFDA93}"/>
              </a:ext>
            </a:extLst>
          </p:cNvPr>
          <p:cNvSpPr>
            <a:spLocks noChangeAspect="1"/>
          </p:cNvSpPr>
          <p:nvPr/>
        </p:nvSpPr>
        <p:spPr>
          <a:xfrm>
            <a:off x="4020082" y="5305176"/>
            <a:ext cx="418172" cy="366713"/>
          </a:xfrm>
          <a:prstGeom prst="rect">
            <a:avLst/>
          </a:prstGeom>
          <a:gradFill flip="none" rotWithShape="1">
            <a:gsLst>
              <a:gs pos="0">
                <a:schemeClr val="accent6">
                  <a:lumMod val="5000"/>
                  <a:lumOff val="95000"/>
                </a:schemeClr>
              </a:gs>
              <a:gs pos="50000">
                <a:schemeClr val="accent3">
                  <a:lumMod val="40000"/>
                  <a:lumOff val="60000"/>
                </a:schemeClr>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88FF3E59-3C50-0F53-40D1-4E1562DD6725}"/>
              </a:ext>
            </a:extLst>
          </p:cNvPr>
          <p:cNvSpPr>
            <a:spLocks noChangeAspect="1"/>
          </p:cNvSpPr>
          <p:nvPr/>
        </p:nvSpPr>
        <p:spPr>
          <a:xfrm>
            <a:off x="5308600" y="5305176"/>
            <a:ext cx="739686"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 </a:t>
            </a:r>
          </a:p>
        </p:txBody>
      </p:sp>
      <p:cxnSp>
        <p:nvCxnSpPr>
          <p:cNvPr id="18" name="Gerader Verbinder 17">
            <a:extLst>
              <a:ext uri="{FF2B5EF4-FFF2-40B4-BE49-F238E27FC236}">
                <a16:creationId xmlns:a16="http://schemas.microsoft.com/office/drawing/2014/main" id="{46BABEF6-7CC8-4A8D-A44E-BD522B9AC0BB}"/>
              </a:ext>
            </a:extLst>
          </p:cNvPr>
          <p:cNvCxnSpPr>
            <a:cxnSpLocks/>
          </p:cNvCxnSpPr>
          <p:nvPr/>
        </p:nvCxnSpPr>
        <p:spPr>
          <a:xfrm>
            <a:off x="4438463" y="5280086"/>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0D53AB07-A344-9E04-EF0D-58B1A4237AE5}"/>
              </a:ext>
            </a:extLst>
          </p:cNvPr>
          <p:cNvSpPr>
            <a:spLocks noChangeAspect="1"/>
          </p:cNvSpPr>
          <p:nvPr/>
        </p:nvSpPr>
        <p:spPr>
          <a:xfrm>
            <a:off x="4601522" y="5305176"/>
            <a:ext cx="427832" cy="366713"/>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0" name="Gleichschenkliges Dreieck 19">
            <a:extLst>
              <a:ext uri="{FF2B5EF4-FFF2-40B4-BE49-F238E27FC236}">
                <a16:creationId xmlns:a16="http://schemas.microsoft.com/office/drawing/2014/main" id="{B6F7FC29-CD78-2FC9-3921-EC61CA233B56}"/>
              </a:ext>
            </a:extLst>
          </p:cNvPr>
          <p:cNvSpPr>
            <a:spLocks noChangeAspect="1"/>
          </p:cNvSpPr>
          <p:nvPr/>
        </p:nvSpPr>
        <p:spPr>
          <a:xfrm rot="16200000">
            <a:off x="2487009" y="5331258"/>
            <a:ext cx="366713" cy="316132"/>
          </a:xfrm>
          <a:prstGeom prst="triangle">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Geschweifte Klammer rechts 20">
            <a:extLst>
              <a:ext uri="{FF2B5EF4-FFF2-40B4-BE49-F238E27FC236}">
                <a16:creationId xmlns:a16="http://schemas.microsoft.com/office/drawing/2014/main" id="{026AEA8C-70D6-E3C7-DDA7-CEF07096CBB8}"/>
              </a:ext>
            </a:extLst>
          </p:cNvPr>
          <p:cNvSpPr/>
          <p:nvPr/>
        </p:nvSpPr>
        <p:spPr>
          <a:xfrm rot="5400000">
            <a:off x="4308065" y="5081693"/>
            <a:ext cx="273051" cy="1613718"/>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2" name="Textfeld 21">
            <a:extLst>
              <a:ext uri="{FF2B5EF4-FFF2-40B4-BE49-F238E27FC236}">
                <a16:creationId xmlns:a16="http://schemas.microsoft.com/office/drawing/2014/main" id="{4C712141-387D-8AE0-C4AB-FFF2ED2FFB1F}"/>
              </a:ext>
            </a:extLst>
          </p:cNvPr>
          <p:cNvSpPr txBox="1"/>
          <p:nvPr/>
        </p:nvSpPr>
        <p:spPr>
          <a:xfrm>
            <a:off x="3453870" y="6066803"/>
            <a:ext cx="1981440" cy="276999"/>
          </a:xfrm>
          <a:prstGeom prst="rect">
            <a:avLst/>
          </a:prstGeom>
          <a:noFill/>
        </p:spPr>
        <p:txBody>
          <a:bodyPr wrap="none" rtlCol="0">
            <a:spAutoFit/>
          </a:bodyPr>
          <a:lstStyle/>
          <a:p>
            <a:pPr algn="l"/>
            <a:r>
              <a:rPr lang="en-US" sz="1200" dirty="0"/>
              <a:t>Break Interval 10:30-11:30</a:t>
            </a:r>
          </a:p>
        </p:txBody>
      </p:sp>
    </p:spTree>
    <p:extLst>
      <p:ext uri="{BB962C8B-B14F-4D97-AF65-F5344CB8AC3E}">
        <p14:creationId xmlns:p14="http://schemas.microsoft.com/office/powerpoint/2010/main" val="308036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a:xfrm>
            <a:off x="539750" y="611187"/>
            <a:ext cx="7857630" cy="612000"/>
          </a:xfrm>
        </p:spPr>
        <p:txBody>
          <a:bodyPr/>
          <a:lstStyle/>
          <a:p>
            <a:r>
              <a:rPr lang="en-US" dirty="0"/>
              <a:t>Example 5: Update Schedules (independent of break type)</a:t>
            </a:r>
          </a:p>
        </p:txBody>
      </p:sp>
      <p:graphicFrame>
        <p:nvGraphicFramePr>
          <p:cNvPr id="6" name="Tabelle 2">
            <a:extLst>
              <a:ext uri="{FF2B5EF4-FFF2-40B4-BE49-F238E27FC236}">
                <a16:creationId xmlns:a16="http://schemas.microsoft.com/office/drawing/2014/main" id="{5DA6F769-2074-C444-EA93-A93D0D490A0D}"/>
              </a:ext>
            </a:extLst>
          </p:cNvPr>
          <p:cNvGraphicFramePr>
            <a:graphicFrameLocks noGrp="1"/>
          </p:cNvGraphicFramePr>
          <p:nvPr>
            <p:extLst>
              <p:ext uri="{D42A27DB-BD31-4B8C-83A1-F6EECF244321}">
                <p14:modId xmlns:p14="http://schemas.microsoft.com/office/powerpoint/2010/main" val="1687093222"/>
              </p:ext>
            </p:extLst>
          </p:nvPr>
        </p:nvGraphicFramePr>
        <p:xfrm>
          <a:off x="585787" y="1080761"/>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7" name="Rechteck 6">
            <a:extLst>
              <a:ext uri="{FF2B5EF4-FFF2-40B4-BE49-F238E27FC236}">
                <a16:creationId xmlns:a16="http://schemas.microsoft.com/office/drawing/2014/main" id="{5A25AAED-A73F-C60A-7325-F9A40894DF9A}"/>
              </a:ext>
            </a:extLst>
          </p:cNvPr>
          <p:cNvSpPr>
            <a:spLocks noChangeAspect="1"/>
          </p:cNvSpPr>
          <p:nvPr/>
        </p:nvSpPr>
        <p:spPr>
          <a:xfrm>
            <a:off x="2762872" y="1917698"/>
            <a:ext cx="1723733" cy="366713"/>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9" name="Rechteck 8">
            <a:extLst>
              <a:ext uri="{FF2B5EF4-FFF2-40B4-BE49-F238E27FC236}">
                <a16:creationId xmlns:a16="http://schemas.microsoft.com/office/drawing/2014/main" id="{526421AE-2B73-0140-6C67-1C3208A38857}"/>
              </a:ext>
            </a:extLst>
          </p:cNvPr>
          <p:cNvSpPr>
            <a:spLocks noChangeAspect="1"/>
          </p:cNvSpPr>
          <p:nvPr/>
        </p:nvSpPr>
        <p:spPr>
          <a:xfrm>
            <a:off x="4487953" y="1917698"/>
            <a:ext cx="679947" cy="366713"/>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05713F94-48EA-AF80-0C02-2941EE58493C}"/>
              </a:ext>
            </a:extLst>
          </p:cNvPr>
          <p:cNvSpPr>
            <a:spLocks noChangeAspect="1"/>
          </p:cNvSpPr>
          <p:nvPr/>
        </p:nvSpPr>
        <p:spPr>
          <a:xfrm>
            <a:off x="5232400" y="1917950"/>
            <a:ext cx="739686"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 </a:t>
            </a:r>
          </a:p>
        </p:txBody>
      </p:sp>
      <p:cxnSp>
        <p:nvCxnSpPr>
          <p:cNvPr id="4" name="Gerader Verbinder 3">
            <a:extLst>
              <a:ext uri="{FF2B5EF4-FFF2-40B4-BE49-F238E27FC236}">
                <a16:creationId xmlns:a16="http://schemas.microsoft.com/office/drawing/2014/main" id="{2706D47F-0DB5-DF91-16E0-4417BD1CB0B2}"/>
              </a:ext>
            </a:extLst>
          </p:cNvPr>
          <p:cNvCxnSpPr>
            <a:cxnSpLocks/>
          </p:cNvCxnSpPr>
          <p:nvPr/>
        </p:nvCxnSpPr>
        <p:spPr>
          <a:xfrm>
            <a:off x="4362263" y="1878010"/>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3" name="Rechteck 2">
            <a:extLst>
              <a:ext uri="{FF2B5EF4-FFF2-40B4-BE49-F238E27FC236}">
                <a16:creationId xmlns:a16="http://schemas.microsoft.com/office/drawing/2014/main" id="{BFD95CA2-9F41-5CA1-C432-F546EA829B48}"/>
              </a:ext>
            </a:extLst>
          </p:cNvPr>
          <p:cNvSpPr>
            <a:spLocks noChangeAspect="1"/>
          </p:cNvSpPr>
          <p:nvPr/>
        </p:nvSpPr>
        <p:spPr>
          <a:xfrm>
            <a:off x="4741413" y="1917698"/>
            <a:ext cx="427832" cy="366713"/>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Gleichschenkliges Dreieck 4">
            <a:extLst>
              <a:ext uri="{FF2B5EF4-FFF2-40B4-BE49-F238E27FC236}">
                <a16:creationId xmlns:a16="http://schemas.microsoft.com/office/drawing/2014/main" id="{68095746-B218-0217-BD2A-FFEF936DC671}"/>
              </a:ext>
            </a:extLst>
          </p:cNvPr>
          <p:cNvSpPr>
            <a:spLocks noChangeAspect="1"/>
          </p:cNvSpPr>
          <p:nvPr/>
        </p:nvSpPr>
        <p:spPr>
          <a:xfrm rot="16200000">
            <a:off x="2421451" y="1945370"/>
            <a:ext cx="366713" cy="316132"/>
          </a:xfrm>
          <a:prstGeom prst="triangle">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Geschweifte Klammer rechts 7">
            <a:extLst>
              <a:ext uri="{FF2B5EF4-FFF2-40B4-BE49-F238E27FC236}">
                <a16:creationId xmlns:a16="http://schemas.microsoft.com/office/drawing/2014/main" id="{8C80F22D-8925-2521-2B08-10ABFBEC2A41}"/>
              </a:ext>
            </a:extLst>
          </p:cNvPr>
          <p:cNvSpPr/>
          <p:nvPr/>
        </p:nvSpPr>
        <p:spPr>
          <a:xfrm rot="5400000">
            <a:off x="4231865" y="1679617"/>
            <a:ext cx="273051" cy="1613718"/>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0" name="Textfeld 9">
            <a:extLst>
              <a:ext uri="{FF2B5EF4-FFF2-40B4-BE49-F238E27FC236}">
                <a16:creationId xmlns:a16="http://schemas.microsoft.com/office/drawing/2014/main" id="{5E098919-E759-4CB0-659D-658A23AFD262}"/>
              </a:ext>
            </a:extLst>
          </p:cNvPr>
          <p:cNvSpPr txBox="1"/>
          <p:nvPr/>
        </p:nvSpPr>
        <p:spPr>
          <a:xfrm>
            <a:off x="3377670" y="2664727"/>
            <a:ext cx="1981440" cy="276999"/>
          </a:xfrm>
          <a:prstGeom prst="rect">
            <a:avLst/>
          </a:prstGeom>
          <a:noFill/>
        </p:spPr>
        <p:txBody>
          <a:bodyPr wrap="none" rtlCol="0">
            <a:spAutoFit/>
          </a:bodyPr>
          <a:lstStyle/>
          <a:p>
            <a:pPr algn="l"/>
            <a:r>
              <a:rPr lang="en-US" sz="1200" dirty="0"/>
              <a:t>Break Interval 10:30-11:30</a:t>
            </a:r>
          </a:p>
        </p:txBody>
      </p:sp>
      <p:graphicFrame>
        <p:nvGraphicFramePr>
          <p:cNvPr id="38" name="Tabelle 2">
            <a:extLst>
              <a:ext uri="{FF2B5EF4-FFF2-40B4-BE49-F238E27FC236}">
                <a16:creationId xmlns:a16="http://schemas.microsoft.com/office/drawing/2014/main" id="{0E08080F-8614-9AF1-67B6-F252519FB4E9}"/>
              </a:ext>
            </a:extLst>
          </p:cNvPr>
          <p:cNvGraphicFramePr>
            <a:graphicFrameLocks noGrp="1"/>
          </p:cNvGraphicFramePr>
          <p:nvPr>
            <p:extLst>
              <p:ext uri="{D42A27DB-BD31-4B8C-83A1-F6EECF244321}">
                <p14:modId xmlns:p14="http://schemas.microsoft.com/office/powerpoint/2010/main" val="2642381531"/>
              </p:ext>
            </p:extLst>
          </p:nvPr>
        </p:nvGraphicFramePr>
        <p:xfrm>
          <a:off x="585787" y="2941726"/>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39" name="Rechteck 38">
            <a:extLst>
              <a:ext uri="{FF2B5EF4-FFF2-40B4-BE49-F238E27FC236}">
                <a16:creationId xmlns:a16="http://schemas.microsoft.com/office/drawing/2014/main" id="{0F2EEB00-77E0-9FA8-90CA-CFD640EE8D9E}"/>
              </a:ext>
            </a:extLst>
          </p:cNvPr>
          <p:cNvSpPr>
            <a:spLocks noChangeAspect="1"/>
          </p:cNvSpPr>
          <p:nvPr/>
        </p:nvSpPr>
        <p:spPr>
          <a:xfrm>
            <a:off x="2762872" y="3778663"/>
            <a:ext cx="1858431" cy="366713"/>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40" name="Rechteck 39">
            <a:extLst>
              <a:ext uri="{FF2B5EF4-FFF2-40B4-BE49-F238E27FC236}">
                <a16:creationId xmlns:a16="http://schemas.microsoft.com/office/drawing/2014/main" id="{99EF60C8-1049-6D4C-6126-1BF89DCE79BF}"/>
              </a:ext>
            </a:extLst>
          </p:cNvPr>
          <p:cNvSpPr>
            <a:spLocks noChangeAspect="1"/>
          </p:cNvSpPr>
          <p:nvPr/>
        </p:nvSpPr>
        <p:spPr>
          <a:xfrm>
            <a:off x="4621303" y="3778663"/>
            <a:ext cx="679947" cy="366713"/>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Rechteck 40">
            <a:extLst>
              <a:ext uri="{FF2B5EF4-FFF2-40B4-BE49-F238E27FC236}">
                <a16:creationId xmlns:a16="http://schemas.microsoft.com/office/drawing/2014/main" id="{830600E3-890A-9ACE-4528-35FBBC3E149C}"/>
              </a:ext>
            </a:extLst>
          </p:cNvPr>
          <p:cNvSpPr>
            <a:spLocks noChangeAspect="1"/>
          </p:cNvSpPr>
          <p:nvPr/>
        </p:nvSpPr>
        <p:spPr>
          <a:xfrm>
            <a:off x="5302461" y="3778663"/>
            <a:ext cx="668524"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a:t>
            </a:r>
          </a:p>
        </p:txBody>
      </p:sp>
      <p:cxnSp>
        <p:nvCxnSpPr>
          <p:cNvPr id="42" name="Gerader Verbinder 41">
            <a:extLst>
              <a:ext uri="{FF2B5EF4-FFF2-40B4-BE49-F238E27FC236}">
                <a16:creationId xmlns:a16="http://schemas.microsoft.com/office/drawing/2014/main" id="{1D6EA746-2C1D-E183-D946-2CB728D2EC29}"/>
              </a:ext>
            </a:extLst>
          </p:cNvPr>
          <p:cNvCxnSpPr>
            <a:cxnSpLocks/>
          </p:cNvCxnSpPr>
          <p:nvPr/>
        </p:nvCxnSpPr>
        <p:spPr>
          <a:xfrm>
            <a:off x="4616263" y="3738975"/>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43" name="Rechteck 42">
            <a:extLst>
              <a:ext uri="{FF2B5EF4-FFF2-40B4-BE49-F238E27FC236}">
                <a16:creationId xmlns:a16="http://schemas.microsoft.com/office/drawing/2014/main" id="{32F0B36C-8756-DF26-CDE7-641BFED2B356}"/>
              </a:ext>
            </a:extLst>
          </p:cNvPr>
          <p:cNvSpPr>
            <a:spLocks noChangeAspect="1"/>
          </p:cNvSpPr>
          <p:nvPr/>
        </p:nvSpPr>
        <p:spPr>
          <a:xfrm>
            <a:off x="4741413" y="3778663"/>
            <a:ext cx="427832" cy="366713"/>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4" name="Gleichschenkliges Dreieck 43">
            <a:extLst>
              <a:ext uri="{FF2B5EF4-FFF2-40B4-BE49-F238E27FC236}">
                <a16:creationId xmlns:a16="http://schemas.microsoft.com/office/drawing/2014/main" id="{749C1B7F-5D51-5D1F-A9B1-6B10F3970F6F}"/>
              </a:ext>
            </a:extLst>
          </p:cNvPr>
          <p:cNvSpPr>
            <a:spLocks noChangeAspect="1"/>
          </p:cNvSpPr>
          <p:nvPr/>
        </p:nvSpPr>
        <p:spPr>
          <a:xfrm rot="16200000">
            <a:off x="2421451" y="3806335"/>
            <a:ext cx="366713" cy="316132"/>
          </a:xfrm>
          <a:prstGeom prst="triangle">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45" name="Tabelle 2">
            <a:extLst>
              <a:ext uri="{FF2B5EF4-FFF2-40B4-BE49-F238E27FC236}">
                <a16:creationId xmlns:a16="http://schemas.microsoft.com/office/drawing/2014/main" id="{0F994913-C5D9-AD53-C9D4-874728363ECE}"/>
              </a:ext>
            </a:extLst>
          </p:cNvPr>
          <p:cNvGraphicFramePr>
            <a:graphicFrameLocks noGrp="1"/>
          </p:cNvGraphicFramePr>
          <p:nvPr>
            <p:extLst>
              <p:ext uri="{D42A27DB-BD31-4B8C-83A1-F6EECF244321}">
                <p14:modId xmlns:p14="http://schemas.microsoft.com/office/powerpoint/2010/main" val="3617751846"/>
              </p:ext>
            </p:extLst>
          </p:nvPr>
        </p:nvGraphicFramePr>
        <p:xfrm>
          <a:off x="585787" y="4465239"/>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46" name="Rechteck 45">
            <a:extLst>
              <a:ext uri="{FF2B5EF4-FFF2-40B4-BE49-F238E27FC236}">
                <a16:creationId xmlns:a16="http://schemas.microsoft.com/office/drawing/2014/main" id="{8D2C2B85-C0BD-57B4-1817-771FB5044B5A}"/>
              </a:ext>
            </a:extLst>
          </p:cNvPr>
          <p:cNvSpPr>
            <a:spLocks noChangeAspect="1"/>
          </p:cNvSpPr>
          <p:nvPr/>
        </p:nvSpPr>
        <p:spPr>
          <a:xfrm>
            <a:off x="2762872" y="5302176"/>
            <a:ext cx="1972728" cy="366713"/>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47" name="Rechteck 46">
            <a:extLst>
              <a:ext uri="{FF2B5EF4-FFF2-40B4-BE49-F238E27FC236}">
                <a16:creationId xmlns:a16="http://schemas.microsoft.com/office/drawing/2014/main" id="{6940A23E-526E-1C11-9118-6AF53A24EC27}"/>
              </a:ext>
            </a:extLst>
          </p:cNvPr>
          <p:cNvSpPr>
            <a:spLocks noChangeAspect="1"/>
          </p:cNvSpPr>
          <p:nvPr/>
        </p:nvSpPr>
        <p:spPr>
          <a:xfrm>
            <a:off x="4735603" y="5302176"/>
            <a:ext cx="679947" cy="366713"/>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Rechteck 47">
            <a:extLst>
              <a:ext uri="{FF2B5EF4-FFF2-40B4-BE49-F238E27FC236}">
                <a16:creationId xmlns:a16="http://schemas.microsoft.com/office/drawing/2014/main" id="{E7EE4F0F-E0A6-C78E-79BB-9D4632119C1F}"/>
              </a:ext>
            </a:extLst>
          </p:cNvPr>
          <p:cNvSpPr>
            <a:spLocks noChangeAspect="1"/>
          </p:cNvSpPr>
          <p:nvPr/>
        </p:nvSpPr>
        <p:spPr>
          <a:xfrm>
            <a:off x="5415550" y="5302176"/>
            <a:ext cx="556746"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endPar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endParaRPr>
          </a:p>
        </p:txBody>
      </p:sp>
      <p:cxnSp>
        <p:nvCxnSpPr>
          <p:cNvPr id="49" name="Gerader Verbinder 48">
            <a:extLst>
              <a:ext uri="{FF2B5EF4-FFF2-40B4-BE49-F238E27FC236}">
                <a16:creationId xmlns:a16="http://schemas.microsoft.com/office/drawing/2014/main" id="{D87A3BD1-CCA1-A616-E09E-789D9981A6DE}"/>
              </a:ext>
            </a:extLst>
          </p:cNvPr>
          <p:cNvCxnSpPr>
            <a:cxnSpLocks/>
          </p:cNvCxnSpPr>
          <p:nvPr/>
        </p:nvCxnSpPr>
        <p:spPr>
          <a:xfrm>
            <a:off x="4730563" y="5262488"/>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50" name="Rechteck 49">
            <a:extLst>
              <a:ext uri="{FF2B5EF4-FFF2-40B4-BE49-F238E27FC236}">
                <a16:creationId xmlns:a16="http://schemas.microsoft.com/office/drawing/2014/main" id="{D6EB53E1-4AB0-D1F7-6B5B-142091B97E81}"/>
              </a:ext>
            </a:extLst>
          </p:cNvPr>
          <p:cNvSpPr>
            <a:spLocks noChangeAspect="1"/>
          </p:cNvSpPr>
          <p:nvPr/>
        </p:nvSpPr>
        <p:spPr>
          <a:xfrm>
            <a:off x="4741413" y="5302176"/>
            <a:ext cx="427832" cy="366713"/>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1" name="Gleichschenkliges Dreieck 50">
            <a:extLst>
              <a:ext uri="{FF2B5EF4-FFF2-40B4-BE49-F238E27FC236}">
                <a16:creationId xmlns:a16="http://schemas.microsoft.com/office/drawing/2014/main" id="{9F8BE81D-24C9-9556-045F-39CF45FF742D}"/>
              </a:ext>
            </a:extLst>
          </p:cNvPr>
          <p:cNvSpPr>
            <a:spLocks noChangeAspect="1"/>
          </p:cNvSpPr>
          <p:nvPr/>
        </p:nvSpPr>
        <p:spPr>
          <a:xfrm rot="16200000">
            <a:off x="2421451" y="5329848"/>
            <a:ext cx="366713" cy="316132"/>
          </a:xfrm>
          <a:prstGeom prst="triangle">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88434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2FA21BF0-D414-5CDA-5364-CF2309C89ADF}"/>
              </a:ext>
            </a:extLst>
          </p:cNvPr>
          <p:cNvSpPr>
            <a:spLocks noGrp="1"/>
          </p:cNvSpPr>
          <p:nvPr>
            <p:ph type="pic" sz="quarter" idx="12"/>
          </p:nvPr>
        </p:nvSpPr>
        <p:spPr/>
        <p:txBody>
          <a:bodyPr/>
          <a:lstStyle/>
          <a:p>
            <a:endParaRPr lang="de-DE"/>
          </a:p>
        </p:txBody>
      </p:sp>
      <p:sp>
        <p:nvSpPr>
          <p:cNvPr id="5" name="Bildplatzhalter 4">
            <a:extLst>
              <a:ext uri="{FF2B5EF4-FFF2-40B4-BE49-F238E27FC236}">
                <a16:creationId xmlns:a16="http://schemas.microsoft.com/office/drawing/2014/main" id="{F95AE3DE-2BAA-DA2F-BE1C-4C362F498A00}"/>
              </a:ext>
            </a:extLst>
          </p:cNvPr>
          <p:cNvSpPr>
            <a:spLocks noGrp="1"/>
          </p:cNvSpPr>
          <p:nvPr>
            <p:ph type="pic" sz="quarter" idx="11"/>
          </p:nvPr>
        </p:nvSpPr>
        <p:spPr/>
        <p:txBody>
          <a:bodyPr/>
          <a:lstStyle/>
          <a:p>
            <a:endParaRPr lang="de-DE"/>
          </a:p>
        </p:txBody>
      </p:sp>
      <p:sp>
        <p:nvSpPr>
          <p:cNvPr id="2" name="Titel 1">
            <a:extLst>
              <a:ext uri="{FF2B5EF4-FFF2-40B4-BE49-F238E27FC236}">
                <a16:creationId xmlns:a16="http://schemas.microsoft.com/office/drawing/2014/main" id="{3FC40F74-5CF4-A57E-7EDF-07039C6CBF04}"/>
              </a:ext>
            </a:extLst>
          </p:cNvPr>
          <p:cNvSpPr>
            <a:spLocks noGrp="1"/>
          </p:cNvSpPr>
          <p:nvPr>
            <p:ph type="title"/>
          </p:nvPr>
        </p:nvSpPr>
        <p:spPr/>
        <p:txBody>
          <a:bodyPr/>
          <a:lstStyle/>
          <a:p>
            <a:r>
              <a:rPr lang="en-US"/>
              <a:t>Summary Update Schedules</a:t>
            </a:r>
            <a:br>
              <a:rPr lang="en-US"/>
            </a:br>
            <a:endParaRPr lang="en-US"/>
          </a:p>
        </p:txBody>
      </p:sp>
      <p:sp>
        <p:nvSpPr>
          <p:cNvPr id="3" name="Vertikaler Textplatzhalter 2">
            <a:extLst>
              <a:ext uri="{FF2B5EF4-FFF2-40B4-BE49-F238E27FC236}">
                <a16:creationId xmlns:a16="http://schemas.microsoft.com/office/drawing/2014/main" id="{DDBA623D-4D7E-47DE-B072-A92FF70AF101}"/>
              </a:ext>
            </a:extLst>
          </p:cNvPr>
          <p:cNvSpPr>
            <a:spLocks noGrp="1"/>
          </p:cNvSpPr>
          <p:nvPr>
            <p:ph type="body" orient="vert" idx="1"/>
          </p:nvPr>
        </p:nvSpPr>
        <p:spPr>
          <a:xfrm>
            <a:off x="539749" y="2786063"/>
            <a:ext cx="6948488" cy="3082925"/>
          </a:xfrm>
        </p:spPr>
        <p:txBody>
          <a:bodyPr/>
          <a:lstStyle/>
          <a:p>
            <a:pPr marL="0" indent="0">
              <a:buNone/>
            </a:pPr>
            <a:r>
              <a:rPr lang="en-US" dirty="0"/>
              <a:t>When update schedules moves a return run </a:t>
            </a:r>
          </a:p>
          <a:p>
            <a:pPr marL="358775" lvl="1" indent="179388">
              <a:spcBef>
                <a:spcPts val="600"/>
              </a:spcBef>
              <a:buFont typeface="Arial" panose="020B0604020202020204" pitchFamily="34" charset="0"/>
              <a:buChar char="•"/>
            </a:pPr>
            <a:r>
              <a:rPr lang="en-US" dirty="0"/>
              <a:t>the break </a:t>
            </a:r>
            <a:r>
              <a:rPr lang="en-US" b="1" dirty="0"/>
              <a:t>must</a:t>
            </a:r>
            <a:r>
              <a:rPr lang="en-US" dirty="0"/>
              <a:t> stay at the initial time inside the return run if break start &gt; now</a:t>
            </a:r>
          </a:p>
          <a:p>
            <a:pPr marL="358775" lvl="1" indent="179388">
              <a:spcBef>
                <a:spcPts val="600"/>
              </a:spcBef>
              <a:buFont typeface="Arial" panose="020B0604020202020204" pitchFamily="34" charset="0"/>
              <a:buChar char="•"/>
            </a:pPr>
            <a:r>
              <a:rPr lang="en-US" dirty="0"/>
              <a:t>the break </a:t>
            </a:r>
            <a:r>
              <a:rPr lang="en-US" b="1" dirty="0"/>
              <a:t>must not</a:t>
            </a:r>
            <a:r>
              <a:rPr lang="en-US" dirty="0"/>
              <a:t> stay at the initial time inside the return run if break start = now</a:t>
            </a:r>
          </a:p>
          <a:p>
            <a:pPr marL="0" indent="0">
              <a:buNone/>
            </a:pPr>
            <a:r>
              <a:rPr lang="en-US" dirty="0"/>
              <a:t>When the break does not fit into the return run until the end of the break interval anymore</a:t>
            </a:r>
          </a:p>
          <a:p>
            <a:pPr marL="358775" lvl="1" indent="179388">
              <a:spcBef>
                <a:spcPts val="600"/>
              </a:spcBef>
              <a:buFont typeface="Arial" panose="020B0604020202020204" pitchFamily="34" charset="0"/>
              <a:buChar char="•"/>
            </a:pPr>
            <a:r>
              <a:rPr lang="en-US" dirty="0"/>
              <a:t>it must not be planned anymore</a:t>
            </a:r>
          </a:p>
          <a:p>
            <a:pPr marL="232775" indent="0">
              <a:spcBef>
                <a:spcPts val="600"/>
              </a:spcBef>
              <a:buNone/>
            </a:pPr>
            <a:endParaRPr lang="en-US" dirty="0"/>
          </a:p>
        </p:txBody>
      </p:sp>
      <p:pic>
        <p:nvPicPr>
          <p:cNvPr id="7" name="Bildplatzhalter 9" descr="Ein Bild, das Himmel, draußen, Mann, Sitz enthält.&#10;&#10;Automatisch generierte Beschreibung">
            <a:extLst>
              <a:ext uri="{FF2B5EF4-FFF2-40B4-BE49-F238E27FC236}">
                <a16:creationId xmlns:a16="http://schemas.microsoft.com/office/drawing/2014/main" id="{66AEEB2C-4E46-4F5F-86BF-EE734C84C95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261" r="2261"/>
          <a:stretch>
            <a:fillRect/>
          </a:stretch>
        </p:blipFill>
        <p:spPr>
          <a:xfrm>
            <a:off x="7378676" y="52"/>
            <a:ext cx="4141725" cy="6480076"/>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pic>
      <p:graphicFrame>
        <p:nvGraphicFramePr>
          <p:cNvPr id="8" name="Tabelle 2">
            <a:extLst>
              <a:ext uri="{FF2B5EF4-FFF2-40B4-BE49-F238E27FC236}">
                <a16:creationId xmlns:a16="http://schemas.microsoft.com/office/drawing/2014/main" id="{680AC5F4-E8A7-CF3D-0449-AA03B4FED441}"/>
              </a:ext>
            </a:extLst>
          </p:cNvPr>
          <p:cNvGraphicFramePr>
            <a:graphicFrameLocks noGrp="1"/>
          </p:cNvGraphicFramePr>
          <p:nvPr>
            <p:extLst>
              <p:ext uri="{D42A27DB-BD31-4B8C-83A1-F6EECF244321}">
                <p14:modId xmlns:p14="http://schemas.microsoft.com/office/powerpoint/2010/main" val="3795246180"/>
              </p:ext>
            </p:extLst>
          </p:nvPr>
        </p:nvGraphicFramePr>
        <p:xfrm>
          <a:off x="585787" y="1087039"/>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9" name="Rechteck 8">
            <a:extLst>
              <a:ext uri="{FF2B5EF4-FFF2-40B4-BE49-F238E27FC236}">
                <a16:creationId xmlns:a16="http://schemas.microsoft.com/office/drawing/2014/main" id="{B271E513-7737-899B-D1C5-8FBA12D51D20}"/>
              </a:ext>
            </a:extLst>
          </p:cNvPr>
          <p:cNvSpPr>
            <a:spLocks noChangeAspect="1"/>
          </p:cNvSpPr>
          <p:nvPr/>
        </p:nvSpPr>
        <p:spPr>
          <a:xfrm>
            <a:off x="2762871" y="1922400"/>
            <a:ext cx="2042573" cy="366713"/>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10" name="Rechteck 9">
            <a:extLst>
              <a:ext uri="{FF2B5EF4-FFF2-40B4-BE49-F238E27FC236}">
                <a16:creationId xmlns:a16="http://schemas.microsoft.com/office/drawing/2014/main" id="{A819E937-1FB7-0352-4007-2776AAFAAFE4}"/>
              </a:ext>
            </a:extLst>
          </p:cNvPr>
          <p:cNvSpPr>
            <a:spLocks noChangeAspect="1"/>
          </p:cNvSpPr>
          <p:nvPr/>
        </p:nvSpPr>
        <p:spPr>
          <a:xfrm>
            <a:off x="4805454" y="1922400"/>
            <a:ext cx="258456" cy="366713"/>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1" name="Gerader Verbinder 10">
            <a:extLst>
              <a:ext uri="{FF2B5EF4-FFF2-40B4-BE49-F238E27FC236}">
                <a16:creationId xmlns:a16="http://schemas.microsoft.com/office/drawing/2014/main" id="{393C992D-0A1A-A97D-8C18-A8250256FDDE}"/>
              </a:ext>
            </a:extLst>
          </p:cNvPr>
          <p:cNvCxnSpPr>
            <a:cxnSpLocks/>
          </p:cNvCxnSpPr>
          <p:nvPr/>
        </p:nvCxnSpPr>
        <p:spPr>
          <a:xfrm>
            <a:off x="4800413" y="1884288"/>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12" name="Gleichschenkliges Dreieck 11">
            <a:extLst>
              <a:ext uri="{FF2B5EF4-FFF2-40B4-BE49-F238E27FC236}">
                <a16:creationId xmlns:a16="http://schemas.microsoft.com/office/drawing/2014/main" id="{A8C2FEDC-6CD3-880E-654A-2E8FCCFF70CB}"/>
              </a:ext>
            </a:extLst>
          </p:cNvPr>
          <p:cNvSpPr>
            <a:spLocks noChangeAspect="1"/>
          </p:cNvSpPr>
          <p:nvPr/>
        </p:nvSpPr>
        <p:spPr>
          <a:xfrm rot="16200000">
            <a:off x="2421451" y="1922400"/>
            <a:ext cx="366713" cy="316132"/>
          </a:xfrm>
          <a:prstGeom prst="triangle">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3C19E6B9-E99C-2DEE-31A3-024E068F67BD}"/>
              </a:ext>
            </a:extLst>
          </p:cNvPr>
          <p:cNvSpPr>
            <a:spLocks noChangeAspect="1"/>
          </p:cNvSpPr>
          <p:nvPr/>
        </p:nvSpPr>
        <p:spPr>
          <a:xfrm>
            <a:off x="5232400" y="1922400"/>
            <a:ext cx="739686"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 </a:t>
            </a:r>
          </a:p>
        </p:txBody>
      </p:sp>
    </p:spTree>
    <p:extLst>
      <p:ext uri="{BB962C8B-B14F-4D97-AF65-F5344CB8AC3E}">
        <p14:creationId xmlns:p14="http://schemas.microsoft.com/office/powerpoint/2010/main" val="144428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a:xfrm>
            <a:off x="539750" y="611187"/>
            <a:ext cx="7857630" cy="612000"/>
          </a:xfrm>
        </p:spPr>
        <p:txBody>
          <a:bodyPr/>
          <a:lstStyle/>
          <a:p>
            <a:r>
              <a:rPr lang="en-US" dirty="0"/>
              <a:t>Example 6: Break Transaction; ‘Automatic Return Run’; Break timestamps within Return Run</a:t>
            </a:r>
          </a:p>
        </p:txBody>
      </p:sp>
      <p:graphicFrame>
        <p:nvGraphicFramePr>
          <p:cNvPr id="6" name="Tabelle 2">
            <a:extLst>
              <a:ext uri="{FF2B5EF4-FFF2-40B4-BE49-F238E27FC236}">
                <a16:creationId xmlns:a16="http://schemas.microsoft.com/office/drawing/2014/main" id="{5DA6F769-2074-C444-EA93-A93D0D490A0D}"/>
              </a:ext>
            </a:extLst>
          </p:cNvPr>
          <p:cNvGraphicFramePr>
            <a:graphicFrameLocks noGrp="1"/>
          </p:cNvGraphicFramePr>
          <p:nvPr/>
        </p:nvGraphicFramePr>
        <p:xfrm>
          <a:off x="585787" y="1296661"/>
          <a:ext cx="6258983" cy="1802559"/>
        </p:xfrm>
        <a:graphic>
          <a:graphicData uri="http://schemas.openxmlformats.org/drawingml/2006/table">
            <a:tbl>
              <a:tblPr firstRow="1" bandRow="1">
                <a:tableStyleId>{5C22544A-7EE6-4342-B048-85BDC9FD1C3A}</a:tableStyleId>
              </a:tblPr>
              <a:tblGrid>
                <a:gridCol w="1588101">
                  <a:extLst>
                    <a:ext uri="{9D8B030D-6E8A-4147-A177-3AD203B41FA5}">
                      <a16:colId xmlns:a16="http://schemas.microsoft.com/office/drawing/2014/main" val="2825373251"/>
                    </a:ext>
                  </a:extLst>
                </a:gridCol>
                <a:gridCol w="934177">
                  <a:extLst>
                    <a:ext uri="{9D8B030D-6E8A-4147-A177-3AD203B41FA5}">
                      <a16:colId xmlns:a16="http://schemas.microsoft.com/office/drawing/2014/main" val="2339377213"/>
                    </a:ext>
                  </a:extLst>
                </a:gridCol>
                <a:gridCol w="467088">
                  <a:extLst>
                    <a:ext uri="{9D8B030D-6E8A-4147-A177-3AD203B41FA5}">
                      <a16:colId xmlns:a16="http://schemas.microsoft.com/office/drawing/2014/main" val="969585536"/>
                    </a:ext>
                  </a:extLst>
                </a:gridCol>
                <a:gridCol w="467088">
                  <a:extLst>
                    <a:ext uri="{9D8B030D-6E8A-4147-A177-3AD203B41FA5}">
                      <a16:colId xmlns:a16="http://schemas.microsoft.com/office/drawing/2014/main" val="1072700302"/>
                    </a:ext>
                  </a:extLst>
                </a:gridCol>
                <a:gridCol w="467088">
                  <a:extLst>
                    <a:ext uri="{9D8B030D-6E8A-4147-A177-3AD203B41FA5}">
                      <a16:colId xmlns:a16="http://schemas.microsoft.com/office/drawing/2014/main" val="4232202099"/>
                    </a:ext>
                  </a:extLst>
                </a:gridCol>
                <a:gridCol w="467088">
                  <a:extLst>
                    <a:ext uri="{9D8B030D-6E8A-4147-A177-3AD203B41FA5}">
                      <a16:colId xmlns:a16="http://schemas.microsoft.com/office/drawing/2014/main" val="2900486411"/>
                    </a:ext>
                  </a:extLst>
                </a:gridCol>
                <a:gridCol w="467088">
                  <a:extLst>
                    <a:ext uri="{9D8B030D-6E8A-4147-A177-3AD203B41FA5}">
                      <a16:colId xmlns:a16="http://schemas.microsoft.com/office/drawing/2014/main" val="3703516953"/>
                    </a:ext>
                  </a:extLst>
                </a:gridCol>
                <a:gridCol w="467088">
                  <a:extLst>
                    <a:ext uri="{9D8B030D-6E8A-4147-A177-3AD203B41FA5}">
                      <a16:colId xmlns:a16="http://schemas.microsoft.com/office/drawing/2014/main" val="1281601919"/>
                    </a:ext>
                  </a:extLst>
                </a:gridCol>
                <a:gridCol w="934177">
                  <a:extLst>
                    <a:ext uri="{9D8B030D-6E8A-4147-A177-3AD203B41FA5}">
                      <a16:colId xmlns:a16="http://schemas.microsoft.com/office/drawing/2014/main" val="3785264208"/>
                    </a:ext>
                  </a:extLst>
                </a:gridCol>
              </a:tblGrid>
              <a:tr h="633094">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527578">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641887">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7" name="Rechteck 6">
            <a:extLst>
              <a:ext uri="{FF2B5EF4-FFF2-40B4-BE49-F238E27FC236}">
                <a16:creationId xmlns:a16="http://schemas.microsoft.com/office/drawing/2014/main" id="{5A25AAED-A73F-C60A-7325-F9A40894DF9A}"/>
              </a:ext>
            </a:extLst>
          </p:cNvPr>
          <p:cNvSpPr/>
          <p:nvPr/>
        </p:nvSpPr>
        <p:spPr>
          <a:xfrm>
            <a:off x="3105678" y="2543175"/>
            <a:ext cx="1457325" cy="457200"/>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9" name="Rechteck 8">
            <a:extLst>
              <a:ext uri="{FF2B5EF4-FFF2-40B4-BE49-F238E27FC236}">
                <a16:creationId xmlns:a16="http://schemas.microsoft.com/office/drawing/2014/main" id="{526421AE-2B73-0140-6C67-1C3208A38857}"/>
              </a:ext>
            </a:extLst>
          </p:cNvPr>
          <p:cNvSpPr/>
          <p:nvPr/>
        </p:nvSpPr>
        <p:spPr>
          <a:xfrm>
            <a:off x="4563003" y="2543175"/>
            <a:ext cx="847725" cy="457200"/>
          </a:xfrm>
          <a:prstGeom prst="rect">
            <a:avLst/>
          </a:prstGeom>
          <a:gradFill flip="none" rotWithShape="1">
            <a:gsLst>
              <a:gs pos="0">
                <a:schemeClr val="accent6">
                  <a:lumMod val="5000"/>
                  <a:lumOff val="95000"/>
                </a:schemeClr>
              </a:gs>
              <a:gs pos="50000">
                <a:srgbClr val="5B95BD"/>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05713F94-48EA-AF80-0C02-2941EE58493C}"/>
              </a:ext>
            </a:extLst>
          </p:cNvPr>
          <p:cNvSpPr/>
          <p:nvPr/>
        </p:nvSpPr>
        <p:spPr>
          <a:xfrm>
            <a:off x="5606520" y="2543175"/>
            <a:ext cx="847726" cy="457200"/>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a:t>
            </a:r>
          </a:p>
        </p:txBody>
      </p:sp>
      <p:sp>
        <p:nvSpPr>
          <p:cNvPr id="13" name="Titel 11">
            <a:extLst>
              <a:ext uri="{FF2B5EF4-FFF2-40B4-BE49-F238E27FC236}">
                <a16:creationId xmlns:a16="http://schemas.microsoft.com/office/drawing/2014/main" id="{99A3F544-D581-B71C-D000-21D0BAF77978}"/>
              </a:ext>
            </a:extLst>
          </p:cNvPr>
          <p:cNvSpPr txBox="1">
            <a:spLocks/>
          </p:cNvSpPr>
          <p:nvPr/>
        </p:nvSpPr>
        <p:spPr>
          <a:xfrm>
            <a:off x="585787" y="3380955"/>
            <a:ext cx="7857630" cy="612000"/>
          </a:xfrm>
          <a:prstGeom prst="rect">
            <a:avLst/>
          </a:prstGeom>
        </p:spPr>
        <p:txBody>
          <a:bodyPr vert="horz" lIns="0" tIns="0" rIns="0" bIns="0" rtlCol="0" anchor="t" anchorCtr="0">
            <a:noAutofit/>
          </a:bodyPr>
          <a:lstStyle>
            <a:lvl1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j-lt"/>
                <a:ea typeface="+mj-ea"/>
                <a:cs typeface="+mj-cs"/>
              </a:defRPr>
            </a:lvl1pPr>
          </a:lstStyle>
          <a:p>
            <a:r>
              <a:rPr lang="en-US" dirty="0"/>
              <a:t>Example 7: Break Transaction; ‘Automatic Return Run’; Break timestamps behind/(at the end of) Return Run</a:t>
            </a:r>
          </a:p>
        </p:txBody>
      </p:sp>
      <p:graphicFrame>
        <p:nvGraphicFramePr>
          <p:cNvPr id="14" name="Tabelle 2">
            <a:extLst>
              <a:ext uri="{FF2B5EF4-FFF2-40B4-BE49-F238E27FC236}">
                <a16:creationId xmlns:a16="http://schemas.microsoft.com/office/drawing/2014/main" id="{3A663BEC-602A-E3B0-0C10-E5F88CE5E2FC}"/>
              </a:ext>
            </a:extLst>
          </p:cNvPr>
          <p:cNvGraphicFramePr>
            <a:graphicFrameLocks noGrp="1"/>
          </p:cNvGraphicFramePr>
          <p:nvPr/>
        </p:nvGraphicFramePr>
        <p:xfrm>
          <a:off x="631824" y="4066429"/>
          <a:ext cx="6258983" cy="1802559"/>
        </p:xfrm>
        <a:graphic>
          <a:graphicData uri="http://schemas.openxmlformats.org/drawingml/2006/table">
            <a:tbl>
              <a:tblPr firstRow="1" bandRow="1">
                <a:tableStyleId>{5C22544A-7EE6-4342-B048-85BDC9FD1C3A}</a:tableStyleId>
              </a:tblPr>
              <a:tblGrid>
                <a:gridCol w="1588101">
                  <a:extLst>
                    <a:ext uri="{9D8B030D-6E8A-4147-A177-3AD203B41FA5}">
                      <a16:colId xmlns:a16="http://schemas.microsoft.com/office/drawing/2014/main" val="2825373251"/>
                    </a:ext>
                  </a:extLst>
                </a:gridCol>
                <a:gridCol w="934177">
                  <a:extLst>
                    <a:ext uri="{9D8B030D-6E8A-4147-A177-3AD203B41FA5}">
                      <a16:colId xmlns:a16="http://schemas.microsoft.com/office/drawing/2014/main" val="2339377213"/>
                    </a:ext>
                  </a:extLst>
                </a:gridCol>
                <a:gridCol w="467088">
                  <a:extLst>
                    <a:ext uri="{9D8B030D-6E8A-4147-A177-3AD203B41FA5}">
                      <a16:colId xmlns:a16="http://schemas.microsoft.com/office/drawing/2014/main" val="969585536"/>
                    </a:ext>
                  </a:extLst>
                </a:gridCol>
                <a:gridCol w="467088">
                  <a:extLst>
                    <a:ext uri="{9D8B030D-6E8A-4147-A177-3AD203B41FA5}">
                      <a16:colId xmlns:a16="http://schemas.microsoft.com/office/drawing/2014/main" val="1072700302"/>
                    </a:ext>
                  </a:extLst>
                </a:gridCol>
                <a:gridCol w="467088">
                  <a:extLst>
                    <a:ext uri="{9D8B030D-6E8A-4147-A177-3AD203B41FA5}">
                      <a16:colId xmlns:a16="http://schemas.microsoft.com/office/drawing/2014/main" val="4232202099"/>
                    </a:ext>
                  </a:extLst>
                </a:gridCol>
                <a:gridCol w="467088">
                  <a:extLst>
                    <a:ext uri="{9D8B030D-6E8A-4147-A177-3AD203B41FA5}">
                      <a16:colId xmlns:a16="http://schemas.microsoft.com/office/drawing/2014/main" val="2900486411"/>
                    </a:ext>
                  </a:extLst>
                </a:gridCol>
                <a:gridCol w="467088">
                  <a:extLst>
                    <a:ext uri="{9D8B030D-6E8A-4147-A177-3AD203B41FA5}">
                      <a16:colId xmlns:a16="http://schemas.microsoft.com/office/drawing/2014/main" val="3703516953"/>
                    </a:ext>
                  </a:extLst>
                </a:gridCol>
                <a:gridCol w="467088">
                  <a:extLst>
                    <a:ext uri="{9D8B030D-6E8A-4147-A177-3AD203B41FA5}">
                      <a16:colId xmlns:a16="http://schemas.microsoft.com/office/drawing/2014/main" val="1281601919"/>
                    </a:ext>
                  </a:extLst>
                </a:gridCol>
                <a:gridCol w="934177">
                  <a:extLst>
                    <a:ext uri="{9D8B030D-6E8A-4147-A177-3AD203B41FA5}">
                      <a16:colId xmlns:a16="http://schemas.microsoft.com/office/drawing/2014/main" val="3785264208"/>
                    </a:ext>
                  </a:extLst>
                </a:gridCol>
              </a:tblGrid>
              <a:tr h="633094">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527578">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641887">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15" name="Rechteck 14">
            <a:extLst>
              <a:ext uri="{FF2B5EF4-FFF2-40B4-BE49-F238E27FC236}">
                <a16:creationId xmlns:a16="http://schemas.microsoft.com/office/drawing/2014/main" id="{2A1BE9E7-3D96-B9FB-68AA-71573E582069}"/>
              </a:ext>
            </a:extLst>
          </p:cNvPr>
          <p:cNvSpPr/>
          <p:nvPr/>
        </p:nvSpPr>
        <p:spPr>
          <a:xfrm>
            <a:off x="3151715" y="5312943"/>
            <a:ext cx="1457325" cy="457200"/>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16" name="Rechteck 15">
            <a:extLst>
              <a:ext uri="{FF2B5EF4-FFF2-40B4-BE49-F238E27FC236}">
                <a16:creationId xmlns:a16="http://schemas.microsoft.com/office/drawing/2014/main" id="{60DD27FA-C8B8-C0A4-0E13-22A7BD164EF3}"/>
              </a:ext>
            </a:extLst>
          </p:cNvPr>
          <p:cNvSpPr/>
          <p:nvPr/>
        </p:nvSpPr>
        <p:spPr>
          <a:xfrm>
            <a:off x="4609040" y="5312943"/>
            <a:ext cx="847725" cy="457200"/>
          </a:xfrm>
          <a:prstGeom prst="rect">
            <a:avLst/>
          </a:prstGeom>
          <a:gradFill flip="none" rotWithShape="1">
            <a:gsLst>
              <a:gs pos="0">
                <a:schemeClr val="accent6">
                  <a:lumMod val="5000"/>
                  <a:lumOff val="95000"/>
                </a:schemeClr>
              </a:gs>
              <a:gs pos="50000">
                <a:srgbClr val="5B95BD"/>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C8AF95EB-0627-F912-EB77-4C823872C82C}"/>
              </a:ext>
            </a:extLst>
          </p:cNvPr>
          <p:cNvSpPr/>
          <p:nvPr/>
        </p:nvSpPr>
        <p:spPr>
          <a:xfrm>
            <a:off x="4915806" y="5312943"/>
            <a:ext cx="533400" cy="457200"/>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8" name="Rechteck 17">
            <a:extLst>
              <a:ext uri="{FF2B5EF4-FFF2-40B4-BE49-F238E27FC236}">
                <a16:creationId xmlns:a16="http://schemas.microsoft.com/office/drawing/2014/main" id="{800533C9-317B-B305-5536-A29725FA1EFA}"/>
              </a:ext>
            </a:extLst>
          </p:cNvPr>
          <p:cNvSpPr/>
          <p:nvPr/>
        </p:nvSpPr>
        <p:spPr>
          <a:xfrm>
            <a:off x="5652557" y="5312943"/>
            <a:ext cx="847726" cy="457200"/>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a:t>
            </a:r>
          </a:p>
        </p:txBody>
      </p:sp>
      <p:cxnSp>
        <p:nvCxnSpPr>
          <p:cNvPr id="2" name="Gerader Verbinder 1">
            <a:extLst>
              <a:ext uri="{FF2B5EF4-FFF2-40B4-BE49-F238E27FC236}">
                <a16:creationId xmlns:a16="http://schemas.microsoft.com/office/drawing/2014/main" id="{9E535496-CD8B-EEBA-C8E2-E18BB8F85298}"/>
              </a:ext>
            </a:extLst>
          </p:cNvPr>
          <p:cNvCxnSpPr>
            <a:cxnSpLocks/>
          </p:cNvCxnSpPr>
          <p:nvPr/>
        </p:nvCxnSpPr>
        <p:spPr>
          <a:xfrm>
            <a:off x="2876273" y="5210384"/>
            <a:ext cx="0" cy="658604"/>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cxnSp>
        <p:nvCxnSpPr>
          <p:cNvPr id="4" name="Gerader Verbinder 3">
            <a:extLst>
              <a:ext uri="{FF2B5EF4-FFF2-40B4-BE49-F238E27FC236}">
                <a16:creationId xmlns:a16="http://schemas.microsoft.com/office/drawing/2014/main" id="{2706D47F-0DB5-DF91-16E0-4417BD1CB0B2}"/>
              </a:ext>
            </a:extLst>
          </p:cNvPr>
          <p:cNvCxnSpPr>
            <a:cxnSpLocks/>
          </p:cNvCxnSpPr>
          <p:nvPr/>
        </p:nvCxnSpPr>
        <p:spPr>
          <a:xfrm>
            <a:off x="2876273" y="2440616"/>
            <a:ext cx="0" cy="658604"/>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3" name="Rechteck 2">
            <a:extLst>
              <a:ext uri="{FF2B5EF4-FFF2-40B4-BE49-F238E27FC236}">
                <a16:creationId xmlns:a16="http://schemas.microsoft.com/office/drawing/2014/main" id="{BFD95CA2-9F41-5CA1-C432-F546EA829B48}"/>
              </a:ext>
            </a:extLst>
          </p:cNvPr>
          <p:cNvSpPr/>
          <p:nvPr/>
        </p:nvSpPr>
        <p:spPr>
          <a:xfrm>
            <a:off x="4700873" y="2543175"/>
            <a:ext cx="533400" cy="457200"/>
          </a:xfrm>
          <a:prstGeom prst="rect">
            <a:avLst/>
          </a:prstGeom>
          <a:pattFill prst="lgCheck">
            <a:fgClr>
              <a:srgbClr val="5B95BD"/>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770957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a:xfrm>
            <a:off x="539750" y="611187"/>
            <a:ext cx="7857630" cy="612000"/>
          </a:xfrm>
        </p:spPr>
        <p:txBody>
          <a:bodyPr/>
          <a:lstStyle/>
          <a:p>
            <a:r>
              <a:rPr lang="en-US" dirty="0"/>
              <a:t>Example 8: Break Transaction; ‘Assign Best’;</a:t>
            </a:r>
          </a:p>
        </p:txBody>
      </p:sp>
      <p:graphicFrame>
        <p:nvGraphicFramePr>
          <p:cNvPr id="6" name="Tabelle 2">
            <a:extLst>
              <a:ext uri="{FF2B5EF4-FFF2-40B4-BE49-F238E27FC236}">
                <a16:creationId xmlns:a16="http://schemas.microsoft.com/office/drawing/2014/main" id="{5DA6F769-2074-C444-EA93-A93D0D490A0D}"/>
              </a:ext>
            </a:extLst>
          </p:cNvPr>
          <p:cNvGraphicFramePr>
            <a:graphicFrameLocks noGrp="1"/>
          </p:cNvGraphicFramePr>
          <p:nvPr/>
        </p:nvGraphicFramePr>
        <p:xfrm>
          <a:off x="585787" y="1296661"/>
          <a:ext cx="6258983" cy="1802559"/>
        </p:xfrm>
        <a:graphic>
          <a:graphicData uri="http://schemas.openxmlformats.org/drawingml/2006/table">
            <a:tbl>
              <a:tblPr firstRow="1" bandRow="1">
                <a:tableStyleId>{5C22544A-7EE6-4342-B048-85BDC9FD1C3A}</a:tableStyleId>
              </a:tblPr>
              <a:tblGrid>
                <a:gridCol w="1588101">
                  <a:extLst>
                    <a:ext uri="{9D8B030D-6E8A-4147-A177-3AD203B41FA5}">
                      <a16:colId xmlns:a16="http://schemas.microsoft.com/office/drawing/2014/main" val="2825373251"/>
                    </a:ext>
                  </a:extLst>
                </a:gridCol>
                <a:gridCol w="934177">
                  <a:extLst>
                    <a:ext uri="{9D8B030D-6E8A-4147-A177-3AD203B41FA5}">
                      <a16:colId xmlns:a16="http://schemas.microsoft.com/office/drawing/2014/main" val="2339377213"/>
                    </a:ext>
                  </a:extLst>
                </a:gridCol>
                <a:gridCol w="467088">
                  <a:extLst>
                    <a:ext uri="{9D8B030D-6E8A-4147-A177-3AD203B41FA5}">
                      <a16:colId xmlns:a16="http://schemas.microsoft.com/office/drawing/2014/main" val="969585536"/>
                    </a:ext>
                  </a:extLst>
                </a:gridCol>
                <a:gridCol w="467088">
                  <a:extLst>
                    <a:ext uri="{9D8B030D-6E8A-4147-A177-3AD203B41FA5}">
                      <a16:colId xmlns:a16="http://schemas.microsoft.com/office/drawing/2014/main" val="1072700302"/>
                    </a:ext>
                  </a:extLst>
                </a:gridCol>
                <a:gridCol w="467088">
                  <a:extLst>
                    <a:ext uri="{9D8B030D-6E8A-4147-A177-3AD203B41FA5}">
                      <a16:colId xmlns:a16="http://schemas.microsoft.com/office/drawing/2014/main" val="4232202099"/>
                    </a:ext>
                  </a:extLst>
                </a:gridCol>
                <a:gridCol w="467088">
                  <a:extLst>
                    <a:ext uri="{9D8B030D-6E8A-4147-A177-3AD203B41FA5}">
                      <a16:colId xmlns:a16="http://schemas.microsoft.com/office/drawing/2014/main" val="2900486411"/>
                    </a:ext>
                  </a:extLst>
                </a:gridCol>
                <a:gridCol w="467088">
                  <a:extLst>
                    <a:ext uri="{9D8B030D-6E8A-4147-A177-3AD203B41FA5}">
                      <a16:colId xmlns:a16="http://schemas.microsoft.com/office/drawing/2014/main" val="3703516953"/>
                    </a:ext>
                  </a:extLst>
                </a:gridCol>
                <a:gridCol w="467088">
                  <a:extLst>
                    <a:ext uri="{9D8B030D-6E8A-4147-A177-3AD203B41FA5}">
                      <a16:colId xmlns:a16="http://schemas.microsoft.com/office/drawing/2014/main" val="1281601919"/>
                    </a:ext>
                  </a:extLst>
                </a:gridCol>
                <a:gridCol w="934177">
                  <a:extLst>
                    <a:ext uri="{9D8B030D-6E8A-4147-A177-3AD203B41FA5}">
                      <a16:colId xmlns:a16="http://schemas.microsoft.com/office/drawing/2014/main" val="3785264208"/>
                    </a:ext>
                  </a:extLst>
                </a:gridCol>
              </a:tblGrid>
              <a:tr h="633094">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527578">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641887">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7" name="Rechteck 6">
            <a:extLst>
              <a:ext uri="{FF2B5EF4-FFF2-40B4-BE49-F238E27FC236}">
                <a16:creationId xmlns:a16="http://schemas.microsoft.com/office/drawing/2014/main" id="{5A25AAED-A73F-C60A-7325-F9A40894DF9A}"/>
              </a:ext>
            </a:extLst>
          </p:cNvPr>
          <p:cNvSpPr/>
          <p:nvPr/>
        </p:nvSpPr>
        <p:spPr>
          <a:xfrm>
            <a:off x="3105678" y="2543175"/>
            <a:ext cx="1457325" cy="457200"/>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9" name="Rechteck 8">
            <a:extLst>
              <a:ext uri="{FF2B5EF4-FFF2-40B4-BE49-F238E27FC236}">
                <a16:creationId xmlns:a16="http://schemas.microsoft.com/office/drawing/2014/main" id="{526421AE-2B73-0140-6C67-1C3208A38857}"/>
              </a:ext>
            </a:extLst>
          </p:cNvPr>
          <p:cNvSpPr/>
          <p:nvPr/>
        </p:nvSpPr>
        <p:spPr>
          <a:xfrm>
            <a:off x="4563003" y="2543175"/>
            <a:ext cx="847725" cy="457200"/>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05713F94-48EA-AF80-0C02-2941EE58493C}"/>
              </a:ext>
            </a:extLst>
          </p:cNvPr>
          <p:cNvSpPr/>
          <p:nvPr/>
        </p:nvSpPr>
        <p:spPr>
          <a:xfrm>
            <a:off x="5606520" y="2543175"/>
            <a:ext cx="847726" cy="457200"/>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a:t>
            </a:r>
          </a:p>
        </p:txBody>
      </p:sp>
      <p:cxnSp>
        <p:nvCxnSpPr>
          <p:cNvPr id="4" name="Gerader Verbinder 3">
            <a:extLst>
              <a:ext uri="{FF2B5EF4-FFF2-40B4-BE49-F238E27FC236}">
                <a16:creationId xmlns:a16="http://schemas.microsoft.com/office/drawing/2014/main" id="{2706D47F-0DB5-DF91-16E0-4417BD1CB0B2}"/>
              </a:ext>
            </a:extLst>
          </p:cNvPr>
          <p:cNvCxnSpPr>
            <a:cxnSpLocks/>
          </p:cNvCxnSpPr>
          <p:nvPr/>
        </p:nvCxnSpPr>
        <p:spPr>
          <a:xfrm>
            <a:off x="2876273" y="2440616"/>
            <a:ext cx="0" cy="658604"/>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3" name="Rechteck 2">
            <a:extLst>
              <a:ext uri="{FF2B5EF4-FFF2-40B4-BE49-F238E27FC236}">
                <a16:creationId xmlns:a16="http://schemas.microsoft.com/office/drawing/2014/main" id="{BFD95CA2-9F41-5CA1-C432-F546EA829B48}"/>
              </a:ext>
            </a:extLst>
          </p:cNvPr>
          <p:cNvSpPr/>
          <p:nvPr/>
        </p:nvSpPr>
        <p:spPr>
          <a:xfrm>
            <a:off x="4700873" y="2543175"/>
            <a:ext cx="533400" cy="457200"/>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aphicFrame>
        <p:nvGraphicFramePr>
          <p:cNvPr id="5" name="Tabelle 2">
            <a:extLst>
              <a:ext uri="{FF2B5EF4-FFF2-40B4-BE49-F238E27FC236}">
                <a16:creationId xmlns:a16="http://schemas.microsoft.com/office/drawing/2014/main" id="{49F86E8F-1AA5-86AA-8E4E-76478D57C308}"/>
              </a:ext>
            </a:extLst>
          </p:cNvPr>
          <p:cNvGraphicFramePr>
            <a:graphicFrameLocks noGrp="1"/>
          </p:cNvGraphicFramePr>
          <p:nvPr>
            <p:extLst>
              <p:ext uri="{D42A27DB-BD31-4B8C-83A1-F6EECF244321}">
                <p14:modId xmlns:p14="http://schemas.microsoft.com/office/powerpoint/2010/main" val="711858940"/>
              </p:ext>
            </p:extLst>
          </p:nvPr>
        </p:nvGraphicFramePr>
        <p:xfrm>
          <a:off x="585787" y="3531861"/>
          <a:ext cx="6258983" cy="1802559"/>
        </p:xfrm>
        <a:graphic>
          <a:graphicData uri="http://schemas.openxmlformats.org/drawingml/2006/table">
            <a:tbl>
              <a:tblPr firstRow="1" bandRow="1">
                <a:tableStyleId>{5C22544A-7EE6-4342-B048-85BDC9FD1C3A}</a:tableStyleId>
              </a:tblPr>
              <a:tblGrid>
                <a:gridCol w="1588101">
                  <a:extLst>
                    <a:ext uri="{9D8B030D-6E8A-4147-A177-3AD203B41FA5}">
                      <a16:colId xmlns:a16="http://schemas.microsoft.com/office/drawing/2014/main" val="2825373251"/>
                    </a:ext>
                  </a:extLst>
                </a:gridCol>
                <a:gridCol w="934177">
                  <a:extLst>
                    <a:ext uri="{9D8B030D-6E8A-4147-A177-3AD203B41FA5}">
                      <a16:colId xmlns:a16="http://schemas.microsoft.com/office/drawing/2014/main" val="2339377213"/>
                    </a:ext>
                  </a:extLst>
                </a:gridCol>
                <a:gridCol w="467088">
                  <a:extLst>
                    <a:ext uri="{9D8B030D-6E8A-4147-A177-3AD203B41FA5}">
                      <a16:colId xmlns:a16="http://schemas.microsoft.com/office/drawing/2014/main" val="969585536"/>
                    </a:ext>
                  </a:extLst>
                </a:gridCol>
                <a:gridCol w="467088">
                  <a:extLst>
                    <a:ext uri="{9D8B030D-6E8A-4147-A177-3AD203B41FA5}">
                      <a16:colId xmlns:a16="http://schemas.microsoft.com/office/drawing/2014/main" val="1072700302"/>
                    </a:ext>
                  </a:extLst>
                </a:gridCol>
                <a:gridCol w="467088">
                  <a:extLst>
                    <a:ext uri="{9D8B030D-6E8A-4147-A177-3AD203B41FA5}">
                      <a16:colId xmlns:a16="http://schemas.microsoft.com/office/drawing/2014/main" val="4232202099"/>
                    </a:ext>
                  </a:extLst>
                </a:gridCol>
                <a:gridCol w="467088">
                  <a:extLst>
                    <a:ext uri="{9D8B030D-6E8A-4147-A177-3AD203B41FA5}">
                      <a16:colId xmlns:a16="http://schemas.microsoft.com/office/drawing/2014/main" val="2900486411"/>
                    </a:ext>
                  </a:extLst>
                </a:gridCol>
                <a:gridCol w="467088">
                  <a:extLst>
                    <a:ext uri="{9D8B030D-6E8A-4147-A177-3AD203B41FA5}">
                      <a16:colId xmlns:a16="http://schemas.microsoft.com/office/drawing/2014/main" val="3703516953"/>
                    </a:ext>
                  </a:extLst>
                </a:gridCol>
                <a:gridCol w="467088">
                  <a:extLst>
                    <a:ext uri="{9D8B030D-6E8A-4147-A177-3AD203B41FA5}">
                      <a16:colId xmlns:a16="http://schemas.microsoft.com/office/drawing/2014/main" val="1281601919"/>
                    </a:ext>
                  </a:extLst>
                </a:gridCol>
                <a:gridCol w="934177">
                  <a:extLst>
                    <a:ext uri="{9D8B030D-6E8A-4147-A177-3AD203B41FA5}">
                      <a16:colId xmlns:a16="http://schemas.microsoft.com/office/drawing/2014/main" val="3785264208"/>
                    </a:ext>
                  </a:extLst>
                </a:gridCol>
              </a:tblGrid>
              <a:tr h="633094">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527578">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641887">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8" name="Rechteck 7">
            <a:extLst>
              <a:ext uri="{FF2B5EF4-FFF2-40B4-BE49-F238E27FC236}">
                <a16:creationId xmlns:a16="http://schemas.microsoft.com/office/drawing/2014/main" id="{EAC1FE07-7620-DA6B-C108-53B29FFE0F2C}"/>
              </a:ext>
            </a:extLst>
          </p:cNvPr>
          <p:cNvSpPr/>
          <p:nvPr/>
        </p:nvSpPr>
        <p:spPr>
          <a:xfrm>
            <a:off x="3105678" y="4778375"/>
            <a:ext cx="1457325" cy="457200"/>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10" name="Rechteck 9">
            <a:extLst>
              <a:ext uri="{FF2B5EF4-FFF2-40B4-BE49-F238E27FC236}">
                <a16:creationId xmlns:a16="http://schemas.microsoft.com/office/drawing/2014/main" id="{31230A4A-8E69-5D9E-6D02-68F17A238F63}"/>
              </a:ext>
            </a:extLst>
          </p:cNvPr>
          <p:cNvSpPr/>
          <p:nvPr/>
        </p:nvSpPr>
        <p:spPr>
          <a:xfrm>
            <a:off x="4563003" y="4778375"/>
            <a:ext cx="847725" cy="457200"/>
          </a:xfrm>
          <a:prstGeom prst="rect">
            <a:avLst/>
          </a:prstGeom>
          <a:gradFill flip="none" rotWithShape="1">
            <a:gsLst>
              <a:gs pos="0">
                <a:schemeClr val="accent6">
                  <a:lumMod val="5000"/>
                  <a:lumOff val="95000"/>
                </a:schemeClr>
              </a:gs>
              <a:gs pos="50000">
                <a:srgbClr val="5B95BD"/>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B0A059A4-CD1F-0BCE-7BCE-D3EF3A14F057}"/>
              </a:ext>
            </a:extLst>
          </p:cNvPr>
          <p:cNvSpPr/>
          <p:nvPr/>
        </p:nvSpPr>
        <p:spPr>
          <a:xfrm>
            <a:off x="5606520" y="4778375"/>
            <a:ext cx="847726" cy="457200"/>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a:t>
            </a:r>
          </a:p>
        </p:txBody>
      </p:sp>
      <p:cxnSp>
        <p:nvCxnSpPr>
          <p:cNvPr id="20" name="Gerader Verbinder 19">
            <a:extLst>
              <a:ext uri="{FF2B5EF4-FFF2-40B4-BE49-F238E27FC236}">
                <a16:creationId xmlns:a16="http://schemas.microsoft.com/office/drawing/2014/main" id="{00B9EA26-AEF4-7C8F-0958-73B90AFC0498}"/>
              </a:ext>
            </a:extLst>
          </p:cNvPr>
          <p:cNvCxnSpPr>
            <a:cxnSpLocks/>
          </p:cNvCxnSpPr>
          <p:nvPr/>
        </p:nvCxnSpPr>
        <p:spPr>
          <a:xfrm>
            <a:off x="2876273" y="4675816"/>
            <a:ext cx="0" cy="658604"/>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21" name="Rechteck 20">
            <a:extLst>
              <a:ext uri="{FF2B5EF4-FFF2-40B4-BE49-F238E27FC236}">
                <a16:creationId xmlns:a16="http://schemas.microsoft.com/office/drawing/2014/main" id="{B1CAC3AF-D166-71DC-EC0B-CA746CB9F4AE}"/>
              </a:ext>
            </a:extLst>
          </p:cNvPr>
          <p:cNvSpPr/>
          <p:nvPr/>
        </p:nvSpPr>
        <p:spPr>
          <a:xfrm>
            <a:off x="4700873" y="4778375"/>
            <a:ext cx="533400" cy="457200"/>
          </a:xfrm>
          <a:prstGeom prst="rect">
            <a:avLst/>
          </a:prstGeom>
          <a:pattFill prst="lgCheck">
            <a:fgClr>
              <a:srgbClr val="5B95BD"/>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5" name="Grafik 24" descr="Ein Bild, das Text, Schrift, Screenshot, Rechteck enthält.&#10;&#10;Automatisch generierte Beschreibung">
            <a:extLst>
              <a:ext uri="{FF2B5EF4-FFF2-40B4-BE49-F238E27FC236}">
                <a16:creationId xmlns:a16="http://schemas.microsoft.com/office/drawing/2014/main" id="{9E12E19A-8ECC-7EA7-8CD8-F01EF9145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6892" y="2872625"/>
            <a:ext cx="1428760" cy="295277"/>
          </a:xfrm>
          <a:prstGeom prst="rect">
            <a:avLst/>
          </a:prstGeom>
        </p:spPr>
      </p:pic>
    </p:spTree>
    <p:extLst>
      <p:ext uri="{BB962C8B-B14F-4D97-AF65-F5344CB8AC3E}">
        <p14:creationId xmlns:p14="http://schemas.microsoft.com/office/powerpoint/2010/main" val="3471829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Grafik 22" descr="Ein Bild, das Text, Screenshot, Schrift, Reihe enthält.&#10;&#10;Automatisch generierte Beschreibung">
            <a:extLst>
              <a:ext uri="{FF2B5EF4-FFF2-40B4-BE49-F238E27FC236}">
                <a16:creationId xmlns:a16="http://schemas.microsoft.com/office/drawing/2014/main" id="{34B8FA24-13F5-B2FB-0F08-36EDCDEB1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978" y="2334322"/>
            <a:ext cx="5924593" cy="1524011"/>
          </a:xfrm>
          <a:prstGeom prst="rect">
            <a:avLst/>
          </a:prstGeom>
        </p:spPr>
      </p:pic>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a:xfrm>
            <a:off x="539750" y="611187"/>
            <a:ext cx="7857630" cy="612000"/>
          </a:xfrm>
        </p:spPr>
        <p:txBody>
          <a:bodyPr/>
          <a:lstStyle/>
          <a:p>
            <a:r>
              <a:rPr lang="en-US" dirty="0"/>
              <a:t>Example 10: User Skips Break</a:t>
            </a:r>
          </a:p>
        </p:txBody>
      </p:sp>
      <p:graphicFrame>
        <p:nvGraphicFramePr>
          <p:cNvPr id="6" name="Tabelle 2">
            <a:extLst>
              <a:ext uri="{FF2B5EF4-FFF2-40B4-BE49-F238E27FC236}">
                <a16:creationId xmlns:a16="http://schemas.microsoft.com/office/drawing/2014/main" id="{5DA6F769-2074-C444-EA93-A93D0D490A0D}"/>
              </a:ext>
            </a:extLst>
          </p:cNvPr>
          <p:cNvGraphicFramePr>
            <a:graphicFrameLocks noGrp="1"/>
          </p:cNvGraphicFramePr>
          <p:nvPr/>
        </p:nvGraphicFramePr>
        <p:xfrm>
          <a:off x="585787" y="1080761"/>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7" name="Rechteck 6">
            <a:extLst>
              <a:ext uri="{FF2B5EF4-FFF2-40B4-BE49-F238E27FC236}">
                <a16:creationId xmlns:a16="http://schemas.microsoft.com/office/drawing/2014/main" id="{5A25AAED-A73F-C60A-7325-F9A40894DF9A}"/>
              </a:ext>
            </a:extLst>
          </p:cNvPr>
          <p:cNvSpPr>
            <a:spLocks noChangeAspect="1"/>
          </p:cNvSpPr>
          <p:nvPr/>
        </p:nvSpPr>
        <p:spPr>
          <a:xfrm>
            <a:off x="2762872" y="1917698"/>
            <a:ext cx="1723733" cy="366713"/>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9" name="Rechteck 8">
            <a:extLst>
              <a:ext uri="{FF2B5EF4-FFF2-40B4-BE49-F238E27FC236}">
                <a16:creationId xmlns:a16="http://schemas.microsoft.com/office/drawing/2014/main" id="{526421AE-2B73-0140-6C67-1C3208A38857}"/>
              </a:ext>
            </a:extLst>
          </p:cNvPr>
          <p:cNvSpPr>
            <a:spLocks noChangeAspect="1"/>
          </p:cNvSpPr>
          <p:nvPr/>
        </p:nvSpPr>
        <p:spPr>
          <a:xfrm>
            <a:off x="4487953" y="1917698"/>
            <a:ext cx="679947" cy="366713"/>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05713F94-48EA-AF80-0C02-2941EE58493C}"/>
              </a:ext>
            </a:extLst>
          </p:cNvPr>
          <p:cNvSpPr>
            <a:spLocks noChangeAspect="1"/>
          </p:cNvSpPr>
          <p:nvPr/>
        </p:nvSpPr>
        <p:spPr>
          <a:xfrm>
            <a:off x="5232400" y="1917950"/>
            <a:ext cx="739686"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 </a:t>
            </a:r>
          </a:p>
        </p:txBody>
      </p:sp>
      <p:cxnSp>
        <p:nvCxnSpPr>
          <p:cNvPr id="4" name="Gerader Verbinder 3">
            <a:extLst>
              <a:ext uri="{FF2B5EF4-FFF2-40B4-BE49-F238E27FC236}">
                <a16:creationId xmlns:a16="http://schemas.microsoft.com/office/drawing/2014/main" id="{2706D47F-0DB5-DF91-16E0-4417BD1CB0B2}"/>
              </a:ext>
            </a:extLst>
          </p:cNvPr>
          <p:cNvCxnSpPr>
            <a:cxnSpLocks/>
          </p:cNvCxnSpPr>
          <p:nvPr/>
        </p:nvCxnSpPr>
        <p:spPr>
          <a:xfrm>
            <a:off x="4362263" y="1878010"/>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3" name="Rechteck 2">
            <a:extLst>
              <a:ext uri="{FF2B5EF4-FFF2-40B4-BE49-F238E27FC236}">
                <a16:creationId xmlns:a16="http://schemas.microsoft.com/office/drawing/2014/main" id="{BFD95CA2-9F41-5CA1-C432-F546EA829B48}"/>
              </a:ext>
            </a:extLst>
          </p:cNvPr>
          <p:cNvSpPr>
            <a:spLocks noChangeAspect="1"/>
          </p:cNvSpPr>
          <p:nvPr/>
        </p:nvSpPr>
        <p:spPr>
          <a:xfrm>
            <a:off x="4741413" y="1917698"/>
            <a:ext cx="427832" cy="366713"/>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Gleichschenkliges Dreieck 4">
            <a:extLst>
              <a:ext uri="{FF2B5EF4-FFF2-40B4-BE49-F238E27FC236}">
                <a16:creationId xmlns:a16="http://schemas.microsoft.com/office/drawing/2014/main" id="{68095746-B218-0217-BD2A-FFEF936DC671}"/>
              </a:ext>
            </a:extLst>
          </p:cNvPr>
          <p:cNvSpPr>
            <a:spLocks noChangeAspect="1"/>
          </p:cNvSpPr>
          <p:nvPr/>
        </p:nvSpPr>
        <p:spPr>
          <a:xfrm rot="16200000">
            <a:off x="2421451" y="1945370"/>
            <a:ext cx="366713" cy="316132"/>
          </a:xfrm>
          <a:prstGeom prst="triangle">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Geschweifte Klammer rechts 7">
            <a:extLst>
              <a:ext uri="{FF2B5EF4-FFF2-40B4-BE49-F238E27FC236}">
                <a16:creationId xmlns:a16="http://schemas.microsoft.com/office/drawing/2014/main" id="{8C80F22D-8925-2521-2B08-10ABFBEC2A41}"/>
              </a:ext>
            </a:extLst>
          </p:cNvPr>
          <p:cNvSpPr/>
          <p:nvPr/>
        </p:nvSpPr>
        <p:spPr>
          <a:xfrm rot="5400000">
            <a:off x="4231865" y="1679617"/>
            <a:ext cx="273051" cy="1613718"/>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0" name="Textfeld 9">
            <a:extLst>
              <a:ext uri="{FF2B5EF4-FFF2-40B4-BE49-F238E27FC236}">
                <a16:creationId xmlns:a16="http://schemas.microsoft.com/office/drawing/2014/main" id="{5E098919-E759-4CB0-659D-658A23AFD262}"/>
              </a:ext>
            </a:extLst>
          </p:cNvPr>
          <p:cNvSpPr txBox="1"/>
          <p:nvPr/>
        </p:nvSpPr>
        <p:spPr>
          <a:xfrm>
            <a:off x="3377670" y="2664727"/>
            <a:ext cx="1981440" cy="276999"/>
          </a:xfrm>
          <a:prstGeom prst="rect">
            <a:avLst/>
          </a:prstGeom>
          <a:noFill/>
        </p:spPr>
        <p:txBody>
          <a:bodyPr wrap="none" rtlCol="0">
            <a:spAutoFit/>
          </a:bodyPr>
          <a:lstStyle/>
          <a:p>
            <a:pPr algn="l"/>
            <a:r>
              <a:rPr lang="en-US" sz="1200" dirty="0"/>
              <a:t>Break Interval 10:30-11:30</a:t>
            </a:r>
          </a:p>
        </p:txBody>
      </p:sp>
      <p:graphicFrame>
        <p:nvGraphicFramePr>
          <p:cNvPr id="14" name="Tabelle 2">
            <a:extLst>
              <a:ext uri="{FF2B5EF4-FFF2-40B4-BE49-F238E27FC236}">
                <a16:creationId xmlns:a16="http://schemas.microsoft.com/office/drawing/2014/main" id="{88F35C50-973E-7C10-B310-D2B55BAC6FD7}"/>
              </a:ext>
            </a:extLst>
          </p:cNvPr>
          <p:cNvGraphicFramePr>
            <a:graphicFrameLocks noGrp="1"/>
          </p:cNvGraphicFramePr>
          <p:nvPr>
            <p:extLst>
              <p:ext uri="{D42A27DB-BD31-4B8C-83A1-F6EECF244321}">
                <p14:modId xmlns:p14="http://schemas.microsoft.com/office/powerpoint/2010/main" val="4174588862"/>
              </p:ext>
            </p:extLst>
          </p:nvPr>
        </p:nvGraphicFramePr>
        <p:xfrm>
          <a:off x="585577" y="4097011"/>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15" name="Rechteck 14">
            <a:extLst>
              <a:ext uri="{FF2B5EF4-FFF2-40B4-BE49-F238E27FC236}">
                <a16:creationId xmlns:a16="http://schemas.microsoft.com/office/drawing/2014/main" id="{B6AF7CA9-6C67-80E0-39AF-8822982BB65D}"/>
              </a:ext>
            </a:extLst>
          </p:cNvPr>
          <p:cNvSpPr>
            <a:spLocks noChangeAspect="1"/>
          </p:cNvSpPr>
          <p:nvPr/>
        </p:nvSpPr>
        <p:spPr>
          <a:xfrm>
            <a:off x="2762662" y="4933948"/>
            <a:ext cx="1723733" cy="366713"/>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16" name="Rechteck 15">
            <a:extLst>
              <a:ext uri="{FF2B5EF4-FFF2-40B4-BE49-F238E27FC236}">
                <a16:creationId xmlns:a16="http://schemas.microsoft.com/office/drawing/2014/main" id="{99CD519E-87E5-54BD-862E-6EA748F64BBD}"/>
              </a:ext>
            </a:extLst>
          </p:cNvPr>
          <p:cNvSpPr>
            <a:spLocks noChangeAspect="1"/>
          </p:cNvSpPr>
          <p:nvPr/>
        </p:nvSpPr>
        <p:spPr>
          <a:xfrm>
            <a:off x="4487744" y="4933948"/>
            <a:ext cx="253250" cy="366713"/>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0CEEDB3D-060D-939A-FC43-58D6376A2910}"/>
              </a:ext>
            </a:extLst>
          </p:cNvPr>
          <p:cNvSpPr>
            <a:spLocks noChangeAspect="1"/>
          </p:cNvSpPr>
          <p:nvPr/>
        </p:nvSpPr>
        <p:spPr>
          <a:xfrm>
            <a:off x="5232190" y="4934200"/>
            <a:ext cx="739686"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 </a:t>
            </a:r>
          </a:p>
        </p:txBody>
      </p:sp>
      <p:cxnSp>
        <p:nvCxnSpPr>
          <p:cNvPr id="18" name="Gerader Verbinder 17">
            <a:extLst>
              <a:ext uri="{FF2B5EF4-FFF2-40B4-BE49-F238E27FC236}">
                <a16:creationId xmlns:a16="http://schemas.microsoft.com/office/drawing/2014/main" id="{7431AF5D-E2E0-7534-6F36-DF3C8480A686}"/>
              </a:ext>
            </a:extLst>
          </p:cNvPr>
          <p:cNvCxnSpPr>
            <a:cxnSpLocks/>
          </p:cNvCxnSpPr>
          <p:nvPr/>
        </p:nvCxnSpPr>
        <p:spPr>
          <a:xfrm>
            <a:off x="4362053" y="4894260"/>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20" name="Gleichschenkliges Dreieck 19">
            <a:extLst>
              <a:ext uri="{FF2B5EF4-FFF2-40B4-BE49-F238E27FC236}">
                <a16:creationId xmlns:a16="http://schemas.microsoft.com/office/drawing/2014/main" id="{26E71E9C-4E89-8FA0-137E-AC021490EC54}"/>
              </a:ext>
            </a:extLst>
          </p:cNvPr>
          <p:cNvSpPr>
            <a:spLocks noChangeAspect="1"/>
          </p:cNvSpPr>
          <p:nvPr/>
        </p:nvSpPr>
        <p:spPr>
          <a:xfrm rot="16200000">
            <a:off x="2421241" y="4961620"/>
            <a:ext cx="366713" cy="316132"/>
          </a:xfrm>
          <a:prstGeom prst="triangle">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Vertikaler Textplatzhalter 2">
            <a:extLst>
              <a:ext uri="{FF2B5EF4-FFF2-40B4-BE49-F238E27FC236}">
                <a16:creationId xmlns:a16="http://schemas.microsoft.com/office/drawing/2014/main" id="{BEB6F0C6-A74D-A8B4-4907-638AA074955D}"/>
              </a:ext>
            </a:extLst>
          </p:cNvPr>
          <p:cNvSpPr txBox="1">
            <a:spLocks/>
          </p:cNvSpPr>
          <p:nvPr/>
        </p:nvSpPr>
        <p:spPr>
          <a:xfrm>
            <a:off x="539750" y="5505775"/>
            <a:ext cx="6948488" cy="674688"/>
          </a:xfrm>
          <a:prstGeom prst="rect">
            <a:avLst/>
          </a:prstGeom>
        </p:spPr>
        <p:txBody>
          <a:bodyPr vert="horz" lIns="0" tIns="0" rIns="0" bIns="0" rtlCol="0" anchor="t" anchorCtr="0">
            <a:noAutofit/>
          </a:bodyPr>
          <a:lstStyle>
            <a:lvl1pPr marL="0" indent="0" algn="l" defTabSz="864017" rtl="0" eaLnBrk="1" latinLnBrk="0" hangingPunct="1">
              <a:lnSpc>
                <a:spcPct val="100000"/>
              </a:lnSpc>
              <a:spcBef>
                <a:spcPts val="0"/>
              </a:spcBef>
              <a:buFont typeface="Arial" panose="020B0604020202020204" pitchFamily="34" charset="0"/>
              <a:buNone/>
              <a:defRPr sz="1800" b="1" kern="1200" spc="-20" baseline="0">
                <a:solidFill>
                  <a:schemeClr val="tx1"/>
                </a:solidFill>
                <a:latin typeface="+mn-lt"/>
                <a:ea typeface="+mn-ea"/>
                <a:cs typeface="+mn-cs"/>
              </a:defRPr>
            </a:lvl1pPr>
            <a:lvl2pPr marL="126000" indent="-126000" algn="l" defTabSz="864017" rtl="0" eaLnBrk="1" latinLnBrk="0" hangingPunct="1">
              <a:lnSpc>
                <a:spcPct val="100000"/>
              </a:lnSpc>
              <a:spcBef>
                <a:spcPts val="1000"/>
              </a:spcBef>
              <a:buFont typeface="Arial" panose="020B0604020202020204" pitchFamily="34" charset="0"/>
              <a:buChar char="▪"/>
              <a:defRPr sz="1800" b="1" kern="1200" spc="-20" baseline="0">
                <a:solidFill>
                  <a:schemeClr val="tx1"/>
                </a:solidFill>
                <a:latin typeface="+mn-lt"/>
                <a:ea typeface="+mn-ea"/>
                <a:cs typeface="+mn-cs"/>
              </a:defRPr>
            </a:lvl2pPr>
            <a:lvl3pPr marL="252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3pPr>
            <a:lvl4pPr marL="378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4pPr>
            <a:lvl5pPr marL="12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5pPr>
            <a:lvl6pPr marL="396000" indent="-396000" algn="l" defTabSz="864017" rtl="0" eaLnBrk="1" latinLnBrk="0" hangingPunct="1">
              <a:lnSpc>
                <a:spcPct val="100000"/>
              </a:lnSpc>
              <a:spcBef>
                <a:spcPts val="1000"/>
              </a:spcBef>
              <a:buFont typeface="+mj-lt"/>
              <a:buAutoNum type="arabicPeriod"/>
              <a:defRPr sz="1800" kern="1200" spc="-20" baseline="0">
                <a:solidFill>
                  <a:schemeClr val="tx1"/>
                </a:solidFill>
                <a:latin typeface="+mn-lt"/>
                <a:ea typeface="+mn-ea"/>
                <a:cs typeface="+mn-cs"/>
              </a:defRPr>
            </a:lvl6pPr>
            <a:lvl7pPr marL="39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7pPr>
            <a:lvl8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8pPr>
            <a:lvl9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9pPr>
          </a:lstStyle>
          <a:p>
            <a:r>
              <a:rPr lang="en-US" dirty="0"/>
              <a:t>When the user manually sets a break </a:t>
            </a:r>
            <a:r>
              <a:rPr lang="en-US"/>
              <a:t>to skip or done </a:t>
            </a:r>
            <a:r>
              <a:rPr lang="en-US" dirty="0"/>
              <a:t>for a certain interval, the optimization must not plan </a:t>
            </a:r>
            <a:r>
              <a:rPr lang="en-US"/>
              <a:t>it anymore.</a:t>
            </a:r>
            <a:endParaRPr lang="en-US" dirty="0"/>
          </a:p>
        </p:txBody>
      </p:sp>
    </p:spTree>
    <p:extLst>
      <p:ext uri="{BB962C8B-B14F-4D97-AF65-F5344CB8AC3E}">
        <p14:creationId xmlns:p14="http://schemas.microsoft.com/office/powerpoint/2010/main" val="421208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elle 2">
            <a:extLst>
              <a:ext uri="{FF2B5EF4-FFF2-40B4-BE49-F238E27FC236}">
                <a16:creationId xmlns:a16="http://schemas.microsoft.com/office/drawing/2014/main" id="{5DA6F769-2074-C444-EA93-A93D0D490A0D}"/>
              </a:ext>
            </a:extLst>
          </p:cNvPr>
          <p:cNvGraphicFramePr>
            <a:graphicFrameLocks noGrp="1"/>
          </p:cNvGraphicFramePr>
          <p:nvPr/>
        </p:nvGraphicFramePr>
        <p:xfrm>
          <a:off x="585787" y="1080761"/>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graphicFrame>
        <p:nvGraphicFramePr>
          <p:cNvPr id="23" name="Tabelle 2">
            <a:extLst>
              <a:ext uri="{FF2B5EF4-FFF2-40B4-BE49-F238E27FC236}">
                <a16:creationId xmlns:a16="http://schemas.microsoft.com/office/drawing/2014/main" id="{FFED960C-6A3F-A16C-F1A3-A14E0ECD0018}"/>
              </a:ext>
            </a:extLst>
          </p:cNvPr>
          <p:cNvGraphicFramePr>
            <a:graphicFrameLocks noGrp="1"/>
          </p:cNvGraphicFramePr>
          <p:nvPr>
            <p:extLst>
              <p:ext uri="{D42A27DB-BD31-4B8C-83A1-F6EECF244321}">
                <p14:modId xmlns:p14="http://schemas.microsoft.com/office/powerpoint/2010/main" val="2451847646"/>
              </p:ext>
            </p:extLst>
          </p:nvPr>
        </p:nvGraphicFramePr>
        <p:xfrm>
          <a:off x="585787" y="3240087"/>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2" name="Rechteck 1">
            <a:extLst>
              <a:ext uri="{FF2B5EF4-FFF2-40B4-BE49-F238E27FC236}">
                <a16:creationId xmlns:a16="http://schemas.microsoft.com/office/drawing/2014/main" id="{13C7736F-DB64-FFAA-E3EC-7F535B9171C0}"/>
              </a:ext>
            </a:extLst>
          </p:cNvPr>
          <p:cNvSpPr>
            <a:spLocks noChangeAspect="1"/>
          </p:cNvSpPr>
          <p:nvPr/>
        </p:nvSpPr>
        <p:spPr>
          <a:xfrm>
            <a:off x="4142675" y="1917695"/>
            <a:ext cx="715099" cy="366713"/>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a:xfrm>
            <a:off x="539750" y="611187"/>
            <a:ext cx="7857630" cy="612000"/>
          </a:xfrm>
        </p:spPr>
        <p:txBody>
          <a:bodyPr/>
          <a:lstStyle/>
          <a:p>
            <a:r>
              <a:rPr lang="en-US" dirty="0"/>
              <a:t>Example 11: Manual Break Start</a:t>
            </a:r>
          </a:p>
        </p:txBody>
      </p:sp>
      <p:sp>
        <p:nvSpPr>
          <p:cNvPr id="7" name="Rechteck 6">
            <a:extLst>
              <a:ext uri="{FF2B5EF4-FFF2-40B4-BE49-F238E27FC236}">
                <a16:creationId xmlns:a16="http://schemas.microsoft.com/office/drawing/2014/main" id="{5A25AAED-A73F-C60A-7325-F9A40894DF9A}"/>
              </a:ext>
            </a:extLst>
          </p:cNvPr>
          <p:cNvSpPr>
            <a:spLocks noChangeAspect="1"/>
          </p:cNvSpPr>
          <p:nvPr/>
        </p:nvSpPr>
        <p:spPr>
          <a:xfrm>
            <a:off x="1961170" y="1917697"/>
            <a:ext cx="1105880" cy="366713"/>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9" name="Rechteck 8">
            <a:extLst>
              <a:ext uri="{FF2B5EF4-FFF2-40B4-BE49-F238E27FC236}">
                <a16:creationId xmlns:a16="http://schemas.microsoft.com/office/drawing/2014/main" id="{526421AE-2B73-0140-6C67-1C3208A38857}"/>
              </a:ext>
            </a:extLst>
          </p:cNvPr>
          <p:cNvSpPr>
            <a:spLocks noChangeAspect="1"/>
          </p:cNvSpPr>
          <p:nvPr/>
        </p:nvSpPr>
        <p:spPr>
          <a:xfrm>
            <a:off x="3067051" y="1917696"/>
            <a:ext cx="317500" cy="366713"/>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05713F94-48EA-AF80-0C02-2941EE58493C}"/>
              </a:ext>
            </a:extLst>
          </p:cNvPr>
          <p:cNvSpPr>
            <a:spLocks noChangeAspect="1"/>
          </p:cNvSpPr>
          <p:nvPr/>
        </p:nvSpPr>
        <p:spPr>
          <a:xfrm>
            <a:off x="3385468" y="1917696"/>
            <a:ext cx="739686"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 </a:t>
            </a:r>
          </a:p>
        </p:txBody>
      </p:sp>
      <p:cxnSp>
        <p:nvCxnSpPr>
          <p:cNvPr id="4" name="Gerader Verbinder 3">
            <a:extLst>
              <a:ext uri="{FF2B5EF4-FFF2-40B4-BE49-F238E27FC236}">
                <a16:creationId xmlns:a16="http://schemas.microsoft.com/office/drawing/2014/main" id="{2706D47F-0DB5-DF91-16E0-4417BD1CB0B2}"/>
              </a:ext>
            </a:extLst>
          </p:cNvPr>
          <p:cNvCxnSpPr>
            <a:cxnSpLocks/>
          </p:cNvCxnSpPr>
          <p:nvPr/>
        </p:nvCxnSpPr>
        <p:spPr>
          <a:xfrm>
            <a:off x="2743012" y="1878010"/>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3" name="Rechteck 2">
            <a:extLst>
              <a:ext uri="{FF2B5EF4-FFF2-40B4-BE49-F238E27FC236}">
                <a16:creationId xmlns:a16="http://schemas.microsoft.com/office/drawing/2014/main" id="{BFD95CA2-9F41-5CA1-C432-F546EA829B48}"/>
              </a:ext>
            </a:extLst>
          </p:cNvPr>
          <p:cNvSpPr>
            <a:spLocks noChangeAspect="1"/>
          </p:cNvSpPr>
          <p:nvPr/>
        </p:nvSpPr>
        <p:spPr>
          <a:xfrm>
            <a:off x="4134460" y="1917696"/>
            <a:ext cx="427832" cy="366713"/>
          </a:xfrm>
          <a:prstGeom prst="rect">
            <a:avLst/>
          </a:prstGeom>
          <a:pattFill prst="lgCheck">
            <a:fgClr>
              <a:srgbClr val="84B57E"/>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Geschweifte Klammer rechts 7">
            <a:extLst>
              <a:ext uri="{FF2B5EF4-FFF2-40B4-BE49-F238E27FC236}">
                <a16:creationId xmlns:a16="http://schemas.microsoft.com/office/drawing/2014/main" id="{8C80F22D-8925-2521-2B08-10ABFBEC2A41}"/>
              </a:ext>
            </a:extLst>
          </p:cNvPr>
          <p:cNvSpPr/>
          <p:nvPr/>
        </p:nvSpPr>
        <p:spPr>
          <a:xfrm rot="5400000">
            <a:off x="3829049" y="1276802"/>
            <a:ext cx="273051" cy="2419350"/>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0" name="Textfeld 9">
            <a:extLst>
              <a:ext uri="{FF2B5EF4-FFF2-40B4-BE49-F238E27FC236}">
                <a16:creationId xmlns:a16="http://schemas.microsoft.com/office/drawing/2014/main" id="{5E098919-E759-4CB0-659D-658A23AFD262}"/>
              </a:ext>
            </a:extLst>
          </p:cNvPr>
          <p:cNvSpPr txBox="1"/>
          <p:nvPr/>
        </p:nvSpPr>
        <p:spPr>
          <a:xfrm>
            <a:off x="2846486" y="2658349"/>
            <a:ext cx="1981440" cy="276999"/>
          </a:xfrm>
          <a:prstGeom prst="rect">
            <a:avLst/>
          </a:prstGeom>
          <a:noFill/>
        </p:spPr>
        <p:txBody>
          <a:bodyPr wrap="none" rtlCol="0">
            <a:spAutoFit/>
          </a:bodyPr>
          <a:lstStyle/>
          <a:p>
            <a:pPr algn="l"/>
            <a:r>
              <a:rPr lang="en-US" sz="1200" dirty="0"/>
              <a:t>Break Interval 10:00-11:30</a:t>
            </a:r>
          </a:p>
        </p:txBody>
      </p:sp>
      <p:sp>
        <p:nvSpPr>
          <p:cNvPr id="19" name="Rechteck 18">
            <a:extLst>
              <a:ext uri="{FF2B5EF4-FFF2-40B4-BE49-F238E27FC236}">
                <a16:creationId xmlns:a16="http://schemas.microsoft.com/office/drawing/2014/main" id="{71AF8069-0851-363D-55F2-93CBB258E818}"/>
              </a:ext>
            </a:extLst>
          </p:cNvPr>
          <p:cNvSpPr>
            <a:spLocks noChangeAspect="1"/>
          </p:cNvSpPr>
          <p:nvPr/>
        </p:nvSpPr>
        <p:spPr>
          <a:xfrm>
            <a:off x="4857774" y="1919492"/>
            <a:ext cx="739686"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3 </a:t>
            </a:r>
          </a:p>
        </p:txBody>
      </p:sp>
      <p:sp>
        <p:nvSpPr>
          <p:cNvPr id="22" name="Rechteck 21">
            <a:extLst>
              <a:ext uri="{FF2B5EF4-FFF2-40B4-BE49-F238E27FC236}">
                <a16:creationId xmlns:a16="http://schemas.microsoft.com/office/drawing/2014/main" id="{B3D59477-D695-FD89-8E85-BC1127A0D194}"/>
              </a:ext>
            </a:extLst>
          </p:cNvPr>
          <p:cNvSpPr>
            <a:spLocks noChangeAspect="1"/>
          </p:cNvSpPr>
          <p:nvPr/>
        </p:nvSpPr>
        <p:spPr>
          <a:xfrm>
            <a:off x="4558993" y="4077021"/>
            <a:ext cx="307170" cy="366713"/>
          </a:xfrm>
          <a:prstGeom prst="rect">
            <a:avLst/>
          </a:prstGeom>
          <a:gradFill flip="none" rotWithShape="1">
            <a:gsLst>
              <a:gs pos="0">
                <a:schemeClr val="accent6">
                  <a:lumMod val="5000"/>
                  <a:lumOff val="95000"/>
                </a:schemeClr>
              </a:gs>
              <a:gs pos="50000">
                <a:srgbClr val="84B57E"/>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23">
            <a:extLst>
              <a:ext uri="{FF2B5EF4-FFF2-40B4-BE49-F238E27FC236}">
                <a16:creationId xmlns:a16="http://schemas.microsoft.com/office/drawing/2014/main" id="{4F6ADEA9-4A4D-D292-03E0-55FFDB5A92DF}"/>
              </a:ext>
            </a:extLst>
          </p:cNvPr>
          <p:cNvSpPr>
            <a:spLocks noChangeAspect="1"/>
          </p:cNvSpPr>
          <p:nvPr/>
        </p:nvSpPr>
        <p:spPr>
          <a:xfrm>
            <a:off x="1961170" y="4077023"/>
            <a:ext cx="1105880" cy="366713"/>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25" name="Rechteck 24">
            <a:extLst>
              <a:ext uri="{FF2B5EF4-FFF2-40B4-BE49-F238E27FC236}">
                <a16:creationId xmlns:a16="http://schemas.microsoft.com/office/drawing/2014/main" id="{7125504B-721E-29DF-5DE1-C42AF367E32E}"/>
              </a:ext>
            </a:extLst>
          </p:cNvPr>
          <p:cNvSpPr>
            <a:spLocks noChangeAspect="1"/>
          </p:cNvSpPr>
          <p:nvPr/>
        </p:nvSpPr>
        <p:spPr>
          <a:xfrm>
            <a:off x="3067051" y="4077022"/>
            <a:ext cx="317500" cy="366713"/>
          </a:xfrm>
          <a:prstGeom prst="rect">
            <a:avLst/>
          </a:prstGeom>
          <a:gradFill flip="none" rotWithShape="1">
            <a:gsLst>
              <a:gs pos="0">
                <a:schemeClr val="accent6">
                  <a:lumMod val="5000"/>
                  <a:lumOff val="95000"/>
                </a:schemeClr>
              </a:gs>
              <a:gs pos="50000">
                <a:srgbClr val="5B95BD"/>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Rechteck 25">
            <a:extLst>
              <a:ext uri="{FF2B5EF4-FFF2-40B4-BE49-F238E27FC236}">
                <a16:creationId xmlns:a16="http://schemas.microsoft.com/office/drawing/2014/main" id="{6185D6E5-FD56-7654-85BB-A0A55D9A5453}"/>
              </a:ext>
            </a:extLst>
          </p:cNvPr>
          <p:cNvSpPr>
            <a:spLocks noChangeAspect="1"/>
          </p:cNvSpPr>
          <p:nvPr/>
        </p:nvSpPr>
        <p:spPr>
          <a:xfrm>
            <a:off x="3819307" y="4077022"/>
            <a:ext cx="739686"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 </a:t>
            </a:r>
          </a:p>
        </p:txBody>
      </p:sp>
      <p:cxnSp>
        <p:nvCxnSpPr>
          <p:cNvPr id="27" name="Gerader Verbinder 26">
            <a:extLst>
              <a:ext uri="{FF2B5EF4-FFF2-40B4-BE49-F238E27FC236}">
                <a16:creationId xmlns:a16="http://schemas.microsoft.com/office/drawing/2014/main" id="{984BDE1C-B648-F2E8-0F60-096D49BC34D1}"/>
              </a:ext>
            </a:extLst>
          </p:cNvPr>
          <p:cNvCxnSpPr>
            <a:cxnSpLocks/>
          </p:cNvCxnSpPr>
          <p:nvPr/>
        </p:nvCxnSpPr>
        <p:spPr>
          <a:xfrm>
            <a:off x="2743012" y="4037336"/>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28" name="Rechteck 27">
            <a:extLst>
              <a:ext uri="{FF2B5EF4-FFF2-40B4-BE49-F238E27FC236}">
                <a16:creationId xmlns:a16="http://schemas.microsoft.com/office/drawing/2014/main" id="{152B40E0-491E-788D-A488-00D37D862B08}"/>
              </a:ext>
            </a:extLst>
          </p:cNvPr>
          <p:cNvSpPr>
            <a:spLocks noChangeAspect="1"/>
          </p:cNvSpPr>
          <p:nvPr/>
        </p:nvSpPr>
        <p:spPr>
          <a:xfrm>
            <a:off x="3387199" y="4077022"/>
            <a:ext cx="427832" cy="366713"/>
          </a:xfrm>
          <a:prstGeom prst="rect">
            <a:avLst/>
          </a:prstGeom>
          <a:pattFill prst="lgCheck">
            <a:fgClr>
              <a:srgbClr val="5B95BD"/>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9" name="Geschweifte Klammer rechts 28">
            <a:extLst>
              <a:ext uri="{FF2B5EF4-FFF2-40B4-BE49-F238E27FC236}">
                <a16:creationId xmlns:a16="http://schemas.microsoft.com/office/drawing/2014/main" id="{A410EFD8-7688-39DA-E5D0-C2010C25ABD6}"/>
              </a:ext>
            </a:extLst>
          </p:cNvPr>
          <p:cNvSpPr/>
          <p:nvPr/>
        </p:nvSpPr>
        <p:spPr>
          <a:xfrm rot="5400000">
            <a:off x="3829049" y="3436128"/>
            <a:ext cx="273051" cy="2419350"/>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30" name="Textfeld 29">
            <a:extLst>
              <a:ext uri="{FF2B5EF4-FFF2-40B4-BE49-F238E27FC236}">
                <a16:creationId xmlns:a16="http://schemas.microsoft.com/office/drawing/2014/main" id="{C269FA56-DDC7-AABA-1C62-F94FE399EE2B}"/>
              </a:ext>
            </a:extLst>
          </p:cNvPr>
          <p:cNvSpPr txBox="1"/>
          <p:nvPr/>
        </p:nvSpPr>
        <p:spPr>
          <a:xfrm>
            <a:off x="2846486" y="4817675"/>
            <a:ext cx="1981440" cy="276999"/>
          </a:xfrm>
          <a:prstGeom prst="rect">
            <a:avLst/>
          </a:prstGeom>
          <a:noFill/>
        </p:spPr>
        <p:txBody>
          <a:bodyPr wrap="none" rtlCol="0">
            <a:spAutoFit/>
          </a:bodyPr>
          <a:lstStyle/>
          <a:p>
            <a:pPr algn="l"/>
            <a:r>
              <a:rPr lang="en-US" sz="1200" dirty="0"/>
              <a:t>Break Interval 10:00-11:30</a:t>
            </a:r>
          </a:p>
        </p:txBody>
      </p:sp>
      <p:sp>
        <p:nvSpPr>
          <p:cNvPr id="31" name="Rechteck 30">
            <a:extLst>
              <a:ext uri="{FF2B5EF4-FFF2-40B4-BE49-F238E27FC236}">
                <a16:creationId xmlns:a16="http://schemas.microsoft.com/office/drawing/2014/main" id="{432D4CAB-F5F7-B1D7-4423-6ED116F71ADD}"/>
              </a:ext>
            </a:extLst>
          </p:cNvPr>
          <p:cNvSpPr>
            <a:spLocks noChangeAspect="1"/>
          </p:cNvSpPr>
          <p:nvPr/>
        </p:nvSpPr>
        <p:spPr>
          <a:xfrm>
            <a:off x="4866163" y="4078818"/>
            <a:ext cx="739686" cy="366713"/>
          </a:xfrm>
          <a:prstGeom prst="rect">
            <a:avLst/>
          </a:prstGeom>
          <a:solidFill>
            <a:srgbClr val="84B57E"/>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3 </a:t>
            </a:r>
          </a:p>
        </p:txBody>
      </p:sp>
      <p:sp>
        <p:nvSpPr>
          <p:cNvPr id="32" name="Vertikaler Textplatzhalter 2">
            <a:extLst>
              <a:ext uri="{FF2B5EF4-FFF2-40B4-BE49-F238E27FC236}">
                <a16:creationId xmlns:a16="http://schemas.microsoft.com/office/drawing/2014/main" id="{C3574847-AADA-0E63-602A-885D26BE3E48}"/>
              </a:ext>
            </a:extLst>
          </p:cNvPr>
          <p:cNvSpPr txBox="1">
            <a:spLocks/>
          </p:cNvSpPr>
          <p:nvPr/>
        </p:nvSpPr>
        <p:spPr>
          <a:xfrm>
            <a:off x="539749" y="5326064"/>
            <a:ext cx="6948488" cy="819290"/>
          </a:xfrm>
          <a:prstGeom prst="rect">
            <a:avLst/>
          </a:prstGeom>
        </p:spPr>
        <p:txBody>
          <a:bodyPr vert="horz" lIns="0" tIns="0" rIns="0" bIns="0" rtlCol="0" anchor="t" anchorCtr="0">
            <a:noAutofit/>
          </a:bodyPr>
          <a:lstStyle>
            <a:lvl1pPr marL="0" indent="0" algn="l" defTabSz="864017" rtl="0" eaLnBrk="1" latinLnBrk="0" hangingPunct="1">
              <a:lnSpc>
                <a:spcPct val="100000"/>
              </a:lnSpc>
              <a:spcBef>
                <a:spcPts val="0"/>
              </a:spcBef>
              <a:buFont typeface="Arial" panose="020B0604020202020204" pitchFamily="34" charset="0"/>
              <a:buNone/>
              <a:defRPr sz="1800" b="1" kern="1200" spc="-20" baseline="0">
                <a:solidFill>
                  <a:schemeClr val="tx1"/>
                </a:solidFill>
                <a:latin typeface="+mn-lt"/>
                <a:ea typeface="+mn-ea"/>
                <a:cs typeface="+mn-cs"/>
              </a:defRPr>
            </a:lvl1pPr>
            <a:lvl2pPr marL="126000" indent="-126000" algn="l" defTabSz="864017" rtl="0" eaLnBrk="1" latinLnBrk="0" hangingPunct="1">
              <a:lnSpc>
                <a:spcPct val="100000"/>
              </a:lnSpc>
              <a:spcBef>
                <a:spcPts val="1000"/>
              </a:spcBef>
              <a:buFont typeface="Arial" panose="020B0604020202020204" pitchFamily="34" charset="0"/>
              <a:buChar char="▪"/>
              <a:defRPr sz="1800" b="1" kern="1200" spc="-20" baseline="0">
                <a:solidFill>
                  <a:schemeClr val="tx1"/>
                </a:solidFill>
                <a:latin typeface="+mn-lt"/>
                <a:ea typeface="+mn-ea"/>
                <a:cs typeface="+mn-cs"/>
              </a:defRPr>
            </a:lvl2pPr>
            <a:lvl3pPr marL="252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3pPr>
            <a:lvl4pPr marL="378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4pPr>
            <a:lvl5pPr marL="12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5pPr>
            <a:lvl6pPr marL="396000" indent="-396000" algn="l" defTabSz="864017" rtl="0" eaLnBrk="1" latinLnBrk="0" hangingPunct="1">
              <a:lnSpc>
                <a:spcPct val="100000"/>
              </a:lnSpc>
              <a:spcBef>
                <a:spcPts val="1000"/>
              </a:spcBef>
              <a:buFont typeface="+mj-lt"/>
              <a:buAutoNum type="arabicPeriod"/>
              <a:defRPr sz="1800" kern="1200" spc="-20" baseline="0">
                <a:solidFill>
                  <a:schemeClr val="tx1"/>
                </a:solidFill>
                <a:latin typeface="+mn-lt"/>
                <a:ea typeface="+mn-ea"/>
                <a:cs typeface="+mn-cs"/>
              </a:defRPr>
            </a:lvl6pPr>
            <a:lvl7pPr marL="39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7pPr>
            <a:lvl8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8pPr>
            <a:lvl9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9pPr>
          </a:lstStyle>
          <a:p>
            <a:r>
              <a:rPr lang="en-US" dirty="0"/>
              <a:t>When a user manually assigns a break, the server must remove the planned break from the schedule</a:t>
            </a:r>
          </a:p>
        </p:txBody>
      </p:sp>
      <p:sp>
        <p:nvSpPr>
          <p:cNvPr id="5" name="Rechteck: abgerundete Ecken 4">
            <a:extLst>
              <a:ext uri="{FF2B5EF4-FFF2-40B4-BE49-F238E27FC236}">
                <a16:creationId xmlns:a16="http://schemas.microsoft.com/office/drawing/2014/main" id="{8335FDB1-FF79-A064-87DA-748BE19C5F45}"/>
              </a:ext>
            </a:extLst>
          </p:cNvPr>
          <p:cNvSpPr/>
          <p:nvPr/>
        </p:nvSpPr>
        <p:spPr>
          <a:xfrm rot="1551464">
            <a:off x="5069848" y="2638891"/>
            <a:ext cx="2100378" cy="914400"/>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err="1"/>
              <a:t>To</a:t>
            </a:r>
            <a:r>
              <a:rPr lang="de-DE" dirty="0"/>
              <a:t> </a:t>
            </a:r>
            <a:r>
              <a:rPr lang="de-DE" dirty="0" err="1"/>
              <a:t>be</a:t>
            </a:r>
            <a:r>
              <a:rPr lang="de-DE" dirty="0"/>
              <a:t> </a:t>
            </a:r>
            <a:r>
              <a:rPr lang="de-DE" dirty="0" err="1"/>
              <a:t>discussed</a:t>
            </a:r>
            <a:r>
              <a:rPr lang="de-DE" dirty="0"/>
              <a:t> </a:t>
            </a:r>
            <a:r>
              <a:rPr lang="de-DE" dirty="0" err="1"/>
              <a:t>again</a:t>
            </a:r>
            <a:endParaRPr lang="de-DE" dirty="0"/>
          </a:p>
        </p:txBody>
      </p:sp>
    </p:spTree>
    <p:extLst>
      <p:ext uri="{BB962C8B-B14F-4D97-AF65-F5344CB8AC3E}">
        <p14:creationId xmlns:p14="http://schemas.microsoft.com/office/powerpoint/2010/main" val="272383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ildplatzhalter 5">
            <a:extLst>
              <a:ext uri="{FF2B5EF4-FFF2-40B4-BE49-F238E27FC236}">
                <a16:creationId xmlns:a16="http://schemas.microsoft.com/office/drawing/2014/main" id="{2FA21BF0-D414-5CDA-5364-CF2309C89ADF}"/>
              </a:ext>
            </a:extLst>
          </p:cNvPr>
          <p:cNvSpPr>
            <a:spLocks noGrp="1"/>
          </p:cNvSpPr>
          <p:nvPr>
            <p:ph type="pic" sz="quarter" idx="12"/>
          </p:nvPr>
        </p:nvSpPr>
        <p:spPr/>
        <p:txBody>
          <a:bodyPr/>
          <a:lstStyle/>
          <a:p>
            <a:endParaRPr lang="de-DE"/>
          </a:p>
        </p:txBody>
      </p:sp>
      <p:sp>
        <p:nvSpPr>
          <p:cNvPr id="5" name="Bildplatzhalter 4">
            <a:extLst>
              <a:ext uri="{FF2B5EF4-FFF2-40B4-BE49-F238E27FC236}">
                <a16:creationId xmlns:a16="http://schemas.microsoft.com/office/drawing/2014/main" id="{F95AE3DE-2BAA-DA2F-BE1C-4C362F498A00}"/>
              </a:ext>
            </a:extLst>
          </p:cNvPr>
          <p:cNvSpPr>
            <a:spLocks noGrp="1"/>
          </p:cNvSpPr>
          <p:nvPr>
            <p:ph type="pic" sz="quarter" idx="11"/>
          </p:nvPr>
        </p:nvSpPr>
        <p:spPr/>
        <p:txBody>
          <a:bodyPr/>
          <a:lstStyle/>
          <a:p>
            <a:endParaRPr lang="de-DE"/>
          </a:p>
        </p:txBody>
      </p:sp>
      <p:sp>
        <p:nvSpPr>
          <p:cNvPr id="2" name="Titel 1">
            <a:extLst>
              <a:ext uri="{FF2B5EF4-FFF2-40B4-BE49-F238E27FC236}">
                <a16:creationId xmlns:a16="http://schemas.microsoft.com/office/drawing/2014/main" id="{3FC40F74-5CF4-A57E-7EDF-07039C6CBF04}"/>
              </a:ext>
            </a:extLst>
          </p:cNvPr>
          <p:cNvSpPr>
            <a:spLocks noGrp="1"/>
          </p:cNvSpPr>
          <p:nvPr>
            <p:ph type="title"/>
          </p:nvPr>
        </p:nvSpPr>
        <p:spPr/>
        <p:txBody>
          <a:bodyPr/>
          <a:lstStyle/>
          <a:p>
            <a:r>
              <a:rPr lang="en-US"/>
              <a:t>No Manual break planning </a:t>
            </a:r>
            <a:br>
              <a:rPr lang="en-US"/>
            </a:br>
            <a:endParaRPr lang="en-US"/>
          </a:p>
        </p:txBody>
      </p:sp>
      <p:sp>
        <p:nvSpPr>
          <p:cNvPr id="3" name="Vertikaler Textplatzhalter 2">
            <a:extLst>
              <a:ext uri="{FF2B5EF4-FFF2-40B4-BE49-F238E27FC236}">
                <a16:creationId xmlns:a16="http://schemas.microsoft.com/office/drawing/2014/main" id="{DDBA623D-4D7E-47DE-B072-A92FF70AF101}"/>
              </a:ext>
            </a:extLst>
          </p:cNvPr>
          <p:cNvSpPr>
            <a:spLocks noGrp="1"/>
          </p:cNvSpPr>
          <p:nvPr>
            <p:ph type="body" orient="vert" idx="1"/>
          </p:nvPr>
        </p:nvSpPr>
        <p:spPr>
          <a:xfrm>
            <a:off x="539749" y="1350964"/>
            <a:ext cx="6948488" cy="819290"/>
          </a:xfrm>
        </p:spPr>
        <p:txBody>
          <a:bodyPr/>
          <a:lstStyle/>
          <a:p>
            <a:pPr marL="0" indent="0">
              <a:buNone/>
            </a:pPr>
            <a:r>
              <a:rPr lang="en-US" dirty="0"/>
              <a:t>The user will not be able to:</a:t>
            </a:r>
          </a:p>
          <a:p>
            <a:pPr marL="358775" lvl="1" indent="179388">
              <a:spcBef>
                <a:spcPts val="600"/>
              </a:spcBef>
              <a:buFont typeface="Arial" panose="020B0604020202020204" pitchFamily="34" charset="0"/>
              <a:buChar char="•"/>
            </a:pPr>
            <a:r>
              <a:rPr lang="en-US" dirty="0"/>
              <a:t>Manually plan a break with a certain proposal</a:t>
            </a:r>
          </a:p>
          <a:p>
            <a:pPr marL="358775" lvl="1" indent="179388">
              <a:spcBef>
                <a:spcPts val="600"/>
              </a:spcBef>
              <a:buFont typeface="Arial" panose="020B0604020202020204" pitchFamily="34" charset="0"/>
              <a:buChar char="•"/>
            </a:pPr>
            <a:r>
              <a:rPr lang="en-US" dirty="0"/>
              <a:t>Manually plan a break at a certain time</a:t>
            </a:r>
          </a:p>
        </p:txBody>
      </p:sp>
      <p:pic>
        <p:nvPicPr>
          <p:cNvPr id="7" name="Bildplatzhalter 9" descr="Ein Bild, das Himmel, draußen, Mann, Sitz enthält.&#10;&#10;Automatisch generierte Beschreibung">
            <a:extLst>
              <a:ext uri="{FF2B5EF4-FFF2-40B4-BE49-F238E27FC236}">
                <a16:creationId xmlns:a16="http://schemas.microsoft.com/office/drawing/2014/main" id="{66AEEB2C-4E46-4F5F-86BF-EE734C84C95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261" r="2261"/>
          <a:stretch>
            <a:fillRect/>
          </a:stretch>
        </p:blipFill>
        <p:spPr>
          <a:xfrm>
            <a:off x="7378676" y="52"/>
            <a:ext cx="4141725" cy="6480076"/>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pic>
      <p:graphicFrame>
        <p:nvGraphicFramePr>
          <p:cNvPr id="23" name="Tabelle 2">
            <a:extLst>
              <a:ext uri="{FF2B5EF4-FFF2-40B4-BE49-F238E27FC236}">
                <a16:creationId xmlns:a16="http://schemas.microsoft.com/office/drawing/2014/main" id="{80B8732B-E22B-71E3-9CB2-5B9043C84423}"/>
              </a:ext>
            </a:extLst>
          </p:cNvPr>
          <p:cNvGraphicFramePr>
            <a:graphicFrameLocks noGrp="1"/>
          </p:cNvGraphicFramePr>
          <p:nvPr>
            <p:extLst>
              <p:ext uri="{D42A27DB-BD31-4B8C-83A1-F6EECF244321}">
                <p14:modId xmlns:p14="http://schemas.microsoft.com/office/powerpoint/2010/main" val="3785453106"/>
              </p:ext>
            </p:extLst>
          </p:nvPr>
        </p:nvGraphicFramePr>
        <p:xfrm>
          <a:off x="585787" y="2522211"/>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25" name="Rechteck 24">
            <a:extLst>
              <a:ext uri="{FF2B5EF4-FFF2-40B4-BE49-F238E27FC236}">
                <a16:creationId xmlns:a16="http://schemas.microsoft.com/office/drawing/2014/main" id="{49C4939E-21E1-6D2A-AFC2-45346668D002}"/>
              </a:ext>
            </a:extLst>
          </p:cNvPr>
          <p:cNvSpPr>
            <a:spLocks noChangeAspect="1"/>
          </p:cNvSpPr>
          <p:nvPr/>
        </p:nvSpPr>
        <p:spPr>
          <a:xfrm>
            <a:off x="2762872" y="3359148"/>
            <a:ext cx="1723733" cy="366713"/>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cxnSp>
        <p:nvCxnSpPr>
          <p:cNvPr id="28" name="Gerader Verbinder 27">
            <a:extLst>
              <a:ext uri="{FF2B5EF4-FFF2-40B4-BE49-F238E27FC236}">
                <a16:creationId xmlns:a16="http://schemas.microsoft.com/office/drawing/2014/main" id="{FE82E3E9-4EDC-8128-6941-9DE82BEC3FE8}"/>
              </a:ext>
            </a:extLst>
          </p:cNvPr>
          <p:cNvCxnSpPr>
            <a:cxnSpLocks/>
          </p:cNvCxnSpPr>
          <p:nvPr/>
        </p:nvCxnSpPr>
        <p:spPr>
          <a:xfrm>
            <a:off x="4362263" y="3319460"/>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29" name="Rechteck 28">
            <a:extLst>
              <a:ext uri="{FF2B5EF4-FFF2-40B4-BE49-F238E27FC236}">
                <a16:creationId xmlns:a16="http://schemas.microsoft.com/office/drawing/2014/main" id="{D79123EA-56EA-DE44-23F2-EE5BB2804988}"/>
              </a:ext>
            </a:extLst>
          </p:cNvPr>
          <p:cNvSpPr>
            <a:spLocks noChangeAspect="1"/>
          </p:cNvSpPr>
          <p:nvPr/>
        </p:nvSpPr>
        <p:spPr>
          <a:xfrm>
            <a:off x="4652513" y="3359148"/>
            <a:ext cx="427832" cy="366713"/>
          </a:xfrm>
          <a:prstGeom prst="rect">
            <a:avLst/>
          </a:prstGeom>
          <a:pattFill prst="lgCheck">
            <a:fgClr>
              <a:srgbClr val="477C44"/>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0" name="Gleichschenkliges Dreieck 29">
            <a:extLst>
              <a:ext uri="{FF2B5EF4-FFF2-40B4-BE49-F238E27FC236}">
                <a16:creationId xmlns:a16="http://schemas.microsoft.com/office/drawing/2014/main" id="{A87C0DD3-882B-5E85-5CA5-EA817E0CE830}"/>
              </a:ext>
            </a:extLst>
          </p:cNvPr>
          <p:cNvSpPr>
            <a:spLocks noChangeAspect="1"/>
          </p:cNvSpPr>
          <p:nvPr/>
        </p:nvSpPr>
        <p:spPr>
          <a:xfrm rot="16200000">
            <a:off x="2421451" y="3386820"/>
            <a:ext cx="366713" cy="316132"/>
          </a:xfrm>
          <a:prstGeom prst="triangle">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Geschweifte Klammer rechts 30">
            <a:extLst>
              <a:ext uri="{FF2B5EF4-FFF2-40B4-BE49-F238E27FC236}">
                <a16:creationId xmlns:a16="http://schemas.microsoft.com/office/drawing/2014/main" id="{2514887F-C428-9FAC-A681-9C51018750A3}"/>
              </a:ext>
            </a:extLst>
          </p:cNvPr>
          <p:cNvSpPr/>
          <p:nvPr/>
        </p:nvSpPr>
        <p:spPr>
          <a:xfrm rot="5400000">
            <a:off x="4231865" y="3121067"/>
            <a:ext cx="273051" cy="1613718"/>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32" name="Textfeld 31">
            <a:extLst>
              <a:ext uri="{FF2B5EF4-FFF2-40B4-BE49-F238E27FC236}">
                <a16:creationId xmlns:a16="http://schemas.microsoft.com/office/drawing/2014/main" id="{CEDE826B-41A0-65F5-3C2A-34EC172B6B6F}"/>
              </a:ext>
            </a:extLst>
          </p:cNvPr>
          <p:cNvSpPr txBox="1"/>
          <p:nvPr/>
        </p:nvSpPr>
        <p:spPr>
          <a:xfrm>
            <a:off x="3377670" y="4106177"/>
            <a:ext cx="1981440" cy="276999"/>
          </a:xfrm>
          <a:prstGeom prst="rect">
            <a:avLst/>
          </a:prstGeom>
          <a:noFill/>
        </p:spPr>
        <p:txBody>
          <a:bodyPr wrap="none" rtlCol="0">
            <a:spAutoFit/>
          </a:bodyPr>
          <a:lstStyle/>
          <a:p>
            <a:pPr algn="l"/>
            <a:r>
              <a:rPr lang="en-US" sz="1200" dirty="0"/>
              <a:t>Break Interval 10:30-11:30</a:t>
            </a:r>
          </a:p>
        </p:txBody>
      </p:sp>
      <p:graphicFrame>
        <p:nvGraphicFramePr>
          <p:cNvPr id="33" name="Tabelle 2">
            <a:extLst>
              <a:ext uri="{FF2B5EF4-FFF2-40B4-BE49-F238E27FC236}">
                <a16:creationId xmlns:a16="http://schemas.microsoft.com/office/drawing/2014/main" id="{026745A6-A8F8-6121-B8FB-0DD5CB32422D}"/>
              </a:ext>
            </a:extLst>
          </p:cNvPr>
          <p:cNvGraphicFramePr>
            <a:graphicFrameLocks noGrp="1"/>
          </p:cNvGraphicFramePr>
          <p:nvPr>
            <p:extLst>
              <p:ext uri="{D42A27DB-BD31-4B8C-83A1-F6EECF244321}">
                <p14:modId xmlns:p14="http://schemas.microsoft.com/office/powerpoint/2010/main" val="1927525941"/>
              </p:ext>
            </p:extLst>
          </p:nvPr>
        </p:nvGraphicFramePr>
        <p:xfrm>
          <a:off x="585787" y="4420861"/>
          <a:ext cx="5386509" cy="1246514"/>
        </p:xfrm>
        <a:graphic>
          <a:graphicData uri="http://schemas.openxmlformats.org/drawingml/2006/table">
            <a:tbl>
              <a:tblPr firstRow="1" bandRow="1">
                <a:tableStyleId>{5C22544A-7EE6-4342-B048-85BDC9FD1C3A}</a:tableStyleId>
              </a:tblPr>
              <a:tblGrid>
                <a:gridCol w="1366727">
                  <a:extLst>
                    <a:ext uri="{9D8B030D-6E8A-4147-A177-3AD203B41FA5}">
                      <a16:colId xmlns:a16="http://schemas.microsoft.com/office/drawing/2014/main" val="2825373251"/>
                    </a:ext>
                  </a:extLst>
                </a:gridCol>
                <a:gridCol w="803957">
                  <a:extLst>
                    <a:ext uri="{9D8B030D-6E8A-4147-A177-3AD203B41FA5}">
                      <a16:colId xmlns:a16="http://schemas.microsoft.com/office/drawing/2014/main" val="2339377213"/>
                    </a:ext>
                  </a:extLst>
                </a:gridCol>
                <a:gridCol w="401978">
                  <a:extLst>
                    <a:ext uri="{9D8B030D-6E8A-4147-A177-3AD203B41FA5}">
                      <a16:colId xmlns:a16="http://schemas.microsoft.com/office/drawing/2014/main" val="969585536"/>
                    </a:ext>
                  </a:extLst>
                </a:gridCol>
                <a:gridCol w="401978">
                  <a:extLst>
                    <a:ext uri="{9D8B030D-6E8A-4147-A177-3AD203B41FA5}">
                      <a16:colId xmlns:a16="http://schemas.microsoft.com/office/drawing/2014/main" val="1072700302"/>
                    </a:ext>
                  </a:extLst>
                </a:gridCol>
                <a:gridCol w="401978">
                  <a:extLst>
                    <a:ext uri="{9D8B030D-6E8A-4147-A177-3AD203B41FA5}">
                      <a16:colId xmlns:a16="http://schemas.microsoft.com/office/drawing/2014/main" val="4232202099"/>
                    </a:ext>
                  </a:extLst>
                </a:gridCol>
                <a:gridCol w="401978">
                  <a:extLst>
                    <a:ext uri="{9D8B030D-6E8A-4147-A177-3AD203B41FA5}">
                      <a16:colId xmlns:a16="http://schemas.microsoft.com/office/drawing/2014/main" val="2900486411"/>
                    </a:ext>
                  </a:extLst>
                </a:gridCol>
                <a:gridCol w="401978">
                  <a:extLst>
                    <a:ext uri="{9D8B030D-6E8A-4147-A177-3AD203B41FA5}">
                      <a16:colId xmlns:a16="http://schemas.microsoft.com/office/drawing/2014/main" val="3703516953"/>
                    </a:ext>
                  </a:extLst>
                </a:gridCol>
                <a:gridCol w="401978">
                  <a:extLst>
                    <a:ext uri="{9D8B030D-6E8A-4147-A177-3AD203B41FA5}">
                      <a16:colId xmlns:a16="http://schemas.microsoft.com/office/drawing/2014/main" val="1281601919"/>
                    </a:ext>
                  </a:extLst>
                </a:gridCol>
                <a:gridCol w="803957">
                  <a:extLst>
                    <a:ext uri="{9D8B030D-6E8A-4147-A177-3AD203B41FA5}">
                      <a16:colId xmlns:a16="http://schemas.microsoft.com/office/drawing/2014/main" val="3785264208"/>
                    </a:ext>
                  </a:extLst>
                </a:gridCol>
              </a:tblGrid>
              <a:tr h="437800">
                <a:tc rowSpan="2">
                  <a:txBody>
                    <a:bodyPr/>
                    <a:lstStyle/>
                    <a:p>
                      <a:pPr algn="ctr"/>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gridSpan="8">
                  <a:txBody>
                    <a:bodyPr/>
                    <a:lstStyle/>
                    <a:p>
                      <a:pPr algn="ctr"/>
                      <a:r>
                        <a:rPr lang="en-US" sz="1800" noProof="0" dirty="0">
                          <a:solidFill>
                            <a:schemeClr val="tx1"/>
                          </a:solidFill>
                          <a:latin typeface="Tahoma" panose="020B0604030504040204" pitchFamily="34" charset="0"/>
                          <a:ea typeface="Tahoma" panose="020B0604030504040204" pitchFamily="34" charset="0"/>
                          <a:cs typeface="Tahoma" panose="020B0604030504040204" pitchFamily="34" charset="0"/>
                        </a:rPr>
                        <a:t>Timescale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hMerge="1">
                  <a:txBody>
                    <a:bodyPr/>
                    <a:lstStyle/>
                    <a:p>
                      <a:endParaRPr lang="de-DE" dirty="0">
                        <a:solidFill>
                          <a:schemeClr val="tx1"/>
                        </a:solidFill>
                      </a:endParaRP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5001832"/>
                  </a:ext>
                </a:extLst>
              </a:tr>
              <a:tr h="364833">
                <a:tc vMerge="1">
                  <a:txBody>
                    <a:bodyPr/>
                    <a:lstStyle/>
                    <a:p>
                      <a:r>
                        <a:rPr lang="de-DE" sz="1800" dirty="0">
                          <a:solidFill>
                            <a:schemeClr val="tx1"/>
                          </a:solidFill>
                        </a:rPr>
                        <a:t>Truck</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10:00</a:t>
                      </a:r>
                    </a:p>
                  </a:txBody>
                  <a:tcPr>
                    <a:lnL w="952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06</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10:30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08</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ctr"/>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11:00</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10</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gridSpan="2">
                  <a:txBody>
                    <a:bodyPr/>
                    <a:lstStyle/>
                    <a:p>
                      <a:pPr algn="l"/>
                      <a:r>
                        <a:rPr lang="de-DE" sz="1400" dirty="0">
                          <a:solidFill>
                            <a:schemeClr val="tx1"/>
                          </a:solidFill>
                          <a:latin typeface="Tahoma" panose="020B0604030504040204" pitchFamily="34" charset="0"/>
                          <a:ea typeface="Tahoma" panose="020B0604030504040204" pitchFamily="34" charset="0"/>
                          <a:cs typeface="Tahoma" panose="020B0604030504040204" pitchFamily="34" charset="0"/>
                        </a:rPr>
                        <a:t>   11:30</a:t>
                      </a:r>
                    </a:p>
                  </a:txBody>
                  <a:tcPr>
                    <a:lnL w="9525" cap="flat" cmpd="sng" algn="ctr">
                      <a:no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r>
                        <a:rPr lang="de-DE" sz="1800" dirty="0">
                          <a:solidFill>
                            <a:schemeClr val="tx1"/>
                          </a:solidFill>
                        </a:rPr>
                        <a:t>12</a:t>
                      </a:r>
                    </a:p>
                  </a:txBody>
                  <a:tcP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9223210"/>
                  </a:ext>
                </a:extLst>
              </a:tr>
              <a:tr h="443881">
                <a:tc>
                  <a:txBody>
                    <a:bodyPr/>
                    <a:lstStyle/>
                    <a:p>
                      <a:r>
                        <a:rPr lang="de-DE" sz="1800" dirty="0">
                          <a:solidFill>
                            <a:schemeClr val="tx1"/>
                          </a:solidFill>
                          <a:latin typeface="Tahoma" panose="020B0604030504040204" pitchFamily="34" charset="0"/>
                          <a:ea typeface="Tahoma" panose="020B0604030504040204" pitchFamily="34" charset="0"/>
                          <a:cs typeface="Tahoma" panose="020B0604030504040204" pitchFamily="34" charset="0"/>
                        </a:rPr>
                        <a:t>Schedule</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chemeClr val="tx1"/>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no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de-DE"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9525" cap="flat" cmpd="sng" algn="ctr">
                      <a:solidFill>
                        <a:srgbClr val="BBBBBB"/>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BBBBB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554318"/>
                  </a:ext>
                </a:extLst>
              </a:tr>
            </a:tbl>
          </a:graphicData>
        </a:graphic>
      </p:graphicFrame>
      <p:sp>
        <p:nvSpPr>
          <p:cNvPr id="34" name="Rechteck 33">
            <a:extLst>
              <a:ext uri="{FF2B5EF4-FFF2-40B4-BE49-F238E27FC236}">
                <a16:creationId xmlns:a16="http://schemas.microsoft.com/office/drawing/2014/main" id="{FB9C3AD6-8FB8-3B21-FEB2-BA31B105E783}"/>
              </a:ext>
            </a:extLst>
          </p:cNvPr>
          <p:cNvSpPr>
            <a:spLocks noChangeAspect="1"/>
          </p:cNvSpPr>
          <p:nvPr/>
        </p:nvSpPr>
        <p:spPr>
          <a:xfrm>
            <a:off x="2762872" y="5257798"/>
            <a:ext cx="1723733" cy="366713"/>
          </a:xfrm>
          <a:prstGeom prst="rect">
            <a:avLst/>
          </a:prstGeom>
          <a:solidFill>
            <a:srgbClr val="5B95BD"/>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1</a:t>
            </a:r>
          </a:p>
        </p:txBody>
      </p:sp>
      <p:sp>
        <p:nvSpPr>
          <p:cNvPr id="35" name="Rechteck 34">
            <a:extLst>
              <a:ext uri="{FF2B5EF4-FFF2-40B4-BE49-F238E27FC236}">
                <a16:creationId xmlns:a16="http://schemas.microsoft.com/office/drawing/2014/main" id="{8BB1F062-D9C2-4FA1-E782-1A4EC345823D}"/>
              </a:ext>
            </a:extLst>
          </p:cNvPr>
          <p:cNvSpPr>
            <a:spLocks noChangeAspect="1"/>
          </p:cNvSpPr>
          <p:nvPr/>
        </p:nvSpPr>
        <p:spPr>
          <a:xfrm>
            <a:off x="4487953" y="5257798"/>
            <a:ext cx="679947" cy="366713"/>
          </a:xfrm>
          <a:prstGeom prst="rect">
            <a:avLst/>
          </a:prstGeom>
          <a:gradFill flip="none" rotWithShape="1">
            <a:gsLst>
              <a:gs pos="0">
                <a:schemeClr val="accent6">
                  <a:lumMod val="5000"/>
                  <a:lumOff val="95000"/>
                </a:schemeClr>
              </a:gs>
              <a:gs pos="50000">
                <a:srgbClr val="477C44"/>
              </a:gs>
              <a:gs pos="100000">
                <a:schemeClr val="bg1"/>
              </a:gs>
            </a:gsLst>
            <a:lin ang="5400000" scaled="1"/>
            <a:tileRect/>
          </a:gra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a:extLst>
              <a:ext uri="{FF2B5EF4-FFF2-40B4-BE49-F238E27FC236}">
                <a16:creationId xmlns:a16="http://schemas.microsoft.com/office/drawing/2014/main" id="{3818155B-7DB5-FE1A-ED9F-0986C334D1BF}"/>
              </a:ext>
            </a:extLst>
          </p:cNvPr>
          <p:cNvSpPr>
            <a:spLocks noChangeAspect="1"/>
          </p:cNvSpPr>
          <p:nvPr/>
        </p:nvSpPr>
        <p:spPr>
          <a:xfrm>
            <a:off x="5232400" y="5258050"/>
            <a:ext cx="739686" cy="366713"/>
          </a:xfrm>
          <a:prstGeom prst="rect">
            <a:avLst/>
          </a:prstGeom>
          <a:solidFill>
            <a:srgbClr val="477C44"/>
          </a:solid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rgbClr val="344046"/>
                </a:solidFill>
                <a:latin typeface="Tahoma" panose="020B0604030504040204" pitchFamily="34" charset="0"/>
                <a:ea typeface="Tahoma" panose="020B0604030504040204" pitchFamily="34" charset="0"/>
                <a:cs typeface="Tahoma" panose="020B0604030504040204" pitchFamily="34" charset="0"/>
              </a:rPr>
              <a:t>Prop</a:t>
            </a:r>
            <a:r>
              <a:rPr lang="de-DE" sz="1400" dirty="0">
                <a:solidFill>
                  <a:srgbClr val="344046"/>
                </a:solidFill>
                <a:latin typeface="Tahoma" panose="020B0604030504040204" pitchFamily="34" charset="0"/>
                <a:ea typeface="Tahoma" panose="020B0604030504040204" pitchFamily="34" charset="0"/>
                <a:cs typeface="Tahoma" panose="020B0604030504040204" pitchFamily="34" charset="0"/>
              </a:rPr>
              <a:t> 2 </a:t>
            </a:r>
          </a:p>
        </p:txBody>
      </p:sp>
      <p:cxnSp>
        <p:nvCxnSpPr>
          <p:cNvPr id="37" name="Gerader Verbinder 36">
            <a:extLst>
              <a:ext uri="{FF2B5EF4-FFF2-40B4-BE49-F238E27FC236}">
                <a16:creationId xmlns:a16="http://schemas.microsoft.com/office/drawing/2014/main" id="{EBBB6CB0-9E5C-EB88-2F9F-F11187DCA450}"/>
              </a:ext>
            </a:extLst>
          </p:cNvPr>
          <p:cNvCxnSpPr>
            <a:cxnSpLocks/>
          </p:cNvCxnSpPr>
          <p:nvPr/>
        </p:nvCxnSpPr>
        <p:spPr>
          <a:xfrm>
            <a:off x="4362263" y="5218110"/>
            <a:ext cx="0" cy="449265"/>
          </a:xfrm>
          <a:prstGeom prst="line">
            <a:avLst/>
          </a:prstGeom>
          <a:ln w="15875">
            <a:solidFill>
              <a:srgbClr val="BF7B2C"/>
            </a:solidFill>
          </a:ln>
        </p:spPr>
        <p:style>
          <a:lnRef idx="1">
            <a:schemeClr val="accent1"/>
          </a:lnRef>
          <a:fillRef idx="0">
            <a:schemeClr val="accent1"/>
          </a:fillRef>
          <a:effectRef idx="0">
            <a:schemeClr val="accent1"/>
          </a:effectRef>
          <a:fontRef idx="minor">
            <a:schemeClr val="tx1"/>
          </a:fontRef>
        </p:style>
      </p:cxnSp>
      <p:sp>
        <p:nvSpPr>
          <p:cNvPr id="38" name="Rechteck 37">
            <a:extLst>
              <a:ext uri="{FF2B5EF4-FFF2-40B4-BE49-F238E27FC236}">
                <a16:creationId xmlns:a16="http://schemas.microsoft.com/office/drawing/2014/main" id="{1D587D1E-5578-9D4A-1153-496B8D2D8849}"/>
              </a:ext>
            </a:extLst>
          </p:cNvPr>
          <p:cNvSpPr>
            <a:spLocks noChangeAspect="1"/>
          </p:cNvSpPr>
          <p:nvPr/>
        </p:nvSpPr>
        <p:spPr>
          <a:xfrm>
            <a:off x="4741413" y="5257798"/>
            <a:ext cx="427832" cy="366713"/>
          </a:xfrm>
          <a:prstGeom prst="rect">
            <a:avLst/>
          </a:prstGeom>
          <a:pattFill prst="lgCheck">
            <a:fgClr>
              <a:srgbClr val="477C44"/>
            </a:fgClr>
            <a:bgClr>
              <a:schemeClr val="bg1"/>
            </a:bgClr>
          </a:pattFill>
          <a:ln>
            <a:solidFill>
              <a:srgbClr val="3440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9" name="Gleichschenkliges Dreieck 38">
            <a:extLst>
              <a:ext uri="{FF2B5EF4-FFF2-40B4-BE49-F238E27FC236}">
                <a16:creationId xmlns:a16="http://schemas.microsoft.com/office/drawing/2014/main" id="{FA50616D-C6C3-E985-5392-FD76364C68B1}"/>
              </a:ext>
            </a:extLst>
          </p:cNvPr>
          <p:cNvSpPr>
            <a:spLocks noChangeAspect="1"/>
          </p:cNvSpPr>
          <p:nvPr/>
        </p:nvSpPr>
        <p:spPr>
          <a:xfrm rot="16200000">
            <a:off x="2421451" y="5285470"/>
            <a:ext cx="366713" cy="316132"/>
          </a:xfrm>
          <a:prstGeom prst="triangle">
            <a:avLst/>
          </a:prstGeom>
          <a:solidFill>
            <a:schemeClr val="accent3">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Geschweifte Klammer rechts 39">
            <a:extLst>
              <a:ext uri="{FF2B5EF4-FFF2-40B4-BE49-F238E27FC236}">
                <a16:creationId xmlns:a16="http://schemas.microsoft.com/office/drawing/2014/main" id="{B4501ECC-6BDD-D3FC-54EC-B741CDCC7F5B}"/>
              </a:ext>
            </a:extLst>
          </p:cNvPr>
          <p:cNvSpPr/>
          <p:nvPr/>
        </p:nvSpPr>
        <p:spPr>
          <a:xfrm rot="5400000">
            <a:off x="4231865" y="5019717"/>
            <a:ext cx="273051" cy="1613718"/>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1" name="Textfeld 40">
            <a:extLst>
              <a:ext uri="{FF2B5EF4-FFF2-40B4-BE49-F238E27FC236}">
                <a16:creationId xmlns:a16="http://schemas.microsoft.com/office/drawing/2014/main" id="{CF9EE66D-1E0E-5317-BD53-9BBF33A67E1C}"/>
              </a:ext>
            </a:extLst>
          </p:cNvPr>
          <p:cNvSpPr txBox="1"/>
          <p:nvPr/>
        </p:nvSpPr>
        <p:spPr>
          <a:xfrm>
            <a:off x="3377670" y="6004827"/>
            <a:ext cx="1981440" cy="276999"/>
          </a:xfrm>
          <a:prstGeom prst="rect">
            <a:avLst/>
          </a:prstGeom>
          <a:noFill/>
        </p:spPr>
        <p:txBody>
          <a:bodyPr wrap="none" rtlCol="0">
            <a:spAutoFit/>
          </a:bodyPr>
          <a:lstStyle/>
          <a:p>
            <a:pPr algn="l"/>
            <a:r>
              <a:rPr lang="en-US" sz="1200" dirty="0"/>
              <a:t>Break Interval 10:30-11:30</a:t>
            </a:r>
          </a:p>
        </p:txBody>
      </p:sp>
      <p:sp>
        <p:nvSpPr>
          <p:cNvPr id="42" name="Freeform 97">
            <a:extLst>
              <a:ext uri="{FF2B5EF4-FFF2-40B4-BE49-F238E27FC236}">
                <a16:creationId xmlns:a16="http://schemas.microsoft.com/office/drawing/2014/main" id="{BBB2E7BE-9363-4320-8C2E-09BDDCF232D7}"/>
              </a:ext>
            </a:extLst>
          </p:cNvPr>
          <p:cNvSpPr>
            <a:spLocks/>
          </p:cNvSpPr>
          <p:nvPr/>
        </p:nvSpPr>
        <p:spPr bwMode="auto">
          <a:xfrm>
            <a:off x="4592078" y="3250691"/>
            <a:ext cx="592520" cy="559759"/>
          </a:xfrm>
          <a:custGeom>
            <a:avLst/>
            <a:gdLst>
              <a:gd name="T0" fmla="*/ 302 w 302"/>
              <a:gd name="T1" fmla="*/ 63 h 301"/>
              <a:gd name="T2" fmla="*/ 239 w 302"/>
              <a:gd name="T3" fmla="*/ 0 h 301"/>
              <a:gd name="T4" fmla="*/ 151 w 302"/>
              <a:gd name="T5" fmla="*/ 90 h 301"/>
              <a:gd name="T6" fmla="*/ 63 w 302"/>
              <a:gd name="T7" fmla="*/ 0 h 301"/>
              <a:gd name="T8" fmla="*/ 0 w 302"/>
              <a:gd name="T9" fmla="*/ 63 h 301"/>
              <a:gd name="T10" fmla="*/ 90 w 302"/>
              <a:gd name="T11" fmla="*/ 151 h 301"/>
              <a:gd name="T12" fmla="*/ 0 w 302"/>
              <a:gd name="T13" fmla="*/ 238 h 301"/>
              <a:gd name="T14" fmla="*/ 63 w 302"/>
              <a:gd name="T15" fmla="*/ 301 h 301"/>
              <a:gd name="T16" fmla="*/ 151 w 302"/>
              <a:gd name="T17" fmla="*/ 211 h 301"/>
              <a:gd name="T18" fmla="*/ 239 w 302"/>
              <a:gd name="T19" fmla="*/ 301 h 301"/>
              <a:gd name="T20" fmla="*/ 302 w 302"/>
              <a:gd name="T21" fmla="*/ 238 h 301"/>
              <a:gd name="T22" fmla="*/ 212 w 302"/>
              <a:gd name="T23" fmla="*/ 151 h 301"/>
              <a:gd name="T24" fmla="*/ 302 w 302"/>
              <a:gd name="T25" fmla="*/ 6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2" h="301">
                <a:moveTo>
                  <a:pt x="302" y="63"/>
                </a:moveTo>
                <a:lnTo>
                  <a:pt x="239" y="0"/>
                </a:lnTo>
                <a:lnTo>
                  <a:pt x="151" y="90"/>
                </a:lnTo>
                <a:lnTo>
                  <a:pt x="63" y="0"/>
                </a:lnTo>
                <a:lnTo>
                  <a:pt x="0" y="63"/>
                </a:lnTo>
                <a:lnTo>
                  <a:pt x="90" y="151"/>
                </a:lnTo>
                <a:lnTo>
                  <a:pt x="0" y="238"/>
                </a:lnTo>
                <a:lnTo>
                  <a:pt x="63" y="301"/>
                </a:lnTo>
                <a:lnTo>
                  <a:pt x="151" y="211"/>
                </a:lnTo>
                <a:lnTo>
                  <a:pt x="239" y="301"/>
                </a:lnTo>
                <a:lnTo>
                  <a:pt x="302" y="238"/>
                </a:lnTo>
                <a:lnTo>
                  <a:pt x="212" y="151"/>
                </a:lnTo>
                <a:lnTo>
                  <a:pt x="302" y="63"/>
                </a:lnTo>
                <a:close/>
              </a:path>
            </a:pathLst>
          </a:custGeom>
          <a:solidFill>
            <a:schemeClr val="accent6">
              <a:alpha val="75000"/>
            </a:schemeClr>
          </a:solidFill>
          <a:ln>
            <a:noFill/>
          </a:ln>
        </p:spPr>
        <p:txBody>
          <a:bodyPr vert="horz" wrap="square" lIns="91440" tIns="45720" rIns="91440" bIns="45720" numCol="1" anchor="t" anchorCtr="0" compatLnSpc="1">
            <a:prstTxWarp prst="textNoShape">
              <a:avLst/>
            </a:prstTxWarp>
          </a:bodyPr>
          <a:lstStyle/>
          <a:p>
            <a:endParaRPr lang="de-DE"/>
          </a:p>
        </p:txBody>
      </p:sp>
      <p:sp>
        <p:nvSpPr>
          <p:cNvPr id="44" name="Freeform 97">
            <a:extLst>
              <a:ext uri="{FF2B5EF4-FFF2-40B4-BE49-F238E27FC236}">
                <a16:creationId xmlns:a16="http://schemas.microsoft.com/office/drawing/2014/main" id="{F68A75F4-8FF8-49E9-3000-2BCD0A90F232}"/>
              </a:ext>
            </a:extLst>
          </p:cNvPr>
          <p:cNvSpPr>
            <a:spLocks/>
          </p:cNvSpPr>
          <p:nvPr/>
        </p:nvSpPr>
        <p:spPr bwMode="auto">
          <a:xfrm>
            <a:off x="4903218" y="5144326"/>
            <a:ext cx="592520" cy="559759"/>
          </a:xfrm>
          <a:custGeom>
            <a:avLst/>
            <a:gdLst>
              <a:gd name="T0" fmla="*/ 302 w 302"/>
              <a:gd name="T1" fmla="*/ 63 h 301"/>
              <a:gd name="T2" fmla="*/ 239 w 302"/>
              <a:gd name="T3" fmla="*/ 0 h 301"/>
              <a:gd name="T4" fmla="*/ 151 w 302"/>
              <a:gd name="T5" fmla="*/ 90 h 301"/>
              <a:gd name="T6" fmla="*/ 63 w 302"/>
              <a:gd name="T7" fmla="*/ 0 h 301"/>
              <a:gd name="T8" fmla="*/ 0 w 302"/>
              <a:gd name="T9" fmla="*/ 63 h 301"/>
              <a:gd name="T10" fmla="*/ 90 w 302"/>
              <a:gd name="T11" fmla="*/ 151 h 301"/>
              <a:gd name="T12" fmla="*/ 0 w 302"/>
              <a:gd name="T13" fmla="*/ 238 h 301"/>
              <a:gd name="T14" fmla="*/ 63 w 302"/>
              <a:gd name="T15" fmla="*/ 301 h 301"/>
              <a:gd name="T16" fmla="*/ 151 w 302"/>
              <a:gd name="T17" fmla="*/ 211 h 301"/>
              <a:gd name="T18" fmla="*/ 239 w 302"/>
              <a:gd name="T19" fmla="*/ 301 h 301"/>
              <a:gd name="T20" fmla="*/ 302 w 302"/>
              <a:gd name="T21" fmla="*/ 238 h 301"/>
              <a:gd name="T22" fmla="*/ 212 w 302"/>
              <a:gd name="T23" fmla="*/ 151 h 301"/>
              <a:gd name="T24" fmla="*/ 302 w 302"/>
              <a:gd name="T25" fmla="*/ 63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2" h="301">
                <a:moveTo>
                  <a:pt x="302" y="63"/>
                </a:moveTo>
                <a:lnTo>
                  <a:pt x="239" y="0"/>
                </a:lnTo>
                <a:lnTo>
                  <a:pt x="151" y="90"/>
                </a:lnTo>
                <a:lnTo>
                  <a:pt x="63" y="0"/>
                </a:lnTo>
                <a:lnTo>
                  <a:pt x="0" y="63"/>
                </a:lnTo>
                <a:lnTo>
                  <a:pt x="90" y="151"/>
                </a:lnTo>
                <a:lnTo>
                  <a:pt x="0" y="238"/>
                </a:lnTo>
                <a:lnTo>
                  <a:pt x="63" y="301"/>
                </a:lnTo>
                <a:lnTo>
                  <a:pt x="151" y="211"/>
                </a:lnTo>
                <a:lnTo>
                  <a:pt x="239" y="301"/>
                </a:lnTo>
                <a:lnTo>
                  <a:pt x="302" y="238"/>
                </a:lnTo>
                <a:lnTo>
                  <a:pt x="212" y="151"/>
                </a:lnTo>
                <a:lnTo>
                  <a:pt x="302" y="63"/>
                </a:lnTo>
                <a:close/>
              </a:path>
            </a:pathLst>
          </a:custGeom>
          <a:solidFill>
            <a:schemeClr val="accent6">
              <a:alpha val="75000"/>
            </a:schemeClr>
          </a:solidFill>
          <a:ln>
            <a:noFill/>
          </a:ln>
        </p:spPr>
        <p:txBody>
          <a:bodyPr vert="horz" wrap="square" lIns="91440" tIns="45720" rIns="91440" bIns="45720" numCol="1" anchor="t" anchorCtr="0" compatLnSpc="1">
            <a:prstTxWarp prst="textNoShape">
              <a:avLst/>
            </a:prstTxWarp>
          </a:bodyPr>
          <a:lstStyle/>
          <a:p>
            <a:endParaRPr lang="de-DE"/>
          </a:p>
        </p:txBody>
      </p:sp>
    </p:spTree>
    <p:extLst>
      <p:ext uri="{BB962C8B-B14F-4D97-AF65-F5344CB8AC3E}">
        <p14:creationId xmlns:p14="http://schemas.microsoft.com/office/powerpoint/2010/main" val="2103160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INFORM PowerPoint Master LIGHT">
  <a:themeElements>
    <a:clrScheme name="INFORM LIGHT">
      <a:dk1>
        <a:sysClr val="windowText" lastClr="000000"/>
      </a:dk1>
      <a:lt1>
        <a:sysClr val="window" lastClr="FFFFFF"/>
      </a:lt1>
      <a:dk2>
        <a:srgbClr val="FFFFFF"/>
      </a:dk2>
      <a:lt2>
        <a:srgbClr val="0090A7"/>
      </a:lt2>
      <a:accent1>
        <a:srgbClr val="0090A7"/>
      </a:accent1>
      <a:accent2>
        <a:srgbClr val="004759"/>
      </a:accent2>
      <a:accent3>
        <a:srgbClr val="4E5355"/>
      </a:accent3>
      <a:accent4>
        <a:srgbClr val="F37900"/>
      </a:accent4>
      <a:accent5>
        <a:srgbClr val="BECB00"/>
      </a:accent5>
      <a:accent6>
        <a:srgbClr val="C00222"/>
      </a:accent6>
      <a:hlink>
        <a:srgbClr val="000000"/>
      </a:hlink>
      <a:folHlink>
        <a:srgbClr val="000000"/>
      </a:folHlink>
    </a:clrScheme>
    <a:fontScheme name="INFORM">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800" dirty="0" err="1" smtClean="0"/>
        </a:defPPr>
      </a:lstStyle>
    </a:txDef>
  </a:objectDefaults>
  <a:extraClrSchemeLst/>
  <a:custClrLst>
    <a:custClr name="Petrol 100%">
      <a:srgbClr val="0090A7"/>
    </a:custClr>
    <a:custClr name="Dunkelgrün 100%">
      <a:srgbClr val="004759"/>
    </a:custClr>
    <a:custClr name="Grau 100%">
      <a:srgbClr val="4E5355"/>
    </a:custClr>
    <a:custClr name="Weiß">
      <a:srgbClr val="FFFFFF"/>
    </a:custClr>
    <a:custClr>
      <a:srgbClr val="FFFFFF"/>
    </a:custClr>
    <a:custClr>
      <a:srgbClr val="FFFFFF"/>
    </a:custClr>
    <a:custClr>
      <a:srgbClr val="FFFFFF"/>
    </a:custClr>
    <a:custClr>
      <a:srgbClr val="FFFFFF"/>
    </a:custClr>
    <a:custClr>
      <a:srgbClr val="FFFFFF"/>
    </a:custClr>
    <a:custClr>
      <a:srgbClr val="FFFFFF"/>
    </a:custClr>
    <a:custClr name="Petrol 75%">
      <a:srgbClr val="40ACBD"/>
    </a:custClr>
    <a:custClr name="Dunkelgrün 75%">
      <a:srgbClr val="407583"/>
    </a:custClr>
    <a:custClr name="Grau 75%">
      <a:srgbClr val="7A7E80"/>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50%">
      <a:srgbClr val="7FC7D3"/>
    </a:custClr>
    <a:custClr name="Dunkelgrün 50%">
      <a:srgbClr val="7FA3AC"/>
    </a:custClr>
    <a:custClr name="Grau 50%">
      <a:srgbClr val="A6A9AA"/>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25%">
      <a:srgbClr val="BFE3E9"/>
    </a:custClr>
    <a:custClr name="Dunkelgrün 25%">
      <a:srgbClr val="BFD1D5"/>
    </a:custClr>
    <a:custClr name="Grau 25%">
      <a:srgbClr val="D3D4D4"/>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10%">
      <a:srgbClr val="E5F4F6"/>
    </a:custClr>
    <a:custClr name="Dunkelgrün 10%">
      <a:srgbClr val="E5ECEE"/>
    </a:custClr>
    <a:custClr name="Grau 10%">
      <a:srgbClr val="EDEDEE"/>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PPT_INFORM_Master-finalissimo.potx" id="{08DFF224-28EA-4460-9005-DEA4B42CC829}" vid="{13C13357-C866-4C3D-8173-A3F2C8EB7759}"/>
    </a:ext>
  </a:extLst>
</a:theme>
</file>

<file path=ppt/theme/theme2.xml><?xml version="1.0" encoding="utf-8"?>
<a:theme xmlns:a="http://schemas.openxmlformats.org/drawingml/2006/main" name="INFORM PowerPoint Master DARK">
  <a:themeElements>
    <a:clrScheme name="INFORM DARK">
      <a:dk1>
        <a:srgbClr val="FFFFFF"/>
      </a:dk1>
      <a:lt1>
        <a:srgbClr val="000000"/>
      </a:lt1>
      <a:dk2>
        <a:srgbClr val="004759"/>
      </a:dk2>
      <a:lt2>
        <a:srgbClr val="FFFFFF"/>
      </a:lt2>
      <a:accent1>
        <a:srgbClr val="0090A7"/>
      </a:accent1>
      <a:accent2>
        <a:srgbClr val="7FC7D3"/>
      </a:accent2>
      <a:accent3>
        <a:srgbClr val="A6A9AA"/>
      </a:accent3>
      <a:accent4>
        <a:srgbClr val="F37900"/>
      </a:accent4>
      <a:accent5>
        <a:srgbClr val="BECB00"/>
      </a:accent5>
      <a:accent6>
        <a:srgbClr val="C00222"/>
      </a:accent6>
      <a:hlink>
        <a:srgbClr val="FFFFFF"/>
      </a:hlink>
      <a:folHlink>
        <a:srgbClr val="FFFFFF"/>
      </a:folHlink>
    </a:clrScheme>
    <a:fontScheme name="INFORM">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800" dirty="0" err="1" smtClean="0"/>
        </a:defPPr>
      </a:lstStyle>
    </a:txDef>
  </a:objectDefaults>
  <a:extraClrSchemeLst/>
  <a:custClrLst>
    <a:custClr name="Petrol 100%">
      <a:srgbClr val="0090A7"/>
    </a:custClr>
    <a:custClr name="Dunkelgrün 100%">
      <a:srgbClr val="004759"/>
    </a:custClr>
    <a:custClr name="Grau 100%">
      <a:srgbClr val="4E5355"/>
    </a:custClr>
    <a:custClr name="Weiß">
      <a:srgbClr val="FFFFFF"/>
    </a:custClr>
    <a:custClr>
      <a:srgbClr val="FFFFFF"/>
    </a:custClr>
    <a:custClr>
      <a:srgbClr val="FFFFFF"/>
    </a:custClr>
    <a:custClr>
      <a:srgbClr val="FFFFFF"/>
    </a:custClr>
    <a:custClr>
      <a:srgbClr val="FFFFFF"/>
    </a:custClr>
    <a:custClr>
      <a:srgbClr val="FFFFFF"/>
    </a:custClr>
    <a:custClr>
      <a:srgbClr val="FFFFFF"/>
    </a:custClr>
    <a:custClr name="Petrol 75%">
      <a:srgbClr val="40ACBD"/>
    </a:custClr>
    <a:custClr name="Dunkelgrün 75%">
      <a:srgbClr val="407583"/>
    </a:custClr>
    <a:custClr name="Grau 75%">
      <a:srgbClr val="7A7E80"/>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50%">
      <a:srgbClr val="7FC7D3"/>
    </a:custClr>
    <a:custClr name="Dunkelgrün 50%">
      <a:srgbClr val="7FA3AC"/>
    </a:custClr>
    <a:custClr name="Grau 50%">
      <a:srgbClr val="A6A9AA"/>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25%">
      <a:srgbClr val="BFE3E9"/>
    </a:custClr>
    <a:custClr name="Dunkelgrün 25%">
      <a:srgbClr val="BFD1D5"/>
    </a:custClr>
    <a:custClr name="Grau 25%">
      <a:srgbClr val="D3D4D4"/>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10%">
      <a:srgbClr val="E5F4F6"/>
    </a:custClr>
    <a:custClr name="Dunkelgrün 10%">
      <a:srgbClr val="E5ECEE"/>
    </a:custClr>
    <a:custClr name="Grau 10%">
      <a:srgbClr val="EDEDEE"/>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PPT_INFORM_Master-finalissimo.potx" id="{08DFF224-28EA-4460-9005-DEA4B42CC829}" vid="{1D29530A-DD79-4C2A-8420-58D901F50A61}"/>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etrol 100%">
      <a:srgbClr val="0090A7"/>
    </a:custClr>
    <a:custClr name="Dunkelgrün 100%">
      <a:srgbClr val="004759"/>
    </a:custClr>
    <a:custClr name="Grau 100%">
      <a:srgbClr val="4E5355"/>
    </a:custClr>
    <a:custClr name="Weiß">
      <a:srgbClr val="FFFFFF"/>
    </a:custClr>
    <a:custClr>
      <a:srgbClr val="FFFFFF"/>
    </a:custClr>
    <a:custClr>
      <a:srgbClr val="FFFFFF"/>
    </a:custClr>
    <a:custClr>
      <a:srgbClr val="FFFFFF"/>
    </a:custClr>
    <a:custClr>
      <a:srgbClr val="FFFFFF"/>
    </a:custClr>
    <a:custClr>
      <a:srgbClr val="FFFFFF"/>
    </a:custClr>
    <a:custClr>
      <a:srgbClr val="FFFFFF"/>
    </a:custClr>
    <a:custClr name="Petrol 75%">
      <a:srgbClr val="40ACBD"/>
    </a:custClr>
    <a:custClr name="Dunkelgrün 75%">
      <a:srgbClr val="407583"/>
    </a:custClr>
    <a:custClr name="Grau 75%">
      <a:srgbClr val="7A7E80"/>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50%">
      <a:srgbClr val="7FC7D3"/>
    </a:custClr>
    <a:custClr name="Dunkelgrün 50%">
      <a:srgbClr val="7FA3AC"/>
    </a:custClr>
    <a:custClr name="Grau 50%">
      <a:srgbClr val="A6A9AA"/>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25%">
      <a:srgbClr val="BFE3E9"/>
    </a:custClr>
    <a:custClr name="Dunkelgrün 25%">
      <a:srgbClr val="BFD1D5"/>
    </a:custClr>
    <a:custClr name="Grau 25%">
      <a:srgbClr val="D3D4D4"/>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10%">
      <a:srgbClr val="E5F4F6"/>
    </a:custClr>
    <a:custClr name="Dunkelgrün 10%">
      <a:srgbClr val="E5ECEE"/>
    </a:custClr>
    <a:custClr name="Grau 10%">
      <a:srgbClr val="EDEDEE"/>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568792b52a9481b9514c959b5a646b9 xmlns="1f926143-5031-4b95-9bfe-ac16aed1c6ee">
      <Terms xmlns="http://schemas.microsoft.com/office/infopath/2007/PartnerControls">
        <TermInfo xmlns="http://schemas.microsoft.com/office/infopath/2007/PartnerControls">
          <TermName xmlns="http://schemas.microsoft.com/office/infopath/2007/PartnerControls">Powerpoint</TermName>
          <TermId xmlns="http://schemas.microsoft.com/office/infopath/2007/PartnerControls">e2c38caa-5279-4d73-bbdb-d04cbc114da0</TermId>
        </TermInfo>
      </Terms>
    </p568792b52a9481b9514c959b5a646b9>
    <TaxCatchAll xmlns="f714a945-9a11-4faf-a813-e5cce666a4e7">
      <Value>13</Value>
      <Value>5</Value>
      <Value>8</Value>
    </TaxCatchAll>
    <nf631d3fffee4a50b7e01fba34d78591 xmlns="1f926143-5031-4b95-9bfe-ac16aed1c6ee">
      <Terms xmlns="http://schemas.microsoft.com/office/infopath/2007/PartnerControls">
        <TermInfo xmlns="http://schemas.microsoft.com/office/infopath/2007/PartnerControls">
          <TermName xmlns="http://schemas.microsoft.com/office/infopath/2007/PartnerControls">Deutsch</TermName>
          <TermId xmlns="http://schemas.microsoft.com/office/infopath/2007/PartnerControls">0688a92c-e3fa-4534-ac5c-a4a79a7f6a79</TermId>
        </TermInfo>
      </Terms>
    </nf631d3fffee4a50b7e01fba34d78591>
    <ae95fa87ad9a40f4a55cec8f97d2bf8e xmlns="1f926143-5031-4b95-9bfe-ac16aed1c6ee">
      <Terms xmlns="http://schemas.microsoft.com/office/infopath/2007/PartnerControls">
        <TermInfo xmlns="http://schemas.microsoft.com/office/infopath/2007/PartnerControls">
          <TermName xmlns="http://schemas.microsoft.com/office/infopath/2007/PartnerControls">Marketing</TermName>
          <TermId xmlns="http://schemas.microsoft.com/office/infopath/2007/PartnerControls">6761add7-922c-4566-b95b-9698f0597141</TermId>
        </TermInfo>
      </Terms>
    </ae95fa87ad9a40f4a55cec8f97d2bf8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D6234B35684C054188F72B1E8634A21A" ma:contentTypeVersion="15" ma:contentTypeDescription="Ein neues Dokument erstellen." ma:contentTypeScope="" ma:versionID="18b2f209f16334cdea3fd630fd295692">
  <xsd:schema xmlns:xsd="http://www.w3.org/2001/XMLSchema" xmlns:xs="http://www.w3.org/2001/XMLSchema" xmlns:p="http://schemas.microsoft.com/office/2006/metadata/properties" xmlns:ns2="1f926143-5031-4b95-9bfe-ac16aed1c6ee" xmlns:ns3="f714a945-9a11-4faf-a813-e5cce666a4e7" targetNamespace="http://schemas.microsoft.com/office/2006/metadata/properties" ma:root="true" ma:fieldsID="f59867081c4c35fa4e8a39e9c786af24" ns2:_="" ns3:_="">
    <xsd:import namespace="1f926143-5031-4b95-9bfe-ac16aed1c6ee"/>
    <xsd:import namespace="f714a945-9a11-4faf-a813-e5cce666a4e7"/>
    <xsd:element name="properties">
      <xsd:complexType>
        <xsd:sequence>
          <xsd:element name="documentManagement">
            <xsd:complexType>
              <xsd:all>
                <xsd:element ref="ns2:p568792b52a9481b9514c959b5a646b9" minOccurs="0"/>
                <xsd:element ref="ns3:TaxCatchAll" minOccurs="0"/>
                <xsd:element ref="ns2:nf631d3fffee4a50b7e01fba34d78591" minOccurs="0"/>
                <xsd:element ref="ns2:ae95fa87ad9a40f4a55cec8f97d2bf8e" minOccurs="0"/>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926143-5031-4b95-9bfe-ac16aed1c6ee" elementFormDefault="qualified">
    <xsd:import namespace="http://schemas.microsoft.com/office/2006/documentManagement/types"/>
    <xsd:import namespace="http://schemas.microsoft.com/office/infopath/2007/PartnerControls"/>
    <xsd:element name="p568792b52a9481b9514c959b5a646b9" ma:index="9" ma:taxonomy="true" ma:internalName="p568792b52a9481b9514c959b5a646b9" ma:taxonomyFieldName="Category" ma:displayName="Category" ma:readOnly="false" ma:default="" ma:fieldId="{9568792b-52a9-481b-9514-c959b5a646b9}" ma:taxonomyMulti="true" ma:sspId="836cc5e2-c886-4229-a540-983ae932b858" ma:termSetId="54b280aa-2744-40ae-893b-6918caa69482" ma:anchorId="00000000-0000-0000-0000-000000000000" ma:open="false" ma:isKeyword="false">
      <xsd:complexType>
        <xsd:sequence>
          <xsd:element ref="pc:Terms" minOccurs="0" maxOccurs="1"/>
        </xsd:sequence>
      </xsd:complexType>
    </xsd:element>
    <xsd:element name="nf631d3fffee4a50b7e01fba34d78591" ma:index="12" ma:taxonomy="true" ma:internalName="nf631d3fffee4a50b7e01fba34d78591" ma:taxonomyFieldName="Language" ma:displayName="Language" ma:default="" ma:fieldId="{7f631d3f-ffee-4a50-b7e0-1fba34d78591}" ma:sspId="836cc5e2-c886-4229-a540-983ae932b858" ma:termSetId="7c4c3b45-30c0-4d2b-9eff-a2589685b2f2" ma:anchorId="00000000-0000-0000-0000-000000000000" ma:open="false" ma:isKeyword="false">
      <xsd:complexType>
        <xsd:sequence>
          <xsd:element ref="pc:Terms" minOccurs="0" maxOccurs="1"/>
        </xsd:sequence>
      </xsd:complexType>
    </xsd:element>
    <xsd:element name="ae95fa87ad9a40f4a55cec8f97d2bf8e" ma:index="14" ma:taxonomy="true" ma:internalName="ae95fa87ad9a40f4a55cec8f97d2bf8e" ma:taxonomyFieldName="Hub" ma:displayName="Hub" ma:readOnly="false" ma:default="" ma:fieldId="{ae95fa87-ad9a-40f4-a55c-ec8f97d2bf8e}" ma:taxonomyMulti="true" ma:sspId="836cc5e2-c886-4229-a540-983ae932b858" ma:termSetId="082846c0-6337-43bd-8189-034d962a8a8c" ma:anchorId="00000000-0000-0000-0000-000000000000" ma:open="false" ma:isKeyword="false">
      <xsd:complexType>
        <xsd:sequence>
          <xsd:element ref="pc:Terms" minOccurs="0" maxOccurs="1"/>
        </xsd:sequence>
      </xsd:complexType>
    </xsd:element>
    <xsd:element name="MediaServiceMetadata" ma:index="15" nillable="true" ma:displayName="MediaServiceMetadata" ma:hidden="true" ma:internalName="MediaServiceMetadata" ma:readOnly="true">
      <xsd:simpleType>
        <xsd:restriction base="dms:Note"/>
      </xsd:simpleType>
    </xsd:element>
    <xsd:element name="MediaServiceFastMetadata" ma:index="16"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714a945-9a11-4faf-a813-e5cce666a4e7"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5e32fe23-9173-4584-a9d2-fd7e18a8c070}" ma:internalName="TaxCatchAll" ma:showField="CatchAllData" ma:web="f714a945-9a11-4faf-a813-e5cce666a4e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0ADEF0-4205-40B1-B087-5638AF317E7B}">
  <ds:schemaRefs>
    <ds:schemaRef ds:uri="1f926143-5031-4b95-9bfe-ac16aed1c6ee"/>
    <ds:schemaRef ds:uri="http://schemas.microsoft.com/office/infopath/2007/PartnerControls"/>
    <ds:schemaRef ds:uri="http://purl.org/dc/elements/1.1/"/>
    <ds:schemaRef ds:uri="http://www.w3.org/XML/1998/namespace"/>
    <ds:schemaRef ds:uri="http://purl.org/dc/terms/"/>
    <ds:schemaRef ds:uri="f714a945-9a11-4faf-a813-e5cce666a4e7"/>
    <ds:schemaRef ds:uri="http://schemas.microsoft.com/office/2006/documentManagement/types"/>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67AB80DC-69DF-41F8-8EEA-3C14D63CF862}">
  <ds:schemaRefs>
    <ds:schemaRef ds:uri="http://schemas.microsoft.com/sharepoint/v3/contenttype/forms"/>
  </ds:schemaRefs>
</ds:datastoreItem>
</file>

<file path=customXml/itemProps3.xml><?xml version="1.0" encoding="utf-8"?>
<ds:datastoreItem xmlns:ds="http://schemas.openxmlformats.org/officeDocument/2006/customXml" ds:itemID="{2EF7521A-07E9-4E8A-8E8B-F5616E2254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926143-5031-4b95-9bfe-ac16aed1c6ee"/>
    <ds:schemaRef ds:uri="f714a945-9a11-4faf-a813-e5cce666a4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PPT_INFORM_Master-finalissimo (1)</Template>
  <TotalTime>0</TotalTime>
  <Words>803</Words>
  <Application>Microsoft Office PowerPoint</Application>
  <PresentationFormat>Benutzerdefiniert</PresentationFormat>
  <Paragraphs>200</Paragraphs>
  <Slides>11</Slides>
  <Notes>5</Notes>
  <HiddenSlides>0</HiddenSlides>
  <MMClips>0</MMClips>
  <ScaleCrop>false</ScaleCrop>
  <HeadingPairs>
    <vt:vector size="6" baseType="variant">
      <vt:variant>
        <vt:lpstr>Verwendete Schriftarten</vt:lpstr>
      </vt:variant>
      <vt:variant>
        <vt:i4>4</vt:i4>
      </vt:variant>
      <vt:variant>
        <vt:lpstr>Design</vt:lpstr>
      </vt:variant>
      <vt:variant>
        <vt:i4>2</vt:i4>
      </vt:variant>
      <vt:variant>
        <vt:lpstr>Folientitel</vt:lpstr>
      </vt:variant>
      <vt:variant>
        <vt:i4>11</vt:i4>
      </vt:variant>
    </vt:vector>
  </HeadingPairs>
  <TitlesOfParts>
    <vt:vector size="17" baseType="lpstr">
      <vt:lpstr>Arial</vt:lpstr>
      <vt:lpstr>Arial Black</vt:lpstr>
      <vt:lpstr>Calibri</vt:lpstr>
      <vt:lpstr>Tahoma</vt:lpstr>
      <vt:lpstr>INFORM PowerPoint Master LIGHT</vt:lpstr>
      <vt:lpstr>INFORM PowerPoint Master DARK</vt:lpstr>
      <vt:lpstr>PowerPoint-Präsentation</vt:lpstr>
      <vt:lpstr>Example 1: Break Proposal; Delivery ‘proposed’</vt:lpstr>
      <vt:lpstr>Summary Baseline 1/2 </vt:lpstr>
      <vt:lpstr>Summary Baseline 2/2 </vt:lpstr>
      <vt:lpstr>Example 5: Update Schedules (independent of break type)</vt:lpstr>
      <vt:lpstr>Summary Update Schedules </vt:lpstr>
      <vt:lpstr>Example 6: Break Transaction; ‘Automatic Return Run’; Break timestamps within Return Run</vt:lpstr>
      <vt:lpstr>Example 8: Break Transaction; ‘Assign Best’;</vt:lpstr>
      <vt:lpstr>Example 10: User Skips Break</vt:lpstr>
      <vt:lpstr>Example 11: Manual Break Start</vt:lpstr>
      <vt:lpstr>No Manual break planning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 ppt-template</dc:title>
  <dc:creator>Sabine Walter</dc:creator>
  <cp:lastModifiedBy>Stefan Sommer</cp:lastModifiedBy>
  <cp:revision>218</cp:revision>
  <dcterms:created xsi:type="dcterms:W3CDTF">2021-11-02T12:53:45Z</dcterms:created>
  <dcterms:modified xsi:type="dcterms:W3CDTF">2024-03-15T14:56:42Z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0x010100D6234B35684C054188F72B1E8634A21A</vt:lpwstr>
  </property>
  <property fmtid="{D5CDD505-2E9C-101B-9397-08002B2CF9AE}" pid="3" name="Category">
    <vt:lpwstr>13;#Powerpoint|e2c38caa-5279-4d73-bbdb-d04cbc114da0</vt:lpwstr>
  </property>
  <property fmtid="{D5CDD505-2E9C-101B-9397-08002B2CF9AE}" pid="4" name="Language">
    <vt:lpwstr>5;#Deutsch|0688a92c-e3fa-4534-ac5c-a4a79a7f6a79</vt:lpwstr>
  </property>
  <property fmtid="{D5CDD505-2E9C-101B-9397-08002B2CF9AE}" pid="5" name="Hub">
    <vt:lpwstr>8;#Marketing|6761add7-922c-4566-b95b-9698f0597141</vt:lpwstr>
  </property>
</Properties>
</file>