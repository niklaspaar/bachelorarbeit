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F01D14-A9E1-40DC-9C73-64B3A4A73509}" v="176" dt="2022-12-07T07:00:22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m Ziarnetzky" userId="aec35307-a43a-4d63-891b-eec9cbfc423f" providerId="ADAL" clId="{8EF01D14-A9E1-40DC-9C73-64B3A4A73509}"/>
    <pc:docChg chg="undo custSel addSld delSld modSld sldOrd">
      <pc:chgData name="Timm Ziarnetzky" userId="aec35307-a43a-4d63-891b-eec9cbfc423f" providerId="ADAL" clId="{8EF01D14-A9E1-40DC-9C73-64B3A4A73509}" dt="2022-12-07T07:00:45.403" v="1342" actId="2696"/>
      <pc:docMkLst>
        <pc:docMk/>
      </pc:docMkLst>
      <pc:sldChg chg="modSp del mod">
        <pc:chgData name="Timm Ziarnetzky" userId="aec35307-a43a-4d63-891b-eec9cbfc423f" providerId="ADAL" clId="{8EF01D14-A9E1-40DC-9C73-64B3A4A73509}" dt="2022-12-07T07:00:45.403" v="1342" actId="2696"/>
        <pc:sldMkLst>
          <pc:docMk/>
          <pc:sldMk cId="1753440573" sldId="256"/>
        </pc:sldMkLst>
        <pc:spChg chg="mod">
          <ac:chgData name="Timm Ziarnetzky" userId="aec35307-a43a-4d63-891b-eec9cbfc423f" providerId="ADAL" clId="{8EF01D14-A9E1-40DC-9C73-64B3A4A73509}" dt="2022-11-30T10:40:36.098" v="101" actId="20577"/>
          <ac:spMkLst>
            <pc:docMk/>
            <pc:sldMk cId="1753440573" sldId="256"/>
            <ac:spMk id="9" creationId="{1E7B5FF4-7D0E-3165-EFED-1DDDB0E1471D}"/>
          </ac:spMkLst>
        </pc:spChg>
        <pc:spChg chg="mod">
          <ac:chgData name="Timm Ziarnetzky" userId="aec35307-a43a-4d63-891b-eec9cbfc423f" providerId="ADAL" clId="{8EF01D14-A9E1-40DC-9C73-64B3A4A73509}" dt="2022-11-30T10:40:02.820" v="43" actId="20577"/>
          <ac:spMkLst>
            <pc:docMk/>
            <pc:sldMk cId="1753440573" sldId="256"/>
            <ac:spMk id="10" creationId="{57CBDFF8-DB21-354C-C9AD-9C31ADFAFA03}"/>
          </ac:spMkLst>
        </pc:spChg>
        <pc:spChg chg="mod">
          <ac:chgData name="Timm Ziarnetzky" userId="aec35307-a43a-4d63-891b-eec9cbfc423f" providerId="ADAL" clId="{8EF01D14-A9E1-40DC-9C73-64B3A4A73509}" dt="2022-11-30T10:40:53.405" v="124" actId="14100"/>
          <ac:spMkLst>
            <pc:docMk/>
            <pc:sldMk cId="1753440573" sldId="256"/>
            <ac:spMk id="13" creationId="{A27287C6-56F0-CEBD-FB66-75F3AC824AB7}"/>
          </ac:spMkLst>
        </pc:spChg>
        <pc:spChg chg="mod">
          <ac:chgData name="Timm Ziarnetzky" userId="aec35307-a43a-4d63-891b-eec9cbfc423f" providerId="ADAL" clId="{8EF01D14-A9E1-40DC-9C73-64B3A4A73509}" dt="2022-11-30T10:39:43.147" v="34" actId="14100"/>
          <ac:spMkLst>
            <pc:docMk/>
            <pc:sldMk cId="1753440573" sldId="256"/>
            <ac:spMk id="20" creationId="{AA6CF368-7253-FDC6-164F-428A682F9AEE}"/>
          </ac:spMkLst>
        </pc:spChg>
      </pc:sldChg>
      <pc:sldChg chg="del">
        <pc:chgData name="Timm Ziarnetzky" userId="aec35307-a43a-4d63-891b-eec9cbfc423f" providerId="ADAL" clId="{8EF01D14-A9E1-40DC-9C73-64B3A4A73509}" dt="2022-12-07T06:58:49.167" v="1329" actId="2696"/>
        <pc:sldMkLst>
          <pc:docMk/>
          <pc:sldMk cId="2573389639" sldId="257"/>
        </pc:sldMkLst>
      </pc:sldChg>
      <pc:sldChg chg="addSp delSp modSp add del mod">
        <pc:chgData name="Timm Ziarnetzky" userId="aec35307-a43a-4d63-891b-eec9cbfc423f" providerId="ADAL" clId="{8EF01D14-A9E1-40DC-9C73-64B3A4A73509}" dt="2022-12-07T06:58:44.539" v="1328" actId="2696"/>
        <pc:sldMkLst>
          <pc:docMk/>
          <pc:sldMk cId="521676598" sldId="258"/>
        </pc:sldMkLst>
        <pc:spChg chg="mod">
          <ac:chgData name="Timm Ziarnetzky" userId="aec35307-a43a-4d63-891b-eec9cbfc423f" providerId="ADAL" clId="{8EF01D14-A9E1-40DC-9C73-64B3A4A73509}" dt="2022-12-06T14:21:14.107" v="176" actId="1076"/>
          <ac:spMkLst>
            <pc:docMk/>
            <pc:sldMk cId="521676598" sldId="258"/>
            <ac:spMk id="4" creationId="{C48F10F6-7114-CB50-0236-14451D08B9EC}"/>
          </ac:spMkLst>
        </pc:spChg>
        <pc:spChg chg="mod">
          <ac:chgData name="Timm Ziarnetzky" userId="aec35307-a43a-4d63-891b-eec9cbfc423f" providerId="ADAL" clId="{8EF01D14-A9E1-40DC-9C73-64B3A4A73509}" dt="2022-12-06T13:28:24.243" v="151" actId="20577"/>
          <ac:spMkLst>
            <pc:docMk/>
            <pc:sldMk cId="521676598" sldId="258"/>
            <ac:spMk id="9" creationId="{1E7B5FF4-7D0E-3165-EFED-1DDDB0E1471D}"/>
          </ac:spMkLst>
        </pc:spChg>
        <pc:spChg chg="mod">
          <ac:chgData name="Timm Ziarnetzky" userId="aec35307-a43a-4d63-891b-eec9cbfc423f" providerId="ADAL" clId="{8EF01D14-A9E1-40DC-9C73-64B3A4A73509}" dt="2022-12-06T14:25:30.241" v="179" actId="6549"/>
          <ac:spMkLst>
            <pc:docMk/>
            <pc:sldMk cId="521676598" sldId="258"/>
            <ac:spMk id="10" creationId="{57CBDFF8-DB21-354C-C9AD-9C31ADFAFA03}"/>
          </ac:spMkLst>
        </pc:spChg>
        <pc:spChg chg="mod">
          <ac:chgData name="Timm Ziarnetzky" userId="aec35307-a43a-4d63-891b-eec9cbfc423f" providerId="ADAL" clId="{8EF01D14-A9E1-40DC-9C73-64B3A4A73509}" dt="2022-12-06T13:25:39.383" v="141" actId="20577"/>
          <ac:spMkLst>
            <pc:docMk/>
            <pc:sldMk cId="521676598" sldId="258"/>
            <ac:spMk id="13" creationId="{A27287C6-56F0-CEBD-FB66-75F3AC824AB7}"/>
          </ac:spMkLst>
        </pc:spChg>
        <pc:spChg chg="del">
          <ac:chgData name="Timm Ziarnetzky" userId="aec35307-a43a-4d63-891b-eec9cbfc423f" providerId="ADAL" clId="{8EF01D14-A9E1-40DC-9C73-64B3A4A73509}" dt="2022-12-06T14:10:20.840" v="166" actId="478"/>
          <ac:spMkLst>
            <pc:docMk/>
            <pc:sldMk cId="521676598" sldId="258"/>
            <ac:spMk id="16" creationId="{7581ECCC-A550-7BE7-7805-6C239FA6D617}"/>
          </ac:spMkLst>
        </pc:spChg>
        <pc:spChg chg="del">
          <ac:chgData name="Timm Ziarnetzky" userId="aec35307-a43a-4d63-891b-eec9cbfc423f" providerId="ADAL" clId="{8EF01D14-A9E1-40DC-9C73-64B3A4A73509}" dt="2022-12-06T14:10:18.818" v="165" actId="478"/>
          <ac:spMkLst>
            <pc:docMk/>
            <pc:sldMk cId="521676598" sldId="258"/>
            <ac:spMk id="19" creationId="{4CD1C534-AD9C-347A-A39C-4935D4FA5880}"/>
          </ac:spMkLst>
        </pc:spChg>
        <pc:spChg chg="mod">
          <ac:chgData name="Timm Ziarnetzky" userId="aec35307-a43a-4d63-891b-eec9cbfc423f" providerId="ADAL" clId="{8EF01D14-A9E1-40DC-9C73-64B3A4A73509}" dt="2022-12-06T13:31:35.545" v="159" actId="6549"/>
          <ac:spMkLst>
            <pc:docMk/>
            <pc:sldMk cId="521676598" sldId="258"/>
            <ac:spMk id="20" creationId="{AA6CF368-7253-FDC6-164F-428A682F9AEE}"/>
          </ac:spMkLst>
        </pc:spChg>
        <pc:picChg chg="add mod ord">
          <ac:chgData name="Timm Ziarnetzky" userId="aec35307-a43a-4d63-891b-eec9cbfc423f" providerId="ADAL" clId="{8EF01D14-A9E1-40DC-9C73-64B3A4A73509}" dt="2022-12-06T14:21:01.630" v="174" actId="167"/>
          <ac:picMkLst>
            <pc:docMk/>
            <pc:sldMk cId="521676598" sldId="258"/>
            <ac:picMk id="3" creationId="{4378F0C2-9202-A642-45AB-FBFBD0D90596}"/>
          </ac:picMkLst>
        </pc:picChg>
        <pc:picChg chg="add mod ord">
          <ac:chgData name="Timm Ziarnetzky" userId="aec35307-a43a-4d63-891b-eec9cbfc423f" providerId="ADAL" clId="{8EF01D14-A9E1-40DC-9C73-64B3A4A73509}" dt="2022-12-06T14:20:59.534" v="173" actId="167"/>
          <ac:picMkLst>
            <pc:docMk/>
            <pc:sldMk cId="521676598" sldId="258"/>
            <ac:picMk id="6" creationId="{BFE97A1F-D614-0797-F3C2-C7AB237E3C4A}"/>
          </ac:picMkLst>
        </pc:picChg>
        <pc:picChg chg="del">
          <ac:chgData name="Timm Ziarnetzky" userId="aec35307-a43a-4d63-891b-eec9cbfc423f" providerId="ADAL" clId="{8EF01D14-A9E1-40DC-9C73-64B3A4A73509}" dt="2022-12-06T13:29:09.662" v="157" actId="478"/>
          <ac:picMkLst>
            <pc:docMk/>
            <pc:sldMk cId="521676598" sldId="258"/>
            <ac:picMk id="8" creationId="{7601EC01-C309-A269-16C6-DC640FF2479B}"/>
          </ac:picMkLst>
        </pc:picChg>
        <pc:picChg chg="add mod ord">
          <ac:chgData name="Timm Ziarnetzky" userId="aec35307-a43a-4d63-891b-eec9cbfc423f" providerId="ADAL" clId="{8EF01D14-A9E1-40DC-9C73-64B3A4A73509}" dt="2022-12-06T14:25:26.682" v="177" actId="1076"/>
          <ac:picMkLst>
            <pc:docMk/>
            <pc:sldMk cId="521676598" sldId="258"/>
            <ac:picMk id="11" creationId="{F2A938C0-2891-3BE5-3852-5218D7F5AF58}"/>
          </ac:picMkLst>
        </pc:picChg>
        <pc:picChg chg="del">
          <ac:chgData name="Timm Ziarnetzky" userId="aec35307-a43a-4d63-891b-eec9cbfc423f" providerId="ADAL" clId="{8EF01D14-A9E1-40DC-9C73-64B3A4A73509}" dt="2022-12-06T13:26:31.788" v="147" actId="478"/>
          <ac:picMkLst>
            <pc:docMk/>
            <pc:sldMk cId="521676598" sldId="258"/>
            <ac:picMk id="12" creationId="{14410BA3-DB97-5ECA-B288-8BB98EDF1269}"/>
          </ac:picMkLst>
        </pc:picChg>
        <pc:picChg chg="del">
          <ac:chgData name="Timm Ziarnetzky" userId="aec35307-a43a-4d63-891b-eec9cbfc423f" providerId="ADAL" clId="{8EF01D14-A9E1-40DC-9C73-64B3A4A73509}" dt="2022-12-06T14:20:11" v="171" actId="478"/>
          <ac:picMkLst>
            <pc:docMk/>
            <pc:sldMk cId="521676598" sldId="258"/>
            <ac:picMk id="15" creationId="{97170D3C-4914-63CD-95A5-72F567F67D31}"/>
          </ac:picMkLst>
        </pc:picChg>
        <pc:picChg chg="add mod ord">
          <ac:chgData name="Timm Ziarnetzky" userId="aec35307-a43a-4d63-891b-eec9cbfc423f" providerId="ADAL" clId="{8EF01D14-A9E1-40DC-9C73-64B3A4A73509}" dt="2022-12-06T14:20:08.338" v="170" actId="167"/>
          <ac:picMkLst>
            <pc:docMk/>
            <pc:sldMk cId="521676598" sldId="258"/>
            <ac:picMk id="17" creationId="{DD08E103-9374-78FF-4F0F-1109C8C5999D}"/>
          </ac:picMkLst>
        </pc:picChg>
        <pc:picChg chg="del">
          <ac:chgData name="Timm Ziarnetzky" userId="aec35307-a43a-4d63-891b-eec9cbfc423f" providerId="ADAL" clId="{8EF01D14-A9E1-40DC-9C73-64B3A4A73509}" dt="2022-12-06T13:33:01.634" v="164" actId="478"/>
          <ac:picMkLst>
            <pc:docMk/>
            <pc:sldMk cId="521676598" sldId="258"/>
            <ac:picMk id="18" creationId="{4E5F8448-713E-7351-1291-76D4899A5E7B}"/>
          </ac:picMkLst>
        </pc:picChg>
      </pc:sldChg>
      <pc:sldChg chg="addSp delSp modSp add mod">
        <pc:chgData name="Timm Ziarnetzky" userId="aec35307-a43a-4d63-891b-eec9cbfc423f" providerId="ADAL" clId="{8EF01D14-A9E1-40DC-9C73-64B3A4A73509}" dt="2022-12-07T06:54:39.801" v="1254" actId="20577"/>
        <pc:sldMkLst>
          <pc:docMk/>
          <pc:sldMk cId="3021864971" sldId="259"/>
        </pc:sldMkLst>
        <pc:spChg chg="mod">
          <ac:chgData name="Timm Ziarnetzky" userId="aec35307-a43a-4d63-891b-eec9cbfc423f" providerId="ADAL" clId="{8EF01D14-A9E1-40DC-9C73-64B3A4A73509}" dt="2022-12-07T05:56:53.893" v="290" actId="6549"/>
          <ac:spMkLst>
            <pc:docMk/>
            <pc:sldMk cId="3021864971" sldId="259"/>
            <ac:spMk id="4" creationId="{C48F10F6-7114-CB50-0236-14451D08B9EC}"/>
          </ac:spMkLst>
        </pc:spChg>
        <pc:spChg chg="del">
          <ac:chgData name="Timm Ziarnetzky" userId="aec35307-a43a-4d63-891b-eec9cbfc423f" providerId="ADAL" clId="{8EF01D14-A9E1-40DC-9C73-64B3A4A73509}" dt="2022-12-07T05:53:27.938" v="222" actId="478"/>
          <ac:spMkLst>
            <pc:docMk/>
            <pc:sldMk cId="3021864971" sldId="259"/>
            <ac:spMk id="9" creationId="{1E7B5FF4-7D0E-3165-EFED-1DDDB0E1471D}"/>
          </ac:spMkLst>
        </pc:spChg>
        <pc:spChg chg="del">
          <ac:chgData name="Timm Ziarnetzky" userId="aec35307-a43a-4d63-891b-eec9cbfc423f" providerId="ADAL" clId="{8EF01D14-A9E1-40DC-9C73-64B3A4A73509}" dt="2022-12-07T05:53:26.021" v="221" actId="478"/>
          <ac:spMkLst>
            <pc:docMk/>
            <pc:sldMk cId="3021864971" sldId="259"/>
            <ac:spMk id="10" creationId="{57CBDFF8-DB21-354C-C9AD-9C31ADFAFA03}"/>
          </ac:spMkLst>
        </pc:spChg>
        <pc:spChg chg="del">
          <ac:chgData name="Timm Ziarnetzky" userId="aec35307-a43a-4d63-891b-eec9cbfc423f" providerId="ADAL" clId="{8EF01D14-A9E1-40DC-9C73-64B3A4A73509}" dt="2022-12-07T05:53:29.777" v="223" actId="478"/>
          <ac:spMkLst>
            <pc:docMk/>
            <pc:sldMk cId="3021864971" sldId="259"/>
            <ac:spMk id="13" creationId="{A27287C6-56F0-CEBD-FB66-75F3AC824AB7}"/>
          </ac:spMkLst>
        </pc:spChg>
        <pc:spChg chg="add mod ord">
          <ac:chgData name="Timm Ziarnetzky" userId="aec35307-a43a-4d63-891b-eec9cbfc423f" providerId="ADAL" clId="{8EF01D14-A9E1-40DC-9C73-64B3A4A73509}" dt="2022-12-07T06:05:31.267" v="377" actId="171"/>
          <ac:spMkLst>
            <pc:docMk/>
            <pc:sldMk cId="3021864971" sldId="259"/>
            <ac:spMk id="14" creationId="{9106F663-74CB-BDFA-6C37-15124483D38F}"/>
          </ac:spMkLst>
        </pc:spChg>
        <pc:spChg chg="add del mod">
          <ac:chgData name="Timm Ziarnetzky" userId="aec35307-a43a-4d63-891b-eec9cbfc423f" providerId="ADAL" clId="{8EF01D14-A9E1-40DC-9C73-64B3A4A73509}" dt="2022-12-07T06:19:59.834" v="578" actId="478"/>
          <ac:spMkLst>
            <pc:docMk/>
            <pc:sldMk cId="3021864971" sldId="259"/>
            <ac:spMk id="15" creationId="{94884A08-2AA2-AB81-D156-DDC0A40FE5FF}"/>
          </ac:spMkLst>
        </pc:spChg>
        <pc:spChg chg="add del mod">
          <ac:chgData name="Timm Ziarnetzky" userId="aec35307-a43a-4d63-891b-eec9cbfc423f" providerId="ADAL" clId="{8EF01D14-A9E1-40DC-9C73-64B3A4A73509}" dt="2022-12-07T06:22:09.824" v="620" actId="478"/>
          <ac:spMkLst>
            <pc:docMk/>
            <pc:sldMk cId="3021864971" sldId="259"/>
            <ac:spMk id="16" creationId="{5DDBEDC3-939E-E28B-97B0-85E4A2680AA7}"/>
          </ac:spMkLst>
        </pc:spChg>
        <pc:spChg chg="add mod">
          <ac:chgData name="Timm Ziarnetzky" userId="aec35307-a43a-4d63-891b-eec9cbfc423f" providerId="ADAL" clId="{8EF01D14-A9E1-40DC-9C73-64B3A4A73509}" dt="2022-12-07T06:15:12.895" v="529" actId="1035"/>
          <ac:spMkLst>
            <pc:docMk/>
            <pc:sldMk cId="3021864971" sldId="259"/>
            <ac:spMk id="18" creationId="{3E1E7B0B-E017-630A-1E6D-76176E2F5627}"/>
          </ac:spMkLst>
        </pc:spChg>
        <pc:spChg chg="add mod">
          <ac:chgData name="Timm Ziarnetzky" userId="aec35307-a43a-4d63-891b-eec9cbfc423f" providerId="ADAL" clId="{8EF01D14-A9E1-40DC-9C73-64B3A4A73509}" dt="2022-12-07T06:17:34.192" v="540" actId="1076"/>
          <ac:spMkLst>
            <pc:docMk/>
            <pc:sldMk cId="3021864971" sldId="259"/>
            <ac:spMk id="19" creationId="{76DC8992-A672-932B-3A21-50C3226FA0B6}"/>
          </ac:spMkLst>
        </pc:spChg>
        <pc:spChg chg="del">
          <ac:chgData name="Timm Ziarnetzky" userId="aec35307-a43a-4d63-891b-eec9cbfc423f" providerId="ADAL" clId="{8EF01D14-A9E1-40DC-9C73-64B3A4A73509}" dt="2022-12-07T05:53:23.089" v="220" actId="478"/>
          <ac:spMkLst>
            <pc:docMk/>
            <pc:sldMk cId="3021864971" sldId="259"/>
            <ac:spMk id="20" creationId="{AA6CF368-7253-FDC6-164F-428A682F9AEE}"/>
          </ac:spMkLst>
        </pc:spChg>
        <pc:spChg chg="add del mod">
          <ac:chgData name="Timm Ziarnetzky" userId="aec35307-a43a-4d63-891b-eec9cbfc423f" providerId="ADAL" clId="{8EF01D14-A9E1-40DC-9C73-64B3A4A73509}" dt="2022-12-07T06:23:23.541" v="636" actId="478"/>
          <ac:spMkLst>
            <pc:docMk/>
            <pc:sldMk cId="3021864971" sldId="259"/>
            <ac:spMk id="21" creationId="{7129C304-A02C-2749-22F4-6B1AE4D66A2D}"/>
          </ac:spMkLst>
        </pc:spChg>
        <pc:graphicFrameChg chg="add mod modGraphic">
          <ac:chgData name="Timm Ziarnetzky" userId="aec35307-a43a-4d63-891b-eec9cbfc423f" providerId="ADAL" clId="{8EF01D14-A9E1-40DC-9C73-64B3A4A73509}" dt="2022-12-07T06:09:59.127" v="420" actId="20577"/>
          <ac:graphicFrameMkLst>
            <pc:docMk/>
            <pc:sldMk cId="3021864971" sldId="259"/>
            <ac:graphicFrameMk id="2" creationId="{F03A7FEE-C8DF-D61C-7CB9-1D1689188D6B}"/>
          </ac:graphicFrameMkLst>
        </pc:graphicFrameChg>
        <pc:graphicFrameChg chg="add mod modGraphic">
          <ac:chgData name="Timm Ziarnetzky" userId="aec35307-a43a-4d63-891b-eec9cbfc423f" providerId="ADAL" clId="{8EF01D14-A9E1-40DC-9C73-64B3A4A73509}" dt="2022-12-07T06:21:05.234" v="616" actId="1035"/>
          <ac:graphicFrameMkLst>
            <pc:docMk/>
            <pc:sldMk cId="3021864971" sldId="259"/>
            <ac:graphicFrameMk id="22" creationId="{ADA45F85-3D85-923D-BD5A-DFE679F7E7CE}"/>
          </ac:graphicFrameMkLst>
        </pc:graphicFrameChg>
        <pc:graphicFrameChg chg="add mod modGraphic">
          <ac:chgData name="Timm Ziarnetzky" userId="aec35307-a43a-4d63-891b-eec9cbfc423f" providerId="ADAL" clId="{8EF01D14-A9E1-40DC-9C73-64B3A4A73509}" dt="2022-12-07T06:54:23.853" v="1252" actId="20577"/>
          <ac:graphicFrameMkLst>
            <pc:docMk/>
            <pc:sldMk cId="3021864971" sldId="259"/>
            <ac:graphicFrameMk id="23" creationId="{CDB13E07-67E2-88E4-C494-E31571CD89CF}"/>
          </ac:graphicFrameMkLst>
        </pc:graphicFrameChg>
        <pc:graphicFrameChg chg="add mod modGraphic">
          <ac:chgData name="Timm Ziarnetzky" userId="aec35307-a43a-4d63-891b-eec9cbfc423f" providerId="ADAL" clId="{8EF01D14-A9E1-40DC-9C73-64B3A4A73509}" dt="2022-12-07T06:32:57.808" v="889" actId="1037"/>
          <ac:graphicFrameMkLst>
            <pc:docMk/>
            <pc:sldMk cId="3021864971" sldId="259"/>
            <ac:graphicFrameMk id="24" creationId="{E45768D6-D206-1868-C3A3-196C29FAD07F}"/>
          </ac:graphicFrameMkLst>
        </pc:graphicFrameChg>
        <pc:graphicFrameChg chg="add mod ord modGraphic">
          <ac:chgData name="Timm Ziarnetzky" userId="aec35307-a43a-4d63-891b-eec9cbfc423f" providerId="ADAL" clId="{8EF01D14-A9E1-40DC-9C73-64B3A4A73509}" dt="2022-12-07T06:54:39.801" v="1254" actId="20577"/>
          <ac:graphicFrameMkLst>
            <pc:docMk/>
            <pc:sldMk cId="3021864971" sldId="259"/>
            <ac:graphicFrameMk id="25" creationId="{98B233C6-D8BB-997A-2241-80BCD1AE3623}"/>
          </ac:graphicFrameMkLst>
        </pc:graphicFrameChg>
        <pc:picChg chg="del">
          <ac:chgData name="Timm Ziarnetzky" userId="aec35307-a43a-4d63-891b-eec9cbfc423f" providerId="ADAL" clId="{8EF01D14-A9E1-40DC-9C73-64B3A4A73509}" dt="2022-12-07T05:49:56.855" v="184" actId="478"/>
          <ac:picMkLst>
            <pc:docMk/>
            <pc:sldMk cId="3021864971" sldId="259"/>
            <ac:picMk id="3" creationId="{4378F0C2-9202-A642-45AB-FBFBD0D90596}"/>
          </ac:picMkLst>
        </pc:picChg>
        <pc:picChg chg="del">
          <ac:chgData name="Timm Ziarnetzky" userId="aec35307-a43a-4d63-891b-eec9cbfc423f" providerId="ADAL" clId="{8EF01D14-A9E1-40DC-9C73-64B3A4A73509}" dt="2022-12-07T05:49:56.207" v="183" actId="478"/>
          <ac:picMkLst>
            <pc:docMk/>
            <pc:sldMk cId="3021864971" sldId="259"/>
            <ac:picMk id="6" creationId="{BFE97A1F-D614-0797-F3C2-C7AB237E3C4A}"/>
          </ac:picMkLst>
        </pc:picChg>
        <pc:picChg chg="add del mod ord">
          <ac:chgData name="Timm Ziarnetzky" userId="aec35307-a43a-4d63-891b-eec9cbfc423f" providerId="ADAL" clId="{8EF01D14-A9E1-40DC-9C73-64B3A4A73509}" dt="2022-12-07T05:57:46.707" v="295" actId="478"/>
          <ac:picMkLst>
            <pc:docMk/>
            <pc:sldMk cId="3021864971" sldId="259"/>
            <ac:picMk id="7" creationId="{06DE6C28-068D-C519-8D66-931A50484002}"/>
          </ac:picMkLst>
        </pc:picChg>
        <pc:picChg chg="del">
          <ac:chgData name="Timm Ziarnetzky" userId="aec35307-a43a-4d63-891b-eec9cbfc423f" providerId="ADAL" clId="{8EF01D14-A9E1-40DC-9C73-64B3A4A73509}" dt="2022-12-07T05:49:54.848" v="181" actId="478"/>
          <ac:picMkLst>
            <pc:docMk/>
            <pc:sldMk cId="3021864971" sldId="259"/>
            <ac:picMk id="11" creationId="{F2A938C0-2891-3BE5-3852-5218D7F5AF58}"/>
          </ac:picMkLst>
        </pc:picChg>
        <pc:picChg chg="add mod ord">
          <ac:chgData name="Timm Ziarnetzky" userId="aec35307-a43a-4d63-891b-eec9cbfc423f" providerId="ADAL" clId="{8EF01D14-A9E1-40DC-9C73-64B3A4A73509}" dt="2022-12-07T06:16:10.081" v="533" actId="1076"/>
          <ac:picMkLst>
            <pc:docMk/>
            <pc:sldMk cId="3021864971" sldId="259"/>
            <ac:picMk id="12" creationId="{51DDB334-C34B-5A3B-B5DE-415D77736A38}"/>
          </ac:picMkLst>
        </pc:picChg>
        <pc:picChg chg="del">
          <ac:chgData name="Timm Ziarnetzky" userId="aec35307-a43a-4d63-891b-eec9cbfc423f" providerId="ADAL" clId="{8EF01D14-A9E1-40DC-9C73-64B3A4A73509}" dt="2022-12-07T05:49:55.499" v="182" actId="478"/>
          <ac:picMkLst>
            <pc:docMk/>
            <pc:sldMk cId="3021864971" sldId="259"/>
            <ac:picMk id="17" creationId="{DD08E103-9374-78FF-4F0F-1109C8C5999D}"/>
          </ac:picMkLst>
        </pc:picChg>
      </pc:sldChg>
      <pc:sldChg chg="addSp modSp add mod">
        <pc:chgData name="Timm Ziarnetzky" userId="aec35307-a43a-4d63-891b-eec9cbfc423f" providerId="ADAL" clId="{8EF01D14-A9E1-40DC-9C73-64B3A4A73509}" dt="2022-12-07T06:42:51.901" v="1065" actId="13926"/>
        <pc:sldMkLst>
          <pc:docMk/>
          <pc:sldMk cId="472659221" sldId="260"/>
        </pc:sldMkLst>
        <pc:spChg chg="add mod ord">
          <ac:chgData name="Timm Ziarnetzky" userId="aec35307-a43a-4d63-891b-eec9cbfc423f" providerId="ADAL" clId="{8EF01D14-A9E1-40DC-9C73-64B3A4A73509}" dt="2022-12-07T06:05:22.054" v="375" actId="171"/>
          <ac:spMkLst>
            <pc:docMk/>
            <pc:sldMk cId="472659221" sldId="260"/>
            <ac:spMk id="3" creationId="{16AC2512-5EFD-C3A6-8F10-7E6235AF622F}"/>
          </ac:spMkLst>
        </pc:spChg>
        <pc:spChg chg="mod">
          <ac:chgData name="Timm Ziarnetzky" userId="aec35307-a43a-4d63-891b-eec9cbfc423f" providerId="ADAL" clId="{8EF01D14-A9E1-40DC-9C73-64B3A4A73509}" dt="2022-12-07T06:42:04.506" v="1058" actId="20577"/>
          <ac:spMkLst>
            <pc:docMk/>
            <pc:sldMk cId="472659221" sldId="260"/>
            <ac:spMk id="4" creationId="{C48F10F6-7114-CB50-0236-14451D08B9EC}"/>
          </ac:spMkLst>
        </pc:spChg>
        <pc:spChg chg="add mod">
          <ac:chgData name="Timm Ziarnetzky" userId="aec35307-a43a-4d63-891b-eec9cbfc423f" providerId="ADAL" clId="{8EF01D14-A9E1-40DC-9C73-64B3A4A73509}" dt="2022-12-07T06:38:13.945" v="993" actId="14100"/>
          <ac:spMkLst>
            <pc:docMk/>
            <pc:sldMk cId="472659221" sldId="260"/>
            <ac:spMk id="5" creationId="{5E57E985-6BC9-B33E-EF3C-363025E8B922}"/>
          </ac:spMkLst>
        </pc:spChg>
        <pc:spChg chg="add mod">
          <ac:chgData name="Timm Ziarnetzky" userId="aec35307-a43a-4d63-891b-eec9cbfc423f" providerId="ADAL" clId="{8EF01D14-A9E1-40DC-9C73-64B3A4A73509}" dt="2022-12-07T06:38:13.945" v="993" actId="14100"/>
          <ac:spMkLst>
            <pc:docMk/>
            <pc:sldMk cId="472659221" sldId="260"/>
            <ac:spMk id="6" creationId="{1B741BF2-20B0-57D8-1FC7-0317F8D4B9A8}"/>
          </ac:spMkLst>
        </pc:spChg>
        <pc:graphicFrameChg chg="mod modGraphic">
          <ac:chgData name="Timm Ziarnetzky" userId="aec35307-a43a-4d63-891b-eec9cbfc423f" providerId="ADAL" clId="{8EF01D14-A9E1-40DC-9C73-64B3A4A73509}" dt="2022-12-07T06:10:41.633" v="443" actId="20577"/>
          <ac:graphicFrameMkLst>
            <pc:docMk/>
            <pc:sldMk cId="472659221" sldId="260"/>
            <ac:graphicFrameMk id="2" creationId="{F03A7FEE-C8DF-D61C-7CB9-1D1689188D6B}"/>
          </ac:graphicFrameMkLst>
        </pc:graphicFrameChg>
        <pc:graphicFrameChg chg="add mod modGraphic">
          <ac:chgData name="Timm Ziarnetzky" userId="aec35307-a43a-4d63-891b-eec9cbfc423f" providerId="ADAL" clId="{8EF01D14-A9E1-40DC-9C73-64B3A4A73509}" dt="2022-12-07T06:39:58.322" v="999" actId="14734"/>
          <ac:graphicFrameMkLst>
            <pc:docMk/>
            <pc:sldMk cId="472659221" sldId="260"/>
            <ac:graphicFrameMk id="8" creationId="{D50D6A33-10D8-CD91-EE28-DCE49D85A411}"/>
          </ac:graphicFrameMkLst>
        </pc:graphicFrameChg>
        <pc:graphicFrameChg chg="add mod modGraphic">
          <ac:chgData name="Timm Ziarnetzky" userId="aec35307-a43a-4d63-891b-eec9cbfc423f" providerId="ADAL" clId="{8EF01D14-A9E1-40DC-9C73-64B3A4A73509}" dt="2022-12-07T06:40:09.243" v="1001" actId="14734"/>
          <ac:graphicFrameMkLst>
            <pc:docMk/>
            <pc:sldMk cId="472659221" sldId="260"/>
            <ac:graphicFrameMk id="9" creationId="{5FC588B0-825F-8E5A-B4D0-4CD895DB41FA}"/>
          </ac:graphicFrameMkLst>
        </pc:graphicFrameChg>
        <pc:graphicFrameChg chg="add mod modGraphic">
          <ac:chgData name="Timm Ziarnetzky" userId="aec35307-a43a-4d63-891b-eec9cbfc423f" providerId="ADAL" clId="{8EF01D14-A9E1-40DC-9C73-64B3A4A73509}" dt="2022-12-07T06:40:40.836" v="1042" actId="1038"/>
          <ac:graphicFrameMkLst>
            <pc:docMk/>
            <pc:sldMk cId="472659221" sldId="260"/>
            <ac:graphicFrameMk id="10" creationId="{BE933174-4255-F581-BD46-6023D0163C30}"/>
          </ac:graphicFrameMkLst>
        </pc:graphicFrameChg>
        <pc:graphicFrameChg chg="add mod ord modGraphic">
          <ac:chgData name="Timm Ziarnetzky" userId="aec35307-a43a-4d63-891b-eec9cbfc423f" providerId="ADAL" clId="{8EF01D14-A9E1-40DC-9C73-64B3A4A73509}" dt="2022-12-07T06:42:51.901" v="1065" actId="13926"/>
          <ac:graphicFrameMkLst>
            <pc:docMk/>
            <pc:sldMk cId="472659221" sldId="260"/>
            <ac:graphicFrameMk id="11" creationId="{9CF6E4DE-2A50-6C26-4A0D-F2EE94145236}"/>
          </ac:graphicFrameMkLst>
        </pc:graphicFrameChg>
        <pc:picChg chg="mod modCrop">
          <ac:chgData name="Timm Ziarnetzky" userId="aec35307-a43a-4d63-891b-eec9cbfc423f" providerId="ADAL" clId="{8EF01D14-A9E1-40DC-9C73-64B3A4A73509}" dt="2022-12-07T06:04:06.048" v="366" actId="732"/>
          <ac:picMkLst>
            <pc:docMk/>
            <pc:sldMk cId="472659221" sldId="260"/>
            <ac:picMk id="7" creationId="{06DE6C28-068D-C519-8D66-931A50484002}"/>
          </ac:picMkLst>
        </pc:picChg>
      </pc:sldChg>
      <pc:sldChg chg="addSp delSp modSp add mod">
        <pc:chgData name="Timm Ziarnetzky" userId="aec35307-a43a-4d63-891b-eec9cbfc423f" providerId="ADAL" clId="{8EF01D14-A9E1-40DC-9C73-64B3A4A73509}" dt="2022-12-07T06:48:11.618" v="1158" actId="207"/>
        <pc:sldMkLst>
          <pc:docMk/>
          <pc:sldMk cId="2057283616" sldId="261"/>
        </pc:sldMkLst>
        <pc:spChg chg="mod">
          <ac:chgData name="Timm Ziarnetzky" userId="aec35307-a43a-4d63-891b-eec9cbfc423f" providerId="ADAL" clId="{8EF01D14-A9E1-40DC-9C73-64B3A4A73509}" dt="2022-12-07T06:48:11.618" v="1158" actId="207"/>
          <ac:spMkLst>
            <pc:docMk/>
            <pc:sldMk cId="2057283616" sldId="261"/>
            <ac:spMk id="4" creationId="{C48F10F6-7114-CB50-0236-14451D08B9EC}"/>
          </ac:spMkLst>
        </pc:spChg>
        <pc:spChg chg="add mod ord">
          <ac:chgData name="Timm Ziarnetzky" userId="aec35307-a43a-4d63-891b-eec9cbfc423f" providerId="ADAL" clId="{8EF01D14-A9E1-40DC-9C73-64B3A4A73509}" dt="2022-12-07T06:04:59.465" v="373" actId="171"/>
          <ac:spMkLst>
            <pc:docMk/>
            <pc:sldMk cId="2057283616" sldId="261"/>
            <ac:spMk id="6" creationId="{690510FB-43B7-E0E4-F408-F26CE0B03A9C}"/>
          </ac:spMkLst>
        </pc:spChg>
        <pc:spChg chg="add mod">
          <ac:chgData name="Timm Ziarnetzky" userId="aec35307-a43a-4d63-891b-eec9cbfc423f" providerId="ADAL" clId="{8EF01D14-A9E1-40DC-9C73-64B3A4A73509}" dt="2022-12-07T06:44:07.784" v="1075" actId="14100"/>
          <ac:spMkLst>
            <pc:docMk/>
            <pc:sldMk cId="2057283616" sldId="261"/>
            <ac:spMk id="8" creationId="{8DA7F67C-FF2C-EC30-8F3E-C1030D00832E}"/>
          </ac:spMkLst>
        </pc:spChg>
        <pc:spChg chg="add del mod">
          <ac:chgData name="Timm Ziarnetzky" userId="aec35307-a43a-4d63-891b-eec9cbfc423f" providerId="ADAL" clId="{8EF01D14-A9E1-40DC-9C73-64B3A4A73509}" dt="2022-12-07T06:39:03.465" v="994" actId="478"/>
          <ac:spMkLst>
            <pc:docMk/>
            <pc:sldMk cId="2057283616" sldId="261"/>
            <ac:spMk id="9" creationId="{A67812AF-1DB3-5C71-6742-3E79A8F90FBF}"/>
          </ac:spMkLst>
        </pc:spChg>
        <pc:graphicFrameChg chg="mod modGraphic">
          <ac:chgData name="Timm Ziarnetzky" userId="aec35307-a43a-4d63-891b-eec9cbfc423f" providerId="ADAL" clId="{8EF01D14-A9E1-40DC-9C73-64B3A4A73509}" dt="2022-12-07T06:11:05.734" v="470" actId="20577"/>
          <ac:graphicFrameMkLst>
            <pc:docMk/>
            <pc:sldMk cId="2057283616" sldId="261"/>
            <ac:graphicFrameMk id="2" creationId="{F03A7FEE-C8DF-D61C-7CB9-1D1689188D6B}"/>
          </ac:graphicFrameMkLst>
        </pc:graphicFrameChg>
        <pc:graphicFrameChg chg="add mod modGraphic">
          <ac:chgData name="Timm Ziarnetzky" userId="aec35307-a43a-4d63-891b-eec9cbfc423f" providerId="ADAL" clId="{8EF01D14-A9E1-40DC-9C73-64B3A4A73509}" dt="2022-12-07T06:44:23.372" v="1080" actId="14734"/>
          <ac:graphicFrameMkLst>
            <pc:docMk/>
            <pc:sldMk cId="2057283616" sldId="261"/>
            <ac:graphicFrameMk id="10" creationId="{EF916B1A-2AD5-652C-502F-25811569503A}"/>
          </ac:graphicFrameMkLst>
        </pc:graphicFrameChg>
        <pc:graphicFrameChg chg="add mod modGraphic">
          <ac:chgData name="Timm Ziarnetzky" userId="aec35307-a43a-4d63-891b-eec9cbfc423f" providerId="ADAL" clId="{8EF01D14-A9E1-40DC-9C73-64B3A4A73509}" dt="2022-12-07T06:44:41.236" v="1087" actId="20577"/>
          <ac:graphicFrameMkLst>
            <pc:docMk/>
            <pc:sldMk cId="2057283616" sldId="261"/>
            <ac:graphicFrameMk id="11" creationId="{5B978D0A-CF58-6733-3C8B-FBB45BC52E43}"/>
          </ac:graphicFrameMkLst>
        </pc:graphicFrameChg>
        <pc:graphicFrameChg chg="add mod ord modGraphic">
          <ac:chgData name="Timm Ziarnetzky" userId="aec35307-a43a-4d63-891b-eec9cbfc423f" providerId="ADAL" clId="{8EF01D14-A9E1-40DC-9C73-64B3A4A73509}" dt="2022-12-07T06:48:02.875" v="1157" actId="171"/>
          <ac:graphicFrameMkLst>
            <pc:docMk/>
            <pc:sldMk cId="2057283616" sldId="261"/>
            <ac:graphicFrameMk id="12" creationId="{676E455A-D878-BA66-4E8A-90149215A6F2}"/>
          </ac:graphicFrameMkLst>
        </pc:graphicFrameChg>
        <pc:graphicFrameChg chg="add mod ord modGraphic">
          <ac:chgData name="Timm Ziarnetzky" userId="aec35307-a43a-4d63-891b-eec9cbfc423f" providerId="ADAL" clId="{8EF01D14-A9E1-40DC-9C73-64B3A4A73509}" dt="2022-12-07T06:47:18.771" v="1144" actId="171"/>
          <ac:graphicFrameMkLst>
            <pc:docMk/>
            <pc:sldMk cId="2057283616" sldId="261"/>
            <ac:graphicFrameMk id="13" creationId="{2CF9BC20-5B15-BD65-FE33-D703AE0E2716}"/>
          </ac:graphicFrameMkLst>
        </pc:graphicFrameChg>
        <pc:picChg chg="add mod ord modCrop">
          <ac:chgData name="Timm Ziarnetzky" userId="aec35307-a43a-4d63-891b-eec9cbfc423f" providerId="ADAL" clId="{8EF01D14-A9E1-40DC-9C73-64B3A4A73509}" dt="2022-12-07T06:03:56.312" v="365" actId="732"/>
          <ac:picMkLst>
            <pc:docMk/>
            <pc:sldMk cId="2057283616" sldId="261"/>
            <ac:picMk id="5" creationId="{C370719E-35F8-2F9E-562A-534BB24042A1}"/>
          </ac:picMkLst>
        </pc:picChg>
        <pc:picChg chg="del">
          <ac:chgData name="Timm Ziarnetzky" userId="aec35307-a43a-4d63-891b-eec9cbfc423f" providerId="ADAL" clId="{8EF01D14-A9E1-40DC-9C73-64B3A4A73509}" dt="2022-12-07T05:59:13.389" v="315" actId="478"/>
          <ac:picMkLst>
            <pc:docMk/>
            <pc:sldMk cId="2057283616" sldId="261"/>
            <ac:picMk id="7" creationId="{06DE6C28-068D-C519-8D66-931A50484002}"/>
          </ac:picMkLst>
        </pc:picChg>
      </pc:sldChg>
      <pc:sldChg chg="addSp delSp modSp add mod">
        <pc:chgData name="Timm Ziarnetzky" userId="aec35307-a43a-4d63-891b-eec9cbfc423f" providerId="ADAL" clId="{8EF01D14-A9E1-40DC-9C73-64B3A4A73509}" dt="2022-12-07T06:53:04.996" v="1241" actId="207"/>
        <pc:sldMkLst>
          <pc:docMk/>
          <pc:sldMk cId="2553369122" sldId="262"/>
        </pc:sldMkLst>
        <pc:spChg chg="mod">
          <ac:chgData name="Timm Ziarnetzky" userId="aec35307-a43a-4d63-891b-eec9cbfc423f" providerId="ADAL" clId="{8EF01D14-A9E1-40DC-9C73-64B3A4A73509}" dt="2022-12-07T06:53:04.996" v="1241" actId="207"/>
          <ac:spMkLst>
            <pc:docMk/>
            <pc:sldMk cId="2553369122" sldId="262"/>
            <ac:spMk id="4" creationId="{C48F10F6-7114-CB50-0236-14451D08B9EC}"/>
          </ac:spMkLst>
        </pc:spChg>
        <pc:spChg chg="add mod">
          <ac:chgData name="Timm Ziarnetzky" userId="aec35307-a43a-4d63-891b-eec9cbfc423f" providerId="ADAL" clId="{8EF01D14-A9E1-40DC-9C73-64B3A4A73509}" dt="2022-12-07T06:48:32.912" v="1159" actId="14100"/>
          <ac:spMkLst>
            <pc:docMk/>
            <pc:sldMk cId="2553369122" sldId="262"/>
            <ac:spMk id="7" creationId="{FDA8244F-7CFA-6D18-24C3-9B0B3ECC678D}"/>
          </ac:spMkLst>
        </pc:spChg>
        <pc:spChg chg="add mod">
          <ac:chgData name="Timm Ziarnetzky" userId="aec35307-a43a-4d63-891b-eec9cbfc423f" providerId="ADAL" clId="{8EF01D14-A9E1-40DC-9C73-64B3A4A73509}" dt="2022-12-07T06:48:32.912" v="1159" actId="14100"/>
          <ac:spMkLst>
            <pc:docMk/>
            <pc:sldMk cId="2553369122" sldId="262"/>
            <ac:spMk id="8" creationId="{7A17D406-8B09-F3CE-6453-AC56E96937F9}"/>
          </ac:spMkLst>
        </pc:spChg>
        <pc:graphicFrameChg chg="mod modGraphic">
          <ac:chgData name="Timm Ziarnetzky" userId="aec35307-a43a-4d63-891b-eec9cbfc423f" providerId="ADAL" clId="{8EF01D14-A9E1-40DC-9C73-64B3A4A73509}" dt="2022-12-07T06:11:27.304" v="493" actId="20577"/>
          <ac:graphicFrameMkLst>
            <pc:docMk/>
            <pc:sldMk cId="2553369122" sldId="262"/>
            <ac:graphicFrameMk id="2" creationId="{F03A7FEE-C8DF-D61C-7CB9-1D1689188D6B}"/>
          </ac:graphicFrameMkLst>
        </pc:graphicFrameChg>
        <pc:graphicFrameChg chg="add mod modGraphic">
          <ac:chgData name="Timm Ziarnetzky" userId="aec35307-a43a-4d63-891b-eec9cbfc423f" providerId="ADAL" clId="{8EF01D14-A9E1-40DC-9C73-64B3A4A73509}" dt="2022-12-07T06:48:58.094" v="1162" actId="14734"/>
          <ac:graphicFrameMkLst>
            <pc:docMk/>
            <pc:sldMk cId="2553369122" sldId="262"/>
            <ac:graphicFrameMk id="9" creationId="{E3F68294-A227-93D5-7CE3-37373402C011}"/>
          </ac:graphicFrameMkLst>
        </pc:graphicFrameChg>
        <pc:graphicFrameChg chg="add mod modGraphic">
          <ac:chgData name="Timm Ziarnetzky" userId="aec35307-a43a-4d63-891b-eec9cbfc423f" providerId="ADAL" clId="{8EF01D14-A9E1-40DC-9C73-64B3A4A73509}" dt="2022-12-07T06:52:42.902" v="1238" actId="20577"/>
          <ac:graphicFrameMkLst>
            <pc:docMk/>
            <pc:sldMk cId="2553369122" sldId="262"/>
            <ac:graphicFrameMk id="10" creationId="{91ACC0B2-CC7C-C4DD-5CF8-F57FA16DE377}"/>
          </ac:graphicFrameMkLst>
        </pc:graphicFrameChg>
        <pc:graphicFrameChg chg="add mod ord modGraphic">
          <ac:chgData name="Timm Ziarnetzky" userId="aec35307-a43a-4d63-891b-eec9cbfc423f" providerId="ADAL" clId="{8EF01D14-A9E1-40DC-9C73-64B3A4A73509}" dt="2022-12-07T06:52:30.063" v="1230" actId="171"/>
          <ac:graphicFrameMkLst>
            <pc:docMk/>
            <pc:sldMk cId="2553369122" sldId="262"/>
            <ac:graphicFrameMk id="11" creationId="{5517B6F2-FF74-96F5-8BBA-C734D12751C6}"/>
          </ac:graphicFrameMkLst>
        </pc:graphicFrameChg>
        <pc:graphicFrameChg chg="add mod ord modGraphic">
          <ac:chgData name="Timm Ziarnetzky" userId="aec35307-a43a-4d63-891b-eec9cbfc423f" providerId="ADAL" clId="{8EF01D14-A9E1-40DC-9C73-64B3A4A73509}" dt="2022-12-07T06:52:55.691" v="1240" actId="14734"/>
          <ac:graphicFrameMkLst>
            <pc:docMk/>
            <pc:sldMk cId="2553369122" sldId="262"/>
            <ac:graphicFrameMk id="12" creationId="{65E19B2F-E866-8847-2B75-33BDB8B3953D}"/>
          </ac:graphicFrameMkLst>
        </pc:graphicFrameChg>
        <pc:picChg chg="del">
          <ac:chgData name="Timm Ziarnetzky" userId="aec35307-a43a-4d63-891b-eec9cbfc423f" providerId="ADAL" clId="{8EF01D14-A9E1-40DC-9C73-64B3A4A73509}" dt="2022-12-07T06:00:55.309" v="336" actId="478"/>
          <ac:picMkLst>
            <pc:docMk/>
            <pc:sldMk cId="2553369122" sldId="262"/>
            <ac:picMk id="5" creationId="{C370719E-35F8-2F9E-562A-534BB24042A1}"/>
          </ac:picMkLst>
        </pc:picChg>
        <pc:picChg chg="add del mod ord modCrop">
          <ac:chgData name="Timm Ziarnetzky" userId="aec35307-a43a-4d63-891b-eec9cbfc423f" providerId="ADAL" clId="{8EF01D14-A9E1-40DC-9C73-64B3A4A73509}" dt="2022-12-07T06:03:46.645" v="364" actId="732"/>
          <ac:picMkLst>
            <pc:docMk/>
            <pc:sldMk cId="2553369122" sldId="262"/>
            <ac:picMk id="6" creationId="{A759463B-5C11-284A-1E6E-FF58CAA2CE02}"/>
          </ac:picMkLst>
        </pc:picChg>
      </pc:sldChg>
      <pc:sldChg chg="addSp delSp modSp add mod ord delAnim modAnim">
        <pc:chgData name="Timm Ziarnetzky" userId="aec35307-a43a-4d63-891b-eec9cbfc423f" providerId="ADAL" clId="{8EF01D14-A9E1-40DC-9C73-64B3A4A73509}" dt="2022-12-07T07:00:22.118" v="1341"/>
        <pc:sldMkLst>
          <pc:docMk/>
          <pc:sldMk cId="2593088015" sldId="263"/>
        </pc:sldMkLst>
        <pc:spChg chg="mod">
          <ac:chgData name="Timm Ziarnetzky" userId="aec35307-a43a-4d63-891b-eec9cbfc423f" providerId="ADAL" clId="{8EF01D14-A9E1-40DC-9C73-64B3A4A73509}" dt="2022-12-07T06:58:03.934" v="1327" actId="207"/>
          <ac:spMkLst>
            <pc:docMk/>
            <pc:sldMk cId="2593088015" sldId="263"/>
            <ac:spMk id="4" creationId="{C48F10F6-7114-CB50-0236-14451D08B9EC}"/>
          </ac:spMkLst>
        </pc:spChg>
        <pc:spChg chg="add mod">
          <ac:chgData name="Timm Ziarnetzky" userId="aec35307-a43a-4d63-891b-eec9cbfc423f" providerId="ADAL" clId="{8EF01D14-A9E1-40DC-9C73-64B3A4A73509}" dt="2022-12-07T06:53:17.176" v="1242" actId="14100"/>
          <ac:spMkLst>
            <pc:docMk/>
            <pc:sldMk cId="2593088015" sldId="263"/>
            <ac:spMk id="7" creationId="{55D9394E-A9BE-48D2-B8B2-B4AA5BFD6C90}"/>
          </ac:spMkLst>
        </pc:spChg>
        <pc:spChg chg="add del mod">
          <ac:chgData name="Timm Ziarnetzky" userId="aec35307-a43a-4d63-891b-eec9cbfc423f" providerId="ADAL" clId="{8EF01D14-A9E1-40DC-9C73-64B3A4A73509}" dt="2022-12-07T06:39:14.673" v="995" actId="478"/>
          <ac:spMkLst>
            <pc:docMk/>
            <pc:sldMk cId="2593088015" sldId="263"/>
            <ac:spMk id="8" creationId="{13A21B05-8F46-68B3-2F1C-0D69B94D531C}"/>
          </ac:spMkLst>
        </pc:spChg>
        <pc:spChg chg="add del mod">
          <ac:chgData name="Timm Ziarnetzky" userId="aec35307-a43a-4d63-891b-eec9cbfc423f" providerId="ADAL" clId="{8EF01D14-A9E1-40DC-9C73-64B3A4A73509}" dt="2022-12-07T06:59:46.204" v="1336" actId="478"/>
          <ac:spMkLst>
            <pc:docMk/>
            <pc:sldMk cId="2593088015" sldId="263"/>
            <ac:spMk id="14" creationId="{C6AC3D04-3EFF-9388-369F-FA718C63F339}"/>
          </ac:spMkLst>
        </pc:spChg>
        <pc:graphicFrameChg chg="mod modGraphic">
          <ac:chgData name="Timm Ziarnetzky" userId="aec35307-a43a-4d63-891b-eec9cbfc423f" providerId="ADAL" clId="{8EF01D14-A9E1-40DC-9C73-64B3A4A73509}" dt="2022-12-07T06:11:50.400" v="515" actId="20577"/>
          <ac:graphicFrameMkLst>
            <pc:docMk/>
            <pc:sldMk cId="2593088015" sldId="263"/>
            <ac:graphicFrameMk id="2" creationId="{F03A7FEE-C8DF-D61C-7CB9-1D1689188D6B}"/>
          </ac:graphicFrameMkLst>
        </pc:graphicFrameChg>
        <pc:graphicFrameChg chg="add mod modGraphic">
          <ac:chgData name="Timm Ziarnetzky" userId="aec35307-a43a-4d63-891b-eec9cbfc423f" providerId="ADAL" clId="{8EF01D14-A9E1-40DC-9C73-64B3A4A73509}" dt="2022-12-07T06:53:35.116" v="1245" actId="14734"/>
          <ac:graphicFrameMkLst>
            <pc:docMk/>
            <pc:sldMk cId="2593088015" sldId="263"/>
            <ac:graphicFrameMk id="9" creationId="{4DD240BB-1470-BF33-713F-B7B0EC34D2FC}"/>
          </ac:graphicFrameMkLst>
        </pc:graphicFrameChg>
        <pc:graphicFrameChg chg="add mod modGraphic">
          <ac:chgData name="Timm Ziarnetzky" userId="aec35307-a43a-4d63-891b-eec9cbfc423f" providerId="ADAL" clId="{8EF01D14-A9E1-40DC-9C73-64B3A4A73509}" dt="2022-12-07T06:54:10.509" v="1250" actId="14734"/>
          <ac:graphicFrameMkLst>
            <pc:docMk/>
            <pc:sldMk cId="2593088015" sldId="263"/>
            <ac:graphicFrameMk id="10" creationId="{AAD8C9C1-383E-E09B-137C-DCEDC8BF98E2}"/>
          </ac:graphicFrameMkLst>
        </pc:graphicFrameChg>
        <pc:graphicFrameChg chg="add mod ord modGraphic">
          <ac:chgData name="Timm Ziarnetzky" userId="aec35307-a43a-4d63-891b-eec9cbfc423f" providerId="ADAL" clId="{8EF01D14-A9E1-40DC-9C73-64B3A4A73509}" dt="2022-12-07T06:57:38.166" v="1321" actId="171"/>
          <ac:graphicFrameMkLst>
            <pc:docMk/>
            <pc:sldMk cId="2593088015" sldId="263"/>
            <ac:graphicFrameMk id="11" creationId="{6E216898-1FC0-E4C6-2326-FD73D0A7F69A}"/>
          </ac:graphicFrameMkLst>
        </pc:graphicFrameChg>
        <pc:graphicFrameChg chg="add mod ord modGraphic">
          <ac:chgData name="Timm Ziarnetzky" userId="aec35307-a43a-4d63-891b-eec9cbfc423f" providerId="ADAL" clId="{8EF01D14-A9E1-40DC-9C73-64B3A4A73509}" dt="2022-12-07T06:57:59.858" v="1326" actId="14734"/>
          <ac:graphicFrameMkLst>
            <pc:docMk/>
            <pc:sldMk cId="2593088015" sldId="263"/>
            <ac:graphicFrameMk id="12" creationId="{0E9849CC-1649-BEE6-8C45-7FECAAB26CC4}"/>
          </ac:graphicFrameMkLst>
        </pc:graphicFrameChg>
        <pc:picChg chg="add mod ord modCrop">
          <ac:chgData name="Timm Ziarnetzky" userId="aec35307-a43a-4d63-891b-eec9cbfc423f" providerId="ADAL" clId="{8EF01D14-A9E1-40DC-9C73-64B3A4A73509}" dt="2022-12-07T06:03:29.912" v="363" actId="732"/>
          <ac:picMkLst>
            <pc:docMk/>
            <pc:sldMk cId="2593088015" sldId="263"/>
            <ac:picMk id="5" creationId="{6BDC7006-D898-B7E3-7587-A38FF9C757AF}"/>
          </ac:picMkLst>
        </pc:picChg>
        <pc:picChg chg="del">
          <ac:chgData name="Timm Ziarnetzky" userId="aec35307-a43a-4d63-891b-eec9cbfc423f" providerId="ADAL" clId="{8EF01D14-A9E1-40DC-9C73-64B3A4A73509}" dt="2022-12-07T06:02:26.568" v="355" actId="478"/>
          <ac:picMkLst>
            <pc:docMk/>
            <pc:sldMk cId="2593088015" sldId="263"/>
            <ac:picMk id="6" creationId="{A759463B-5C11-284A-1E6E-FF58CAA2CE02}"/>
          </ac:picMkLst>
        </pc:picChg>
        <pc:picChg chg="add mod">
          <ac:chgData name="Timm Ziarnetzky" userId="aec35307-a43a-4d63-891b-eec9cbfc423f" providerId="ADAL" clId="{8EF01D14-A9E1-40DC-9C73-64B3A4A73509}" dt="2022-12-07T06:59:56.195" v="1338" actId="208"/>
          <ac:picMkLst>
            <pc:docMk/>
            <pc:sldMk cId="2593088015" sldId="263"/>
            <ac:picMk id="13" creationId="{AF5BC81A-F575-5CDA-03D8-47AE30C2B1BB}"/>
          </ac:picMkLst>
        </pc:picChg>
        <pc:cxnChg chg="add mod">
          <ac:chgData name="Timm Ziarnetzky" userId="aec35307-a43a-4d63-891b-eec9cbfc423f" providerId="ADAL" clId="{8EF01D14-A9E1-40DC-9C73-64B3A4A73509}" dt="2022-12-07T06:59:53.388" v="1337" actId="208"/>
          <ac:cxnSpMkLst>
            <pc:docMk/>
            <pc:sldMk cId="2593088015" sldId="263"/>
            <ac:cxnSpMk id="15" creationId="{9E2605E4-9B18-7339-FB0A-6E4605D0E41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E9A681-8BF9-67A6-988C-E1EC43632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DFD7E14-AB5C-1025-F6D8-A869C0351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20F19E-A3FD-C1D3-04FA-4D8DAC18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B5909-E6C0-4C7E-BAE4-F2D73DF1B0BB}" type="datetimeFigureOut">
              <a:rPr lang="de-DE" smtClean="0"/>
              <a:t>07.12.2022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D6206E-F2BB-290B-B3B5-C18B27F2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5E423D-0679-8A94-A547-31E9B8518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9B79-9B47-4DC9-923E-E436FCE34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172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4A5C02-D795-EC3D-707D-772A70B6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C586F2-BDE3-F376-60AA-67DC87B56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0546F3-E9CA-CBB2-CEF6-26B9DB42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B5909-E6C0-4C7E-BAE4-F2D73DF1B0BB}" type="datetimeFigureOut">
              <a:rPr lang="de-DE" smtClean="0"/>
              <a:t>07.12.2022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F2AC03-13BC-C00E-4491-402D3A51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696FDF-8C58-E521-6D72-E412E4E3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9B79-9B47-4DC9-923E-E436FCE34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2571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3CA0F-B27D-D007-DCAC-D1B3D012C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BB54B4-E795-4CF9-2AAC-723BE3391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9CDF9E-890C-0095-5652-2085EBE2B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B5909-E6C0-4C7E-BAE4-F2D73DF1B0BB}" type="datetimeFigureOut">
              <a:rPr lang="de-DE" smtClean="0"/>
              <a:t>07.12.2022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3A72AD-7F5B-4453-4D0C-67B2E0295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350C20-B4F4-17E3-0770-3D6E24A07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9B79-9B47-4DC9-923E-E436FCE34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073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09FB90-9034-1326-C887-D7D38B19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CBD5F1-2318-8E33-7DF8-16736F842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8028D4A-4CA2-A815-8028-50CBCE185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E0D603-FEEB-791C-E119-AAAC5669A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B5909-E6C0-4C7E-BAE4-F2D73DF1B0BB}" type="datetimeFigureOut">
              <a:rPr lang="de-DE" smtClean="0"/>
              <a:t>07.12.2022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5CD7A3-E401-EFDB-B1B3-9F11C01E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99DB60-2791-43B8-B553-3CBBB17F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9B79-9B47-4DC9-923E-E436FCE34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0511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615B7-E55F-1D9D-73DD-5CE1509B1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475ABC-9067-AB08-E0FF-68C54A454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029F38-1DE7-5E42-AC40-F38D64956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596B5FD-389D-45A5-F9BC-1D737B70A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3DC6FD0-00B0-3115-50D7-DB8D7C6FE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880595A-C9D2-72C8-8DC8-8436BDD5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B5909-E6C0-4C7E-BAE4-F2D73DF1B0BB}" type="datetimeFigureOut">
              <a:rPr lang="de-DE" smtClean="0"/>
              <a:t>07.12.2022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72F8CAB-4396-23D5-6835-AFCC883C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CC1F5AF-35AB-5DC4-352F-3F1BBFBF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9B79-9B47-4DC9-923E-E436FCE34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5263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159B35-A6F3-828D-D594-A58D872F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C32653-2D43-8C9D-4C21-33A0721C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B5909-E6C0-4C7E-BAE4-F2D73DF1B0BB}" type="datetimeFigureOut">
              <a:rPr lang="de-DE" smtClean="0"/>
              <a:t>07.12.2022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3CB63D-728E-6BCF-DCC4-CD78FDA6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7F4CCE-D3C9-84FF-4E2B-AF839839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9B79-9B47-4DC9-923E-E436FCE34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65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212749A-0E6E-5A30-6F64-BD753625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B5909-E6C0-4C7E-BAE4-F2D73DF1B0BB}" type="datetimeFigureOut">
              <a:rPr lang="de-DE" smtClean="0"/>
              <a:t>07.12.2022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F9CE3BC-27FE-8BDB-B39F-455A8F32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152DAC-1B89-193B-646C-CC859A021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9B79-9B47-4DC9-923E-E436FCE34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8628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3E5FF4-D938-7EE0-C055-8D418C4B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549BEE-3FAE-82A6-D68E-333A8BAB3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FB861CA-691B-F565-3051-7C868BC3D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A59B74-5863-E552-24DF-B1D91258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B5909-E6C0-4C7E-BAE4-F2D73DF1B0BB}" type="datetimeFigureOut">
              <a:rPr lang="de-DE" smtClean="0"/>
              <a:t>07.12.2022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57134A-BC8D-2418-6706-EA157EF64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0AFF8A-00EB-4C4D-3561-15023397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9B79-9B47-4DC9-923E-E436FCE34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4901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6438A3-7928-609E-3D54-AD65E1D5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A7E0087-67C8-C969-1ECB-59FF7DD089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EAE8F0-A00C-225B-9C44-3246CED24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729525C-C154-D387-357B-86A59EA8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B5909-E6C0-4C7E-BAE4-F2D73DF1B0BB}" type="datetimeFigureOut">
              <a:rPr lang="de-DE" smtClean="0"/>
              <a:t>07.12.2022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E595B9F-2FCC-751D-8167-859490ED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E055B1-0D78-E7B4-D8C2-453C9D6B5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9B79-9B47-4DC9-923E-E436FCE34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0608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C0478C-876F-53FA-1638-C25EFC1F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498172-4353-A84C-90D3-DF63D6DE7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3A917B-B976-439B-8481-6B3EAC56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B5909-E6C0-4C7E-BAE4-F2D73DF1B0BB}" type="datetimeFigureOut">
              <a:rPr lang="de-DE" smtClean="0"/>
              <a:t>07.12.2022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106E82-F20C-5A69-1E98-E8D30641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E609B7-E5D4-DF83-C20E-E81EE2CD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9B79-9B47-4DC9-923E-E436FCE34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734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2D0CA17-9EE7-C028-6479-036256597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392875-1282-2189-A3CB-4E564F8D5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34664-AA9E-B0BE-E352-9C1DDB25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B5909-E6C0-4C7E-BAE4-F2D73DF1B0BB}" type="datetimeFigureOut">
              <a:rPr lang="de-DE" smtClean="0"/>
              <a:t>07.12.2022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CB47C7-DB02-65D7-A947-1DF133B6D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BEE096-3AB2-870B-5812-31C21B44F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9B79-9B47-4DC9-923E-E436FCE34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239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CED82BC-9165-4FF1-4DF1-344997DDD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9EA2F6-92C9-E85B-DEA3-7CDBCDD00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DB7FDC-816B-7C7B-C581-F24BCE4E21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B5909-E6C0-4C7E-BAE4-F2D73DF1B0BB}" type="datetimeFigureOut">
              <a:rPr lang="de-DE" smtClean="0"/>
              <a:t>07.12.2022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5E38F9-9633-6511-C497-554BCB1A0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C56ED-7E0E-7C63-8985-C11024E0C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A9B79-9B47-4DC9-923E-E436FCE34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389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BDC7006-D898-B7E3-7587-A38FF9C757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293"/>
          <a:stretch/>
        </p:blipFill>
        <p:spPr>
          <a:xfrm>
            <a:off x="3433010" y="470359"/>
            <a:ext cx="6307890" cy="6387641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48F10F6-7114-CB50-0236-14451D08B9EC}"/>
              </a:ext>
            </a:extLst>
          </p:cNvPr>
          <p:cNvSpPr txBox="1"/>
          <p:nvPr/>
        </p:nvSpPr>
        <p:spPr>
          <a:xfrm>
            <a:off x="0" y="3244334"/>
            <a:ext cx="299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NLRMC</a:t>
            </a:r>
          </a:p>
        </p:txBody>
      </p:sp>
      <p:graphicFrame>
        <p:nvGraphicFramePr>
          <p:cNvPr id="2" name="Tabelle 4">
            <a:extLst>
              <a:ext uri="{FF2B5EF4-FFF2-40B4-BE49-F238E27FC236}">
                <a16:creationId xmlns:a16="http://schemas.microsoft.com/office/drawing/2014/main" id="{F03A7FEE-C8DF-D61C-7CB9-1D1689188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095043"/>
              </p:ext>
            </p:extLst>
          </p:nvPr>
        </p:nvGraphicFramePr>
        <p:xfrm>
          <a:off x="5382125" y="232520"/>
          <a:ext cx="4297334" cy="48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3389">
                  <a:extLst>
                    <a:ext uri="{9D8B030D-6E8A-4147-A177-3AD203B41FA5}">
                      <a16:colId xmlns:a16="http://schemas.microsoft.com/office/drawing/2014/main" val="1856626443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2481950346"/>
                    </a:ext>
                  </a:extLst>
                </a:gridCol>
                <a:gridCol w="1046205">
                  <a:extLst>
                    <a:ext uri="{9D8B030D-6E8A-4147-A177-3AD203B41FA5}">
                      <a16:colId xmlns:a16="http://schemas.microsoft.com/office/drawing/2014/main" val="2925893536"/>
                    </a:ext>
                  </a:extLst>
                </a:gridCol>
                <a:gridCol w="1046205">
                  <a:extLst>
                    <a:ext uri="{9D8B030D-6E8A-4147-A177-3AD203B41FA5}">
                      <a16:colId xmlns:a16="http://schemas.microsoft.com/office/drawing/2014/main" val="4195739849"/>
                    </a:ext>
                  </a:extLst>
                </a:gridCol>
              </a:tblGrid>
              <a:tr h="1846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Trafo PD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Trafo TF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MIXOR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MIXOR 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08879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14.873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136.849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6.988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6.864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043706"/>
                  </a:ext>
                </a:extLst>
              </a:tr>
            </a:tbl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55D9394E-A9BE-48D2-B8B2-B4AA5BFD6C90}"/>
              </a:ext>
            </a:extLst>
          </p:cNvPr>
          <p:cNvSpPr/>
          <p:nvPr/>
        </p:nvSpPr>
        <p:spPr>
          <a:xfrm>
            <a:off x="5382124" y="6348606"/>
            <a:ext cx="4297335" cy="2059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9" name="Tabelle 22">
            <a:extLst>
              <a:ext uri="{FF2B5EF4-FFF2-40B4-BE49-F238E27FC236}">
                <a16:creationId xmlns:a16="http://schemas.microsoft.com/office/drawing/2014/main" id="{4DD240BB-1470-BF33-713F-B7B0EC34D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990941"/>
              </p:ext>
            </p:extLst>
          </p:nvPr>
        </p:nvGraphicFramePr>
        <p:xfrm>
          <a:off x="5382121" y="1958062"/>
          <a:ext cx="4297337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630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037968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046204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AAD8C9C1-383E-E09B-137C-DCEDC8BF9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494037"/>
              </p:ext>
            </p:extLst>
          </p:nvPr>
        </p:nvGraphicFramePr>
        <p:xfrm>
          <a:off x="5382121" y="5302920"/>
          <a:ext cx="4297337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3393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046205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046204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6E216898-1FC0-E4C6-2326-FD73D0A7F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754745"/>
              </p:ext>
            </p:extLst>
          </p:nvPr>
        </p:nvGraphicFramePr>
        <p:xfrm>
          <a:off x="5382121" y="4259615"/>
          <a:ext cx="4297337" cy="42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3393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169772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037968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046204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203818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  <a:tr h="203818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2182246"/>
                  </a:ext>
                </a:extLst>
              </a:tr>
            </a:tbl>
          </a:graphicData>
        </a:graphic>
      </p:graphicFrame>
      <p:graphicFrame>
        <p:nvGraphicFramePr>
          <p:cNvPr id="12" name="Tabelle 22">
            <a:extLst>
              <a:ext uri="{FF2B5EF4-FFF2-40B4-BE49-F238E27FC236}">
                <a16:creationId xmlns:a16="http://schemas.microsoft.com/office/drawing/2014/main" id="{0E9849CC-1649-BEE6-8C45-7FECAAB26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070823"/>
              </p:ext>
            </p:extLst>
          </p:nvPr>
        </p:nvGraphicFramePr>
        <p:xfrm>
          <a:off x="5382121" y="4357968"/>
          <a:ext cx="4297337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3393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169772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037968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046204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22586.31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   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23515.06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    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25143.11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de-DE" sz="800" b="1" i="0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25638.51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  <p:pic>
        <p:nvPicPr>
          <p:cNvPr id="13" name="Grafik 12">
            <a:extLst>
              <a:ext uri="{FF2B5EF4-FFF2-40B4-BE49-F238E27FC236}">
                <a16:creationId xmlns:a16="http://schemas.microsoft.com/office/drawing/2014/main" id="{AF5BC81A-F575-5CDA-03D8-47AE30C2B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968" y="1276864"/>
            <a:ext cx="8130387" cy="4090601"/>
          </a:xfrm>
          <a:prstGeom prst="rect">
            <a:avLst/>
          </a:prstGeom>
          <a:ln w="28575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9E2605E4-9B18-7339-FB0A-6E4605D0E41D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6253162" y="5367465"/>
            <a:ext cx="1276222" cy="98114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08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51DDB334-C34B-5A3B-B5DE-415D77736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010" y="470361"/>
            <a:ext cx="7359847" cy="638764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48F10F6-7114-CB50-0236-14451D08B9EC}"/>
              </a:ext>
            </a:extLst>
          </p:cNvPr>
          <p:cNvSpPr txBox="1"/>
          <p:nvPr/>
        </p:nvSpPr>
        <p:spPr>
          <a:xfrm>
            <a:off x="0" y="3244334"/>
            <a:ext cx="299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BERMCCENTRE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106F663-74CB-BDFA-6C37-15124483D38F}"/>
              </a:ext>
            </a:extLst>
          </p:cNvPr>
          <p:cNvSpPr/>
          <p:nvPr/>
        </p:nvSpPr>
        <p:spPr>
          <a:xfrm>
            <a:off x="10420865" y="492918"/>
            <a:ext cx="247136" cy="202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" name="Tabelle 4">
            <a:extLst>
              <a:ext uri="{FF2B5EF4-FFF2-40B4-BE49-F238E27FC236}">
                <a16:creationId xmlns:a16="http://schemas.microsoft.com/office/drawing/2014/main" id="{F03A7FEE-C8DF-D61C-7CB9-1D1689188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371175"/>
              </p:ext>
            </p:extLst>
          </p:nvPr>
        </p:nvGraphicFramePr>
        <p:xfrm>
          <a:off x="5382125" y="232520"/>
          <a:ext cx="5374107" cy="48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728">
                  <a:extLst>
                    <a:ext uri="{9D8B030D-6E8A-4147-A177-3AD203B41FA5}">
                      <a16:colId xmlns:a16="http://schemas.microsoft.com/office/drawing/2014/main" val="185662644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81950346"/>
                    </a:ext>
                  </a:extLst>
                </a:gridCol>
                <a:gridCol w="1227221">
                  <a:extLst>
                    <a:ext uri="{9D8B030D-6E8A-4147-A177-3AD203B41FA5}">
                      <a16:colId xmlns:a16="http://schemas.microsoft.com/office/drawing/2014/main" val="2925893536"/>
                    </a:ext>
                  </a:extLst>
                </a:gridCol>
                <a:gridCol w="1203158">
                  <a:extLst>
                    <a:ext uri="{9D8B030D-6E8A-4147-A177-3AD203B41FA5}">
                      <a16:colId xmlns:a16="http://schemas.microsoft.com/office/drawing/2014/main" val="4195739849"/>
                    </a:ext>
                  </a:extLst>
                </a:gridCol>
              </a:tblGrid>
              <a:tr h="1846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Trafo PD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Trafo TF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MIXOR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MIXOR 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08879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2.261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56.602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1.012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1.004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043706"/>
                  </a:ext>
                </a:extLst>
              </a:tr>
            </a:tbl>
          </a:graphicData>
        </a:graphic>
      </p:graphicFrame>
      <p:sp>
        <p:nvSpPr>
          <p:cNvPr id="18" name="Rechteck 17">
            <a:extLst>
              <a:ext uri="{FF2B5EF4-FFF2-40B4-BE49-F238E27FC236}">
                <a16:creationId xmlns:a16="http://schemas.microsoft.com/office/drawing/2014/main" id="{3E1E7B0B-E017-630A-1E6D-76176E2F5627}"/>
              </a:ext>
            </a:extLst>
          </p:cNvPr>
          <p:cNvSpPr/>
          <p:nvPr/>
        </p:nvSpPr>
        <p:spPr>
          <a:xfrm>
            <a:off x="5382124" y="6348606"/>
            <a:ext cx="5374107" cy="2059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DC8992-A672-932B-3A21-50C3226FA0B6}"/>
              </a:ext>
            </a:extLst>
          </p:cNvPr>
          <p:cNvSpPr/>
          <p:nvPr/>
        </p:nvSpPr>
        <p:spPr>
          <a:xfrm>
            <a:off x="5382122" y="3210377"/>
            <a:ext cx="5374107" cy="2059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2" name="Tabelle 22">
            <a:extLst>
              <a:ext uri="{FF2B5EF4-FFF2-40B4-BE49-F238E27FC236}">
                <a16:creationId xmlns:a16="http://schemas.microsoft.com/office/drawing/2014/main" id="{ADA45F85-3D85-923D-BD5A-DFE679F7E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282793"/>
              </p:ext>
            </p:extLst>
          </p:nvPr>
        </p:nvGraphicFramePr>
        <p:xfrm>
          <a:off x="5382121" y="1958062"/>
          <a:ext cx="5374108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095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540476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202724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216813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  <p:graphicFrame>
        <p:nvGraphicFramePr>
          <p:cNvPr id="23" name="Tabelle 22">
            <a:extLst>
              <a:ext uri="{FF2B5EF4-FFF2-40B4-BE49-F238E27FC236}">
                <a16:creationId xmlns:a16="http://schemas.microsoft.com/office/drawing/2014/main" id="{CDB13E07-67E2-88E4-C494-E31571CD8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922242"/>
              </p:ext>
            </p:extLst>
          </p:nvPr>
        </p:nvGraphicFramePr>
        <p:xfrm>
          <a:off x="5382121" y="5302920"/>
          <a:ext cx="5374108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095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540476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202724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216813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  <p:graphicFrame>
        <p:nvGraphicFramePr>
          <p:cNvPr id="24" name="Tabelle 23">
            <a:extLst>
              <a:ext uri="{FF2B5EF4-FFF2-40B4-BE49-F238E27FC236}">
                <a16:creationId xmlns:a16="http://schemas.microsoft.com/office/drawing/2014/main" id="{E45768D6-D206-1868-C3A3-196C29FAD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152047"/>
              </p:ext>
            </p:extLst>
          </p:nvPr>
        </p:nvGraphicFramePr>
        <p:xfrm>
          <a:off x="5382121" y="4259615"/>
          <a:ext cx="5374108" cy="42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095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540476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202724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216813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203818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  <a:tr h="203818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2182246"/>
                  </a:ext>
                </a:extLst>
              </a:tr>
            </a:tbl>
          </a:graphicData>
        </a:graphic>
      </p:graphicFrame>
      <p:graphicFrame>
        <p:nvGraphicFramePr>
          <p:cNvPr id="25" name="Tabelle 22">
            <a:extLst>
              <a:ext uri="{FF2B5EF4-FFF2-40B4-BE49-F238E27FC236}">
                <a16:creationId xmlns:a16="http://schemas.microsoft.com/office/drawing/2014/main" id="{98B233C6-D8BB-997A-2241-80BCD1AE3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593583"/>
              </p:ext>
            </p:extLst>
          </p:nvPr>
        </p:nvGraphicFramePr>
        <p:xfrm>
          <a:off x="5382121" y="4357968"/>
          <a:ext cx="5374108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095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540476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202724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216813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5370.39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    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5512.61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   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5416.63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de-DE" sz="800" b="1" i="0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5551.35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1864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6DE6C28-068D-C519-8D66-931A504840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49"/>
          <a:stretch/>
        </p:blipFill>
        <p:spPr>
          <a:xfrm>
            <a:off x="3433010" y="470361"/>
            <a:ext cx="7267941" cy="6387639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48F10F6-7114-CB50-0236-14451D08B9EC}"/>
              </a:ext>
            </a:extLst>
          </p:cNvPr>
          <p:cNvSpPr txBox="1"/>
          <p:nvPr/>
        </p:nvSpPr>
        <p:spPr>
          <a:xfrm>
            <a:off x="0" y="3244334"/>
            <a:ext cx="299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BERMCNORTH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6AC2512-5EFD-C3A6-8F10-7E6235AF622F}"/>
              </a:ext>
            </a:extLst>
          </p:cNvPr>
          <p:cNvSpPr/>
          <p:nvPr/>
        </p:nvSpPr>
        <p:spPr>
          <a:xfrm>
            <a:off x="10420865" y="492918"/>
            <a:ext cx="247136" cy="202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" name="Tabelle 4">
            <a:extLst>
              <a:ext uri="{FF2B5EF4-FFF2-40B4-BE49-F238E27FC236}">
                <a16:creationId xmlns:a16="http://schemas.microsoft.com/office/drawing/2014/main" id="{F03A7FEE-C8DF-D61C-7CB9-1D1689188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185151"/>
              </p:ext>
            </p:extLst>
          </p:nvPr>
        </p:nvGraphicFramePr>
        <p:xfrm>
          <a:off x="5382125" y="232520"/>
          <a:ext cx="5253792" cy="48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7643">
                  <a:extLst>
                    <a:ext uri="{9D8B030D-6E8A-4147-A177-3AD203B41FA5}">
                      <a16:colId xmlns:a16="http://schemas.microsoft.com/office/drawing/2014/main" val="1856626443"/>
                    </a:ext>
                  </a:extLst>
                </a:gridCol>
                <a:gridCol w="1491916">
                  <a:extLst>
                    <a:ext uri="{9D8B030D-6E8A-4147-A177-3AD203B41FA5}">
                      <a16:colId xmlns:a16="http://schemas.microsoft.com/office/drawing/2014/main" val="2481950346"/>
                    </a:ext>
                  </a:extLst>
                </a:gridCol>
                <a:gridCol w="1187116">
                  <a:extLst>
                    <a:ext uri="{9D8B030D-6E8A-4147-A177-3AD203B41FA5}">
                      <a16:colId xmlns:a16="http://schemas.microsoft.com/office/drawing/2014/main" val="2925893536"/>
                    </a:ext>
                  </a:extLst>
                </a:gridCol>
                <a:gridCol w="1187117">
                  <a:extLst>
                    <a:ext uri="{9D8B030D-6E8A-4147-A177-3AD203B41FA5}">
                      <a16:colId xmlns:a16="http://schemas.microsoft.com/office/drawing/2014/main" val="4195739849"/>
                    </a:ext>
                  </a:extLst>
                </a:gridCol>
              </a:tblGrid>
              <a:tr h="1846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Trafo PD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Trafo TF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MIXOR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MIXOR 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08879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2.157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45.166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1.101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1.117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043706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5E57E985-6BC9-B33E-EF3C-363025E8B922}"/>
              </a:ext>
            </a:extLst>
          </p:cNvPr>
          <p:cNvSpPr/>
          <p:nvPr/>
        </p:nvSpPr>
        <p:spPr>
          <a:xfrm>
            <a:off x="5382124" y="6348606"/>
            <a:ext cx="5253793" cy="2059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B741BF2-20B0-57D8-1FC7-0317F8D4B9A8}"/>
              </a:ext>
            </a:extLst>
          </p:cNvPr>
          <p:cNvSpPr/>
          <p:nvPr/>
        </p:nvSpPr>
        <p:spPr>
          <a:xfrm>
            <a:off x="5382122" y="3210377"/>
            <a:ext cx="5253793" cy="2059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8" name="Tabelle 22">
            <a:extLst>
              <a:ext uri="{FF2B5EF4-FFF2-40B4-BE49-F238E27FC236}">
                <a16:creationId xmlns:a16="http://schemas.microsoft.com/office/drawing/2014/main" id="{D50D6A33-10D8-CD91-EE28-DCE49D85A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778463"/>
              </p:ext>
            </p:extLst>
          </p:nvPr>
        </p:nvGraphicFramePr>
        <p:xfrm>
          <a:off x="5382121" y="1958062"/>
          <a:ext cx="5253794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2437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497993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186249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187115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5FC588B0-825F-8E5A-B4D0-4CD895DB4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686689"/>
              </p:ext>
            </p:extLst>
          </p:nvPr>
        </p:nvGraphicFramePr>
        <p:xfrm>
          <a:off x="5382121" y="5302920"/>
          <a:ext cx="5253794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2437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506231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169773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195353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BE933174-4255-F581-BD46-6023D0163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472715"/>
              </p:ext>
            </p:extLst>
          </p:nvPr>
        </p:nvGraphicFramePr>
        <p:xfrm>
          <a:off x="5382121" y="4259615"/>
          <a:ext cx="5253794" cy="42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2437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506231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178011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187115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203818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  <a:tr h="203818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2182246"/>
                  </a:ext>
                </a:extLst>
              </a:tr>
            </a:tbl>
          </a:graphicData>
        </a:graphic>
      </p:graphicFrame>
      <p:graphicFrame>
        <p:nvGraphicFramePr>
          <p:cNvPr id="11" name="Tabelle 22">
            <a:extLst>
              <a:ext uri="{FF2B5EF4-FFF2-40B4-BE49-F238E27FC236}">
                <a16:creationId xmlns:a16="http://schemas.microsoft.com/office/drawing/2014/main" id="{9CF6E4DE-2A50-6C26-4A0D-F2EE94145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605400"/>
              </p:ext>
            </p:extLst>
          </p:nvPr>
        </p:nvGraphicFramePr>
        <p:xfrm>
          <a:off x="5382121" y="4357968"/>
          <a:ext cx="5374108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1144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507524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178011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307429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7178.52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    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7526.72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   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7396.15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de-DE" sz="800" b="1" i="0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7445.83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65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370719E-35F8-2F9E-562A-534BB24042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97"/>
          <a:stretch/>
        </p:blipFill>
        <p:spPr>
          <a:xfrm>
            <a:off x="3433011" y="470360"/>
            <a:ext cx="7234990" cy="6387639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48F10F6-7114-CB50-0236-14451D08B9EC}"/>
              </a:ext>
            </a:extLst>
          </p:cNvPr>
          <p:cNvSpPr txBox="1"/>
          <p:nvPr/>
        </p:nvSpPr>
        <p:spPr>
          <a:xfrm>
            <a:off x="0" y="3244334"/>
            <a:ext cx="299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BERMCSOUTH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90510FB-43B7-E0E4-F408-F26CE0B03A9C}"/>
              </a:ext>
            </a:extLst>
          </p:cNvPr>
          <p:cNvSpPr/>
          <p:nvPr/>
        </p:nvSpPr>
        <p:spPr>
          <a:xfrm>
            <a:off x="10420865" y="492918"/>
            <a:ext cx="247136" cy="202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" name="Tabelle 4">
            <a:extLst>
              <a:ext uri="{FF2B5EF4-FFF2-40B4-BE49-F238E27FC236}">
                <a16:creationId xmlns:a16="http://schemas.microsoft.com/office/drawing/2014/main" id="{F03A7FEE-C8DF-D61C-7CB9-1D1689188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196391"/>
              </p:ext>
            </p:extLst>
          </p:nvPr>
        </p:nvGraphicFramePr>
        <p:xfrm>
          <a:off x="5382125" y="232520"/>
          <a:ext cx="5213686" cy="48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9622">
                  <a:extLst>
                    <a:ext uri="{9D8B030D-6E8A-4147-A177-3AD203B41FA5}">
                      <a16:colId xmlns:a16="http://schemas.microsoft.com/office/drawing/2014/main" val="1856626443"/>
                    </a:ext>
                  </a:extLst>
                </a:gridCol>
                <a:gridCol w="1491916">
                  <a:extLst>
                    <a:ext uri="{9D8B030D-6E8A-4147-A177-3AD203B41FA5}">
                      <a16:colId xmlns:a16="http://schemas.microsoft.com/office/drawing/2014/main" val="2481950346"/>
                    </a:ext>
                  </a:extLst>
                </a:gridCol>
                <a:gridCol w="1171074">
                  <a:extLst>
                    <a:ext uri="{9D8B030D-6E8A-4147-A177-3AD203B41FA5}">
                      <a16:colId xmlns:a16="http://schemas.microsoft.com/office/drawing/2014/main" val="2925893536"/>
                    </a:ext>
                  </a:extLst>
                </a:gridCol>
                <a:gridCol w="1171074">
                  <a:extLst>
                    <a:ext uri="{9D8B030D-6E8A-4147-A177-3AD203B41FA5}">
                      <a16:colId xmlns:a16="http://schemas.microsoft.com/office/drawing/2014/main" val="4195739849"/>
                    </a:ext>
                  </a:extLst>
                </a:gridCol>
              </a:tblGrid>
              <a:tr h="1846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Trafo PD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Trafo TF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MIXOR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MIXOR 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08879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1.980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28.201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0.847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0.824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043706"/>
                  </a:ext>
                </a:extLst>
              </a:tr>
            </a:tbl>
          </a:graphicData>
        </a:graphic>
      </p:graphicFrame>
      <p:sp>
        <p:nvSpPr>
          <p:cNvPr id="8" name="Rechteck 7">
            <a:extLst>
              <a:ext uri="{FF2B5EF4-FFF2-40B4-BE49-F238E27FC236}">
                <a16:creationId xmlns:a16="http://schemas.microsoft.com/office/drawing/2014/main" id="{8DA7F67C-FF2C-EC30-8F3E-C1030D00832E}"/>
              </a:ext>
            </a:extLst>
          </p:cNvPr>
          <p:cNvSpPr/>
          <p:nvPr/>
        </p:nvSpPr>
        <p:spPr>
          <a:xfrm>
            <a:off x="5382124" y="6348606"/>
            <a:ext cx="5213687" cy="2059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10" name="Tabelle 22">
            <a:extLst>
              <a:ext uri="{FF2B5EF4-FFF2-40B4-BE49-F238E27FC236}">
                <a16:creationId xmlns:a16="http://schemas.microsoft.com/office/drawing/2014/main" id="{EF916B1A-2AD5-652C-502F-258115695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672205"/>
              </p:ext>
            </p:extLst>
          </p:nvPr>
        </p:nvGraphicFramePr>
        <p:xfrm>
          <a:off x="5382121" y="1958062"/>
          <a:ext cx="5213687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2906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499287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179959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5B978D0A-CF58-6733-3C8B-FBB45BC52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831374"/>
              </p:ext>
            </p:extLst>
          </p:nvPr>
        </p:nvGraphicFramePr>
        <p:xfrm>
          <a:off x="5382121" y="5302920"/>
          <a:ext cx="5213688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1144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491049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179960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676E455A-D878-BA66-4E8A-90149215A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969693"/>
              </p:ext>
            </p:extLst>
          </p:nvPr>
        </p:nvGraphicFramePr>
        <p:xfrm>
          <a:off x="5382121" y="4259615"/>
          <a:ext cx="5213688" cy="42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884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494492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166822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180490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203818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  <a:tr h="203818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2182246"/>
                  </a:ext>
                </a:extLst>
              </a:tr>
            </a:tbl>
          </a:graphicData>
        </a:graphic>
      </p:graphicFrame>
      <p:graphicFrame>
        <p:nvGraphicFramePr>
          <p:cNvPr id="13" name="Tabelle 22">
            <a:extLst>
              <a:ext uri="{FF2B5EF4-FFF2-40B4-BE49-F238E27FC236}">
                <a16:creationId xmlns:a16="http://schemas.microsoft.com/office/drawing/2014/main" id="{2CF9BC20-5B15-BD65-FE33-D703AE0E2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962369"/>
              </p:ext>
            </p:extLst>
          </p:nvPr>
        </p:nvGraphicFramePr>
        <p:xfrm>
          <a:off x="5382121" y="4357968"/>
          <a:ext cx="5213688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884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494492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166822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180490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5719.63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   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5842.13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    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5932.23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de-DE" sz="800" b="1" i="0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5920.85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283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759463B-5C11-284A-1E6E-FF58CAA2CE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18"/>
          <a:stretch/>
        </p:blipFill>
        <p:spPr>
          <a:xfrm>
            <a:off x="3433011" y="470360"/>
            <a:ext cx="7012568" cy="638764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48F10F6-7114-CB50-0236-14451D08B9EC}"/>
              </a:ext>
            </a:extLst>
          </p:cNvPr>
          <p:cNvSpPr txBox="1"/>
          <p:nvPr/>
        </p:nvSpPr>
        <p:spPr>
          <a:xfrm>
            <a:off x="0" y="3244334"/>
            <a:ext cx="299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BERMCWEST</a:t>
            </a:r>
          </a:p>
        </p:txBody>
      </p:sp>
      <p:graphicFrame>
        <p:nvGraphicFramePr>
          <p:cNvPr id="2" name="Tabelle 4">
            <a:extLst>
              <a:ext uri="{FF2B5EF4-FFF2-40B4-BE49-F238E27FC236}">
                <a16:creationId xmlns:a16="http://schemas.microsoft.com/office/drawing/2014/main" id="{F03A7FEE-C8DF-D61C-7CB9-1D1689188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769530"/>
              </p:ext>
            </p:extLst>
          </p:nvPr>
        </p:nvGraphicFramePr>
        <p:xfrm>
          <a:off x="5382125" y="232520"/>
          <a:ext cx="4989096" cy="48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5454">
                  <a:extLst>
                    <a:ext uri="{9D8B030D-6E8A-4147-A177-3AD203B41FA5}">
                      <a16:colId xmlns:a16="http://schemas.microsoft.com/office/drawing/2014/main" val="1856626443"/>
                    </a:ext>
                  </a:extLst>
                </a:gridCol>
                <a:gridCol w="1443789">
                  <a:extLst>
                    <a:ext uri="{9D8B030D-6E8A-4147-A177-3AD203B41FA5}">
                      <a16:colId xmlns:a16="http://schemas.microsoft.com/office/drawing/2014/main" val="2481950346"/>
                    </a:ext>
                  </a:extLst>
                </a:gridCol>
                <a:gridCol w="1114927">
                  <a:extLst>
                    <a:ext uri="{9D8B030D-6E8A-4147-A177-3AD203B41FA5}">
                      <a16:colId xmlns:a16="http://schemas.microsoft.com/office/drawing/2014/main" val="2925893536"/>
                    </a:ext>
                  </a:extLst>
                </a:gridCol>
                <a:gridCol w="1114926">
                  <a:extLst>
                    <a:ext uri="{9D8B030D-6E8A-4147-A177-3AD203B41FA5}">
                      <a16:colId xmlns:a16="http://schemas.microsoft.com/office/drawing/2014/main" val="4195739849"/>
                    </a:ext>
                  </a:extLst>
                </a:gridCol>
              </a:tblGrid>
              <a:tr h="1846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Trafo PD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Trafo TF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MIXOR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MIXOR 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08879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2.638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21.759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1.319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1.300 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043706"/>
                  </a:ext>
                </a:extLst>
              </a:tr>
            </a:tbl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FDA8244F-7CFA-6D18-24C3-9B0B3ECC678D}"/>
              </a:ext>
            </a:extLst>
          </p:cNvPr>
          <p:cNvSpPr/>
          <p:nvPr/>
        </p:nvSpPr>
        <p:spPr>
          <a:xfrm>
            <a:off x="5382124" y="6348606"/>
            <a:ext cx="4989095" cy="2059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A17D406-8B09-F3CE-6453-AC56E96937F9}"/>
              </a:ext>
            </a:extLst>
          </p:cNvPr>
          <p:cNvSpPr/>
          <p:nvPr/>
        </p:nvSpPr>
        <p:spPr>
          <a:xfrm>
            <a:off x="5382122" y="3210377"/>
            <a:ext cx="4989095" cy="2059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9" name="Tabelle 22">
            <a:extLst>
              <a:ext uri="{FF2B5EF4-FFF2-40B4-BE49-F238E27FC236}">
                <a16:creationId xmlns:a16="http://schemas.microsoft.com/office/drawing/2014/main" id="{E3F68294-A227-93D5-7CE3-37373402C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766387"/>
              </p:ext>
            </p:extLst>
          </p:nvPr>
        </p:nvGraphicFramePr>
        <p:xfrm>
          <a:off x="5382121" y="1958062"/>
          <a:ext cx="4989095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5241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441622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120346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111886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91ACC0B2-CC7C-C4DD-5CF8-F57FA16DE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042308"/>
              </p:ext>
            </p:extLst>
          </p:nvPr>
        </p:nvGraphicFramePr>
        <p:xfrm>
          <a:off x="5382121" y="5302920"/>
          <a:ext cx="4989095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3479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433384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120346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111886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5517B6F2-FF74-96F5-8BBA-C734D1275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488870"/>
              </p:ext>
            </p:extLst>
          </p:nvPr>
        </p:nvGraphicFramePr>
        <p:xfrm>
          <a:off x="5382121" y="4259615"/>
          <a:ext cx="4989095" cy="42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5241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441622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120346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111886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203818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  <a:tr h="203818"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2182246"/>
                  </a:ext>
                </a:extLst>
              </a:tr>
            </a:tbl>
          </a:graphicData>
        </a:graphic>
      </p:graphicFrame>
      <p:graphicFrame>
        <p:nvGraphicFramePr>
          <p:cNvPr id="12" name="Tabelle 22">
            <a:extLst>
              <a:ext uri="{FF2B5EF4-FFF2-40B4-BE49-F238E27FC236}">
                <a16:creationId xmlns:a16="http://schemas.microsoft.com/office/drawing/2014/main" id="{65E19B2F-E866-8847-2B75-33BDB8B39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574232"/>
              </p:ext>
            </p:extLst>
          </p:nvPr>
        </p:nvGraphicFramePr>
        <p:xfrm>
          <a:off x="5382121" y="4357968"/>
          <a:ext cx="4989095" cy="21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5241">
                  <a:extLst>
                    <a:ext uri="{9D8B030D-6E8A-4147-A177-3AD203B41FA5}">
                      <a16:colId xmlns:a16="http://schemas.microsoft.com/office/drawing/2014/main" val="3985542641"/>
                    </a:ext>
                  </a:extLst>
                </a:gridCol>
                <a:gridCol w="1441622">
                  <a:extLst>
                    <a:ext uri="{9D8B030D-6E8A-4147-A177-3AD203B41FA5}">
                      <a16:colId xmlns:a16="http://schemas.microsoft.com/office/drawing/2014/main" val="2331663066"/>
                    </a:ext>
                  </a:extLst>
                </a:gridCol>
                <a:gridCol w="1120346">
                  <a:extLst>
                    <a:ext uri="{9D8B030D-6E8A-4147-A177-3AD203B41FA5}">
                      <a16:colId xmlns:a16="http://schemas.microsoft.com/office/drawing/2014/main" val="1343688211"/>
                    </a:ext>
                  </a:extLst>
                </a:gridCol>
                <a:gridCol w="1111886">
                  <a:extLst>
                    <a:ext uri="{9D8B030D-6E8A-4147-A177-3AD203B41FA5}">
                      <a16:colId xmlns:a16="http://schemas.microsoft.com/office/drawing/2014/main" val="531077281"/>
                    </a:ext>
                  </a:extLst>
                </a:gridCol>
              </a:tblGrid>
              <a:tr h="148104"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4132.19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   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4453.58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    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4708.60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800" b="1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de-DE" sz="800" b="1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de-DE" sz="800" b="1" i="0" dirty="0">
                          <a:solidFill>
                            <a:srgbClr val="009999"/>
                          </a:solidFill>
                          <a:highlight>
                            <a:srgbClr val="FF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4734.88</a:t>
                      </a:r>
                      <a:endParaRPr lang="de-DE" sz="800" b="1" dirty="0">
                        <a:solidFill>
                          <a:srgbClr val="FF0000"/>
                        </a:solidFill>
                        <a:highlight>
                          <a:srgbClr val="FFFF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30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369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Breitbild</PresentationFormat>
  <Paragraphs>145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INFORM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Timm Ziarnetzky</dc:creator>
  <cp:lastModifiedBy>Timm Ziarnetzky</cp:lastModifiedBy>
  <cp:revision>1</cp:revision>
  <dcterms:created xsi:type="dcterms:W3CDTF">2022-11-30T07:47:25Z</dcterms:created>
  <dcterms:modified xsi:type="dcterms:W3CDTF">2022-12-07T07:00:48Z</dcterms:modified>
</cp:coreProperties>
</file>