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54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83EE-7858-4E78-85EA-F0B304CEB1CB}" type="datetimeFigureOut">
              <a:rPr lang="de-DE" smtClean="0"/>
              <a:t>25.04.2023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A3B7D-77BD-4143-8B38-ABC34E5269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1355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83EE-7858-4E78-85EA-F0B304CEB1CB}" type="datetimeFigureOut">
              <a:rPr lang="de-DE" smtClean="0"/>
              <a:t>25.04.2023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A3B7D-77BD-4143-8B38-ABC34E5269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3413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83EE-7858-4E78-85EA-F0B304CEB1CB}" type="datetimeFigureOut">
              <a:rPr lang="de-DE" smtClean="0"/>
              <a:t>25.04.2023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A3B7D-77BD-4143-8B38-ABC34E5269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8596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83EE-7858-4E78-85EA-F0B304CEB1CB}" type="datetimeFigureOut">
              <a:rPr lang="de-DE" smtClean="0"/>
              <a:t>25.04.2023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A3B7D-77BD-4143-8B38-ABC34E5269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2428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83EE-7858-4E78-85EA-F0B304CEB1CB}" type="datetimeFigureOut">
              <a:rPr lang="de-DE" smtClean="0"/>
              <a:t>25.04.2023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A3B7D-77BD-4143-8B38-ABC34E5269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6817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83EE-7858-4E78-85EA-F0B304CEB1CB}" type="datetimeFigureOut">
              <a:rPr lang="de-DE" smtClean="0"/>
              <a:t>25.04.2023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A3B7D-77BD-4143-8B38-ABC34E5269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7392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83EE-7858-4E78-85EA-F0B304CEB1CB}" type="datetimeFigureOut">
              <a:rPr lang="de-DE" smtClean="0"/>
              <a:t>25.04.2023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A3B7D-77BD-4143-8B38-ABC34E5269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1614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83EE-7858-4E78-85EA-F0B304CEB1CB}" type="datetimeFigureOut">
              <a:rPr lang="de-DE" smtClean="0"/>
              <a:t>25.04.2023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A3B7D-77BD-4143-8B38-ABC34E5269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494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83EE-7858-4E78-85EA-F0B304CEB1CB}" type="datetimeFigureOut">
              <a:rPr lang="de-DE" smtClean="0"/>
              <a:t>25.04.2023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A3B7D-77BD-4143-8B38-ABC34E5269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4502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83EE-7858-4E78-85EA-F0B304CEB1CB}" type="datetimeFigureOut">
              <a:rPr lang="de-DE" smtClean="0"/>
              <a:t>25.04.2023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A3B7D-77BD-4143-8B38-ABC34E5269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9107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83EE-7858-4E78-85EA-F0B304CEB1CB}" type="datetimeFigureOut">
              <a:rPr lang="de-DE" smtClean="0"/>
              <a:t>25.04.2023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A3B7D-77BD-4143-8B38-ABC34E5269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0757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B083EE-7858-4E78-85EA-F0B304CEB1CB}" type="datetimeFigureOut">
              <a:rPr lang="de-DE" smtClean="0"/>
              <a:t>25.04.2023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DA3B7D-77BD-4143-8B38-ABC34E5269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4614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7F15CC56-C37F-44FD-B62F-9AA2492AF7D1}"/>
              </a:ext>
            </a:extLst>
          </p:cNvPr>
          <p:cNvSpPr/>
          <p:nvPr/>
        </p:nvSpPr>
        <p:spPr>
          <a:xfrm>
            <a:off x="853167" y="1174785"/>
            <a:ext cx="611584" cy="310391"/>
          </a:xfrm>
          <a:prstGeom prst="rect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Gleichschenkliges Dreieck 4">
            <a:extLst>
              <a:ext uri="{FF2B5EF4-FFF2-40B4-BE49-F238E27FC236}">
                <a16:creationId xmlns:a16="http://schemas.microsoft.com/office/drawing/2014/main" id="{A020943C-3EC6-4D09-8E42-427848336D30}"/>
              </a:ext>
            </a:extLst>
          </p:cNvPr>
          <p:cNvSpPr/>
          <p:nvPr/>
        </p:nvSpPr>
        <p:spPr>
          <a:xfrm rot="16200000">
            <a:off x="558077" y="1191876"/>
            <a:ext cx="311787" cy="272019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3FD85FF-4D12-4510-9759-D6E92B86F652}"/>
              </a:ext>
            </a:extLst>
          </p:cNvPr>
          <p:cNvSpPr/>
          <p:nvPr/>
        </p:nvSpPr>
        <p:spPr>
          <a:xfrm>
            <a:off x="1466732" y="1173389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1"/>
              </a:gs>
              <a:gs pos="83000">
                <a:schemeClr val="accent1"/>
              </a:gs>
              <a:gs pos="100000">
                <a:schemeClr val="accent1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B2127941-487F-4383-B97B-608AAD4DB88B}"/>
              </a:ext>
            </a:extLst>
          </p:cNvPr>
          <p:cNvSpPr/>
          <p:nvPr/>
        </p:nvSpPr>
        <p:spPr>
          <a:xfrm>
            <a:off x="2446320" y="1176085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1"/>
              </a:gs>
              <a:gs pos="83000">
                <a:schemeClr val="accent1"/>
              </a:gs>
              <a:gs pos="100000">
                <a:schemeClr val="accent1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Gleichschenkliges Dreieck 28">
            <a:extLst>
              <a:ext uri="{FF2B5EF4-FFF2-40B4-BE49-F238E27FC236}">
                <a16:creationId xmlns:a16="http://schemas.microsoft.com/office/drawing/2014/main" id="{3792F8AF-E5F0-404E-B1B3-938E570ACDE8}"/>
              </a:ext>
            </a:extLst>
          </p:cNvPr>
          <p:cNvSpPr/>
          <p:nvPr/>
        </p:nvSpPr>
        <p:spPr>
          <a:xfrm rot="5400000">
            <a:off x="2820099" y="1193273"/>
            <a:ext cx="311787" cy="272019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0BB013C4-8177-424E-A8DC-D6448F6BBF8D}"/>
              </a:ext>
            </a:extLst>
          </p:cNvPr>
          <p:cNvSpPr txBox="1"/>
          <p:nvPr/>
        </p:nvSpPr>
        <p:spPr>
          <a:xfrm>
            <a:off x="-8389" y="1124125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F1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8222CBA0-F384-4BA2-B46E-E7A76A34B503}"/>
              </a:ext>
            </a:extLst>
          </p:cNvPr>
          <p:cNvSpPr/>
          <p:nvPr/>
        </p:nvSpPr>
        <p:spPr>
          <a:xfrm>
            <a:off x="1855427" y="1173389"/>
            <a:ext cx="611584" cy="310391"/>
          </a:xfrm>
          <a:prstGeom prst="rect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6475E7AE-FB35-4E91-BD44-C7D81DFE10E9}"/>
              </a:ext>
            </a:extLst>
          </p:cNvPr>
          <p:cNvSpPr/>
          <p:nvPr/>
        </p:nvSpPr>
        <p:spPr>
          <a:xfrm>
            <a:off x="3511976" y="1173388"/>
            <a:ext cx="611584" cy="310391"/>
          </a:xfrm>
          <a:prstGeom prst="rect">
            <a:avLst/>
          </a:prstGeom>
          <a:solidFill>
            <a:schemeClr val="accent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Gleichschenkliges Dreieck 44">
            <a:extLst>
              <a:ext uri="{FF2B5EF4-FFF2-40B4-BE49-F238E27FC236}">
                <a16:creationId xmlns:a16="http://schemas.microsoft.com/office/drawing/2014/main" id="{6859DD4B-B008-4E0E-8DEA-202A4EADF299}"/>
              </a:ext>
            </a:extLst>
          </p:cNvPr>
          <p:cNvSpPr/>
          <p:nvPr/>
        </p:nvSpPr>
        <p:spPr>
          <a:xfrm rot="16200000">
            <a:off x="3216886" y="1190479"/>
            <a:ext cx="311787" cy="272019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2F5B77B5-34B2-4DEA-9F98-8FE5BD403043}"/>
              </a:ext>
            </a:extLst>
          </p:cNvPr>
          <p:cNvSpPr/>
          <p:nvPr/>
        </p:nvSpPr>
        <p:spPr>
          <a:xfrm>
            <a:off x="4125541" y="1171992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2"/>
              </a:gs>
              <a:gs pos="83000">
                <a:schemeClr val="accent2"/>
              </a:gs>
              <a:gs pos="100000">
                <a:schemeClr val="accent2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02148B14-FD7F-4ADF-BBC0-9B9564FE8889}"/>
              </a:ext>
            </a:extLst>
          </p:cNvPr>
          <p:cNvSpPr/>
          <p:nvPr/>
        </p:nvSpPr>
        <p:spPr>
          <a:xfrm>
            <a:off x="5105129" y="1174688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2"/>
              </a:gs>
              <a:gs pos="83000">
                <a:schemeClr val="accent2"/>
              </a:gs>
              <a:gs pos="100000">
                <a:schemeClr val="accent2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Gleichschenkliges Dreieck 47">
            <a:extLst>
              <a:ext uri="{FF2B5EF4-FFF2-40B4-BE49-F238E27FC236}">
                <a16:creationId xmlns:a16="http://schemas.microsoft.com/office/drawing/2014/main" id="{DAA920BB-97D0-412A-81C4-159A389290A8}"/>
              </a:ext>
            </a:extLst>
          </p:cNvPr>
          <p:cNvSpPr/>
          <p:nvPr/>
        </p:nvSpPr>
        <p:spPr>
          <a:xfrm rot="5400000">
            <a:off x="5478908" y="1191876"/>
            <a:ext cx="311787" cy="272019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F00C3838-F293-413A-BDA3-59B5E89B60AE}"/>
              </a:ext>
            </a:extLst>
          </p:cNvPr>
          <p:cNvSpPr/>
          <p:nvPr/>
        </p:nvSpPr>
        <p:spPr>
          <a:xfrm>
            <a:off x="4514236" y="1171992"/>
            <a:ext cx="611584" cy="310391"/>
          </a:xfrm>
          <a:prstGeom prst="rect">
            <a:avLst/>
          </a:prstGeom>
          <a:solidFill>
            <a:schemeClr val="accent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566E5E64-13CC-40E4-B311-982A0A6F137F}"/>
              </a:ext>
            </a:extLst>
          </p:cNvPr>
          <p:cNvSpPr/>
          <p:nvPr/>
        </p:nvSpPr>
        <p:spPr>
          <a:xfrm>
            <a:off x="6286313" y="1184462"/>
            <a:ext cx="611584" cy="310391"/>
          </a:xfrm>
          <a:prstGeom prst="rect">
            <a:avLst/>
          </a:prstGeom>
          <a:solidFill>
            <a:schemeClr val="accent4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Gleichschenkliges Dreieck 50">
            <a:extLst>
              <a:ext uri="{FF2B5EF4-FFF2-40B4-BE49-F238E27FC236}">
                <a16:creationId xmlns:a16="http://schemas.microsoft.com/office/drawing/2014/main" id="{CF214DA5-53A2-4F14-A66B-2B16569DE003}"/>
              </a:ext>
            </a:extLst>
          </p:cNvPr>
          <p:cNvSpPr/>
          <p:nvPr/>
        </p:nvSpPr>
        <p:spPr>
          <a:xfrm rot="16200000">
            <a:off x="5991223" y="1201553"/>
            <a:ext cx="311787" cy="272019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017D0BB5-9347-4875-961D-B0A9F3E709CC}"/>
              </a:ext>
            </a:extLst>
          </p:cNvPr>
          <p:cNvSpPr/>
          <p:nvPr/>
        </p:nvSpPr>
        <p:spPr>
          <a:xfrm>
            <a:off x="6899878" y="1183066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4"/>
              </a:gs>
              <a:gs pos="83000">
                <a:schemeClr val="accent4"/>
              </a:gs>
              <a:gs pos="100000">
                <a:schemeClr val="accent4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01A214AE-4CEB-440A-A790-E8CD46D4033C}"/>
              </a:ext>
            </a:extLst>
          </p:cNvPr>
          <p:cNvSpPr/>
          <p:nvPr/>
        </p:nvSpPr>
        <p:spPr>
          <a:xfrm>
            <a:off x="7895483" y="1181670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4"/>
              </a:gs>
              <a:gs pos="83000">
                <a:schemeClr val="accent4"/>
              </a:gs>
              <a:gs pos="100000">
                <a:schemeClr val="accent4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2D63D7F3-E7C0-4F22-9028-A6F4E6F0B594}"/>
              </a:ext>
            </a:extLst>
          </p:cNvPr>
          <p:cNvSpPr/>
          <p:nvPr/>
        </p:nvSpPr>
        <p:spPr>
          <a:xfrm>
            <a:off x="7288573" y="1183066"/>
            <a:ext cx="611584" cy="310391"/>
          </a:xfrm>
          <a:prstGeom prst="rect">
            <a:avLst/>
          </a:prstGeom>
          <a:solidFill>
            <a:schemeClr val="accent4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28F31EB1-C53D-4427-9117-D3C64C636306}"/>
              </a:ext>
            </a:extLst>
          </p:cNvPr>
          <p:cNvSpPr txBox="1"/>
          <p:nvPr/>
        </p:nvSpPr>
        <p:spPr>
          <a:xfrm>
            <a:off x="-8389" y="2107036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F2</a:t>
            </a:r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819D5CD3-9A16-48A7-8D40-E0BFD149BC59}"/>
              </a:ext>
            </a:extLst>
          </p:cNvPr>
          <p:cNvSpPr txBox="1"/>
          <p:nvPr/>
        </p:nvSpPr>
        <p:spPr>
          <a:xfrm>
            <a:off x="-8389" y="4221496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F4</a:t>
            </a: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0BF6BEEC-5887-4C9E-84FE-393D06EF681A}"/>
              </a:ext>
            </a:extLst>
          </p:cNvPr>
          <p:cNvSpPr txBox="1"/>
          <p:nvPr/>
        </p:nvSpPr>
        <p:spPr>
          <a:xfrm>
            <a:off x="-8389" y="3466270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F3</a:t>
            </a: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6B78E704-03EA-4CD2-BB26-9B085ADE66E6}"/>
              </a:ext>
            </a:extLst>
          </p:cNvPr>
          <p:cNvSpPr/>
          <p:nvPr/>
        </p:nvSpPr>
        <p:spPr>
          <a:xfrm>
            <a:off x="1622926" y="2130263"/>
            <a:ext cx="611584" cy="310391"/>
          </a:xfrm>
          <a:prstGeom prst="rect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Gleichschenkliges Dreieck 59">
            <a:extLst>
              <a:ext uri="{FF2B5EF4-FFF2-40B4-BE49-F238E27FC236}">
                <a16:creationId xmlns:a16="http://schemas.microsoft.com/office/drawing/2014/main" id="{D5F45400-11DE-45EF-B668-637710904B0F}"/>
              </a:ext>
            </a:extLst>
          </p:cNvPr>
          <p:cNvSpPr/>
          <p:nvPr/>
        </p:nvSpPr>
        <p:spPr>
          <a:xfrm rot="16200000">
            <a:off x="1327836" y="2147354"/>
            <a:ext cx="311787" cy="272019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E29DCDA9-90CC-42FD-AA78-F3F47C6EB352}"/>
              </a:ext>
            </a:extLst>
          </p:cNvPr>
          <p:cNvSpPr/>
          <p:nvPr/>
        </p:nvSpPr>
        <p:spPr>
          <a:xfrm>
            <a:off x="2236491" y="2128867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1"/>
              </a:gs>
              <a:gs pos="83000">
                <a:schemeClr val="accent1"/>
              </a:gs>
              <a:gs pos="100000">
                <a:schemeClr val="accent1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0B982299-F8A0-4440-A461-44BE5A44707A}"/>
              </a:ext>
            </a:extLst>
          </p:cNvPr>
          <p:cNvSpPr/>
          <p:nvPr/>
        </p:nvSpPr>
        <p:spPr>
          <a:xfrm>
            <a:off x="3216079" y="2131563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2"/>
              </a:gs>
              <a:gs pos="83000">
                <a:schemeClr val="accent2"/>
              </a:gs>
              <a:gs pos="100000">
                <a:schemeClr val="accent2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3" name="Gleichschenkliges Dreieck 62">
            <a:extLst>
              <a:ext uri="{FF2B5EF4-FFF2-40B4-BE49-F238E27FC236}">
                <a16:creationId xmlns:a16="http://schemas.microsoft.com/office/drawing/2014/main" id="{0A5E87CB-AB0E-4A71-AFEF-AE7DF32E2FA0}"/>
              </a:ext>
            </a:extLst>
          </p:cNvPr>
          <p:cNvSpPr/>
          <p:nvPr/>
        </p:nvSpPr>
        <p:spPr>
          <a:xfrm rot="5400000">
            <a:off x="3589858" y="2148751"/>
            <a:ext cx="311787" cy="272019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EC40E2C5-0493-4C95-903E-C58D00864682}"/>
              </a:ext>
            </a:extLst>
          </p:cNvPr>
          <p:cNvSpPr/>
          <p:nvPr/>
        </p:nvSpPr>
        <p:spPr>
          <a:xfrm>
            <a:off x="2625186" y="2128867"/>
            <a:ext cx="611584" cy="310391"/>
          </a:xfrm>
          <a:prstGeom prst="rect">
            <a:avLst/>
          </a:prstGeom>
          <a:solidFill>
            <a:schemeClr val="accent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C7BD4C75-7D47-46BB-8B19-3B5B9866EBA6}"/>
              </a:ext>
            </a:extLst>
          </p:cNvPr>
          <p:cNvSpPr/>
          <p:nvPr/>
        </p:nvSpPr>
        <p:spPr>
          <a:xfrm>
            <a:off x="5477962" y="2165977"/>
            <a:ext cx="611584" cy="310391"/>
          </a:xfrm>
          <a:prstGeom prst="rect">
            <a:avLst/>
          </a:prstGeom>
          <a:solidFill>
            <a:schemeClr val="accent4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2" name="Gleichschenkliges Dreieck 71">
            <a:extLst>
              <a:ext uri="{FF2B5EF4-FFF2-40B4-BE49-F238E27FC236}">
                <a16:creationId xmlns:a16="http://schemas.microsoft.com/office/drawing/2014/main" id="{437143D9-62DD-4619-99C8-3668D3FA6F6D}"/>
              </a:ext>
            </a:extLst>
          </p:cNvPr>
          <p:cNvSpPr/>
          <p:nvPr/>
        </p:nvSpPr>
        <p:spPr>
          <a:xfrm rot="16200000">
            <a:off x="5182872" y="2183068"/>
            <a:ext cx="311787" cy="272019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3" name="Rechteck 72">
            <a:extLst>
              <a:ext uri="{FF2B5EF4-FFF2-40B4-BE49-F238E27FC236}">
                <a16:creationId xmlns:a16="http://schemas.microsoft.com/office/drawing/2014/main" id="{D85DFA08-F473-4DDB-8C38-D098D854DEBC}"/>
              </a:ext>
            </a:extLst>
          </p:cNvPr>
          <p:cNvSpPr/>
          <p:nvPr/>
        </p:nvSpPr>
        <p:spPr>
          <a:xfrm>
            <a:off x="6091527" y="2164581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4"/>
              </a:gs>
              <a:gs pos="83000">
                <a:schemeClr val="accent4"/>
              </a:gs>
              <a:gs pos="100000">
                <a:schemeClr val="accent4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1B37EBB0-72B3-428F-9A9E-12E9849C85FB}"/>
              </a:ext>
            </a:extLst>
          </p:cNvPr>
          <p:cNvSpPr/>
          <p:nvPr/>
        </p:nvSpPr>
        <p:spPr>
          <a:xfrm>
            <a:off x="7087132" y="2163185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4"/>
              </a:gs>
              <a:gs pos="83000">
                <a:schemeClr val="accent4"/>
              </a:gs>
              <a:gs pos="100000">
                <a:schemeClr val="accent4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C1B0F792-BD25-4270-829A-C921E589EC3A}"/>
              </a:ext>
            </a:extLst>
          </p:cNvPr>
          <p:cNvSpPr/>
          <p:nvPr/>
        </p:nvSpPr>
        <p:spPr>
          <a:xfrm>
            <a:off x="6480222" y="2164581"/>
            <a:ext cx="611584" cy="310391"/>
          </a:xfrm>
          <a:prstGeom prst="rect">
            <a:avLst/>
          </a:prstGeom>
          <a:solidFill>
            <a:schemeClr val="accent4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7" name="Rechteck 76">
            <a:extLst>
              <a:ext uri="{FF2B5EF4-FFF2-40B4-BE49-F238E27FC236}">
                <a16:creationId xmlns:a16="http://schemas.microsoft.com/office/drawing/2014/main" id="{1F513536-8364-48F7-8C9F-D485AB83AFB4}"/>
              </a:ext>
            </a:extLst>
          </p:cNvPr>
          <p:cNvSpPr/>
          <p:nvPr/>
        </p:nvSpPr>
        <p:spPr>
          <a:xfrm>
            <a:off x="1486302" y="3394835"/>
            <a:ext cx="611584" cy="310391"/>
          </a:xfrm>
          <a:prstGeom prst="rect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8" name="Gleichschenkliges Dreieck 77">
            <a:extLst>
              <a:ext uri="{FF2B5EF4-FFF2-40B4-BE49-F238E27FC236}">
                <a16:creationId xmlns:a16="http://schemas.microsoft.com/office/drawing/2014/main" id="{9C8CEB8B-A0D1-4381-912A-46603B16E5CF}"/>
              </a:ext>
            </a:extLst>
          </p:cNvPr>
          <p:cNvSpPr/>
          <p:nvPr/>
        </p:nvSpPr>
        <p:spPr>
          <a:xfrm rot="16200000">
            <a:off x="1191212" y="3411926"/>
            <a:ext cx="311787" cy="272019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9" name="Rechteck 78">
            <a:extLst>
              <a:ext uri="{FF2B5EF4-FFF2-40B4-BE49-F238E27FC236}">
                <a16:creationId xmlns:a16="http://schemas.microsoft.com/office/drawing/2014/main" id="{8DC2758E-3CBB-4335-A761-CE12CC1CC61C}"/>
              </a:ext>
            </a:extLst>
          </p:cNvPr>
          <p:cNvSpPr/>
          <p:nvPr/>
        </p:nvSpPr>
        <p:spPr>
          <a:xfrm>
            <a:off x="2099867" y="3393439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1"/>
              </a:gs>
              <a:gs pos="83000">
                <a:schemeClr val="accent1"/>
              </a:gs>
              <a:gs pos="100000">
                <a:schemeClr val="accent1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0" name="Rechteck 79">
            <a:extLst>
              <a:ext uri="{FF2B5EF4-FFF2-40B4-BE49-F238E27FC236}">
                <a16:creationId xmlns:a16="http://schemas.microsoft.com/office/drawing/2014/main" id="{C7652D3C-1294-4690-9873-6BC60C4791D2}"/>
              </a:ext>
            </a:extLst>
          </p:cNvPr>
          <p:cNvSpPr/>
          <p:nvPr/>
        </p:nvSpPr>
        <p:spPr>
          <a:xfrm>
            <a:off x="3079455" y="3396135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1"/>
              </a:gs>
              <a:gs pos="83000">
                <a:schemeClr val="accent1"/>
              </a:gs>
              <a:gs pos="100000">
                <a:schemeClr val="accent1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1" name="Gleichschenkliges Dreieck 80">
            <a:extLst>
              <a:ext uri="{FF2B5EF4-FFF2-40B4-BE49-F238E27FC236}">
                <a16:creationId xmlns:a16="http://schemas.microsoft.com/office/drawing/2014/main" id="{C96D02AD-24FA-4869-900B-F0B277293761}"/>
              </a:ext>
            </a:extLst>
          </p:cNvPr>
          <p:cNvSpPr/>
          <p:nvPr/>
        </p:nvSpPr>
        <p:spPr>
          <a:xfrm rot="5400000">
            <a:off x="3453234" y="3413323"/>
            <a:ext cx="311787" cy="272019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2" name="Rechteck 81">
            <a:extLst>
              <a:ext uri="{FF2B5EF4-FFF2-40B4-BE49-F238E27FC236}">
                <a16:creationId xmlns:a16="http://schemas.microsoft.com/office/drawing/2014/main" id="{519AF37D-DEC1-4F6A-868F-25F4B0F26CEB}"/>
              </a:ext>
            </a:extLst>
          </p:cNvPr>
          <p:cNvSpPr/>
          <p:nvPr/>
        </p:nvSpPr>
        <p:spPr>
          <a:xfrm>
            <a:off x="2488562" y="3393439"/>
            <a:ext cx="611584" cy="310391"/>
          </a:xfrm>
          <a:prstGeom prst="rect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3" name="Rechteck 82">
            <a:extLst>
              <a:ext uri="{FF2B5EF4-FFF2-40B4-BE49-F238E27FC236}">
                <a16:creationId xmlns:a16="http://schemas.microsoft.com/office/drawing/2014/main" id="{AF6C007C-935C-487B-8461-67F3CF1C5C33}"/>
              </a:ext>
            </a:extLst>
          </p:cNvPr>
          <p:cNvSpPr/>
          <p:nvPr/>
        </p:nvSpPr>
        <p:spPr>
          <a:xfrm>
            <a:off x="4279335" y="3393438"/>
            <a:ext cx="611584" cy="310391"/>
          </a:xfrm>
          <a:prstGeom prst="rect">
            <a:avLst/>
          </a:prstGeom>
          <a:solidFill>
            <a:schemeClr val="accent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4" name="Gleichschenkliges Dreieck 83">
            <a:extLst>
              <a:ext uri="{FF2B5EF4-FFF2-40B4-BE49-F238E27FC236}">
                <a16:creationId xmlns:a16="http://schemas.microsoft.com/office/drawing/2014/main" id="{7585BC1F-E0C5-4BB4-9B8D-B913E6CB6FFB}"/>
              </a:ext>
            </a:extLst>
          </p:cNvPr>
          <p:cNvSpPr/>
          <p:nvPr/>
        </p:nvSpPr>
        <p:spPr>
          <a:xfrm rot="16200000">
            <a:off x="3984245" y="3410529"/>
            <a:ext cx="311787" cy="272019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5" name="Rechteck 84">
            <a:extLst>
              <a:ext uri="{FF2B5EF4-FFF2-40B4-BE49-F238E27FC236}">
                <a16:creationId xmlns:a16="http://schemas.microsoft.com/office/drawing/2014/main" id="{68D14BE3-1259-4098-91EE-5C93F2941771}"/>
              </a:ext>
            </a:extLst>
          </p:cNvPr>
          <p:cNvSpPr/>
          <p:nvPr/>
        </p:nvSpPr>
        <p:spPr>
          <a:xfrm>
            <a:off x="4892900" y="3392042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2"/>
              </a:gs>
              <a:gs pos="83000">
                <a:schemeClr val="accent2"/>
              </a:gs>
              <a:gs pos="100000">
                <a:schemeClr val="accent2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6" name="Rechteck 85">
            <a:extLst>
              <a:ext uri="{FF2B5EF4-FFF2-40B4-BE49-F238E27FC236}">
                <a16:creationId xmlns:a16="http://schemas.microsoft.com/office/drawing/2014/main" id="{DA64BE01-5ED0-42E1-AA6B-D31BC262E6A4}"/>
              </a:ext>
            </a:extLst>
          </p:cNvPr>
          <p:cNvSpPr/>
          <p:nvPr/>
        </p:nvSpPr>
        <p:spPr>
          <a:xfrm>
            <a:off x="5872488" y="3394738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2"/>
              </a:gs>
              <a:gs pos="83000">
                <a:schemeClr val="accent2"/>
              </a:gs>
              <a:gs pos="100000">
                <a:schemeClr val="accent2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Gleichschenkliges Dreieck 86">
            <a:extLst>
              <a:ext uri="{FF2B5EF4-FFF2-40B4-BE49-F238E27FC236}">
                <a16:creationId xmlns:a16="http://schemas.microsoft.com/office/drawing/2014/main" id="{05D175BB-0CB8-49A3-AE27-F4E32107B5E4}"/>
              </a:ext>
            </a:extLst>
          </p:cNvPr>
          <p:cNvSpPr/>
          <p:nvPr/>
        </p:nvSpPr>
        <p:spPr>
          <a:xfrm rot="5400000">
            <a:off x="6246267" y="3411926"/>
            <a:ext cx="311787" cy="272019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8" name="Rechteck 87">
            <a:extLst>
              <a:ext uri="{FF2B5EF4-FFF2-40B4-BE49-F238E27FC236}">
                <a16:creationId xmlns:a16="http://schemas.microsoft.com/office/drawing/2014/main" id="{4F0295BD-79AD-4BE2-8CA6-81A8DAAEF6F1}"/>
              </a:ext>
            </a:extLst>
          </p:cNvPr>
          <p:cNvSpPr/>
          <p:nvPr/>
        </p:nvSpPr>
        <p:spPr>
          <a:xfrm>
            <a:off x="5281595" y="3392042"/>
            <a:ext cx="611584" cy="310391"/>
          </a:xfrm>
          <a:prstGeom prst="rect">
            <a:avLst/>
          </a:prstGeom>
          <a:solidFill>
            <a:schemeClr val="accent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9" name="Rechteck 88">
            <a:extLst>
              <a:ext uri="{FF2B5EF4-FFF2-40B4-BE49-F238E27FC236}">
                <a16:creationId xmlns:a16="http://schemas.microsoft.com/office/drawing/2014/main" id="{7B5F77D3-2E98-4ACE-8E3B-A28AE40DCB0B}"/>
              </a:ext>
            </a:extLst>
          </p:cNvPr>
          <p:cNvSpPr/>
          <p:nvPr/>
        </p:nvSpPr>
        <p:spPr>
          <a:xfrm>
            <a:off x="6894281" y="3404512"/>
            <a:ext cx="611584" cy="310391"/>
          </a:xfrm>
          <a:prstGeom prst="rect">
            <a:avLst/>
          </a:prstGeom>
          <a:solidFill>
            <a:schemeClr val="accent4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" name="Gleichschenkliges Dreieck 89">
            <a:extLst>
              <a:ext uri="{FF2B5EF4-FFF2-40B4-BE49-F238E27FC236}">
                <a16:creationId xmlns:a16="http://schemas.microsoft.com/office/drawing/2014/main" id="{47C42F2D-0DF0-4E44-8750-2D8890BA11BE}"/>
              </a:ext>
            </a:extLst>
          </p:cNvPr>
          <p:cNvSpPr/>
          <p:nvPr/>
        </p:nvSpPr>
        <p:spPr>
          <a:xfrm rot="16200000">
            <a:off x="6599191" y="3421603"/>
            <a:ext cx="311787" cy="272019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2" name="Rechteck 91">
            <a:extLst>
              <a:ext uri="{FF2B5EF4-FFF2-40B4-BE49-F238E27FC236}">
                <a16:creationId xmlns:a16="http://schemas.microsoft.com/office/drawing/2014/main" id="{911CEFC1-13F3-4E1F-B40A-6AB9EF3F4554}"/>
              </a:ext>
            </a:extLst>
          </p:cNvPr>
          <p:cNvSpPr/>
          <p:nvPr/>
        </p:nvSpPr>
        <p:spPr>
          <a:xfrm>
            <a:off x="8503451" y="3401718"/>
            <a:ext cx="382321" cy="311788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4"/>
              </a:gs>
              <a:gs pos="83000">
                <a:schemeClr val="accent4"/>
              </a:gs>
              <a:gs pos="100000">
                <a:schemeClr val="accent4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4" name="Rechteck 93">
            <a:extLst>
              <a:ext uri="{FF2B5EF4-FFF2-40B4-BE49-F238E27FC236}">
                <a16:creationId xmlns:a16="http://schemas.microsoft.com/office/drawing/2014/main" id="{FF60428E-67BA-4D04-A39E-C213947E046D}"/>
              </a:ext>
            </a:extLst>
          </p:cNvPr>
          <p:cNvSpPr/>
          <p:nvPr/>
        </p:nvSpPr>
        <p:spPr>
          <a:xfrm>
            <a:off x="7896541" y="3403116"/>
            <a:ext cx="611584" cy="310391"/>
          </a:xfrm>
          <a:prstGeom prst="rect">
            <a:avLst/>
          </a:prstGeom>
          <a:solidFill>
            <a:schemeClr val="accent4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5" name="Rechteck 94">
            <a:extLst>
              <a:ext uri="{FF2B5EF4-FFF2-40B4-BE49-F238E27FC236}">
                <a16:creationId xmlns:a16="http://schemas.microsoft.com/office/drawing/2014/main" id="{08C2B1A6-7307-4E1A-97C2-AAA6210847B1}"/>
              </a:ext>
            </a:extLst>
          </p:cNvPr>
          <p:cNvSpPr/>
          <p:nvPr/>
        </p:nvSpPr>
        <p:spPr>
          <a:xfrm>
            <a:off x="840349" y="4268188"/>
            <a:ext cx="611584" cy="310391"/>
          </a:xfrm>
          <a:prstGeom prst="rect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6" name="Gleichschenkliges Dreieck 95">
            <a:extLst>
              <a:ext uri="{FF2B5EF4-FFF2-40B4-BE49-F238E27FC236}">
                <a16:creationId xmlns:a16="http://schemas.microsoft.com/office/drawing/2014/main" id="{E3DECD5E-6128-4AF1-8034-704A3FC81B52}"/>
              </a:ext>
            </a:extLst>
          </p:cNvPr>
          <p:cNvSpPr/>
          <p:nvPr/>
        </p:nvSpPr>
        <p:spPr>
          <a:xfrm rot="16200000">
            <a:off x="545259" y="4285279"/>
            <a:ext cx="311787" cy="272019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7" name="Rechteck 96">
            <a:extLst>
              <a:ext uri="{FF2B5EF4-FFF2-40B4-BE49-F238E27FC236}">
                <a16:creationId xmlns:a16="http://schemas.microsoft.com/office/drawing/2014/main" id="{70153C28-1935-463A-A23F-1E52A1052A08}"/>
              </a:ext>
            </a:extLst>
          </p:cNvPr>
          <p:cNvSpPr/>
          <p:nvPr/>
        </p:nvSpPr>
        <p:spPr>
          <a:xfrm>
            <a:off x="1453914" y="4266792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1"/>
              </a:gs>
              <a:gs pos="83000">
                <a:schemeClr val="accent1"/>
              </a:gs>
              <a:gs pos="100000">
                <a:schemeClr val="accent1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8" name="Rechteck 97">
            <a:extLst>
              <a:ext uri="{FF2B5EF4-FFF2-40B4-BE49-F238E27FC236}">
                <a16:creationId xmlns:a16="http://schemas.microsoft.com/office/drawing/2014/main" id="{CE2FDC3F-FC2C-46EA-8341-533812F1826A}"/>
              </a:ext>
            </a:extLst>
          </p:cNvPr>
          <p:cNvSpPr/>
          <p:nvPr/>
        </p:nvSpPr>
        <p:spPr>
          <a:xfrm>
            <a:off x="2433502" y="4269488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1"/>
              </a:gs>
              <a:gs pos="83000">
                <a:schemeClr val="accent1"/>
              </a:gs>
              <a:gs pos="100000">
                <a:schemeClr val="accent1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9" name="Gleichschenkliges Dreieck 98">
            <a:extLst>
              <a:ext uri="{FF2B5EF4-FFF2-40B4-BE49-F238E27FC236}">
                <a16:creationId xmlns:a16="http://schemas.microsoft.com/office/drawing/2014/main" id="{71E8D6EB-33A3-4862-9249-BF13FD008B1A}"/>
              </a:ext>
            </a:extLst>
          </p:cNvPr>
          <p:cNvSpPr/>
          <p:nvPr/>
        </p:nvSpPr>
        <p:spPr>
          <a:xfrm rot="5400000">
            <a:off x="2807281" y="4286676"/>
            <a:ext cx="311787" cy="272019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0" name="Rechteck 99">
            <a:extLst>
              <a:ext uri="{FF2B5EF4-FFF2-40B4-BE49-F238E27FC236}">
                <a16:creationId xmlns:a16="http://schemas.microsoft.com/office/drawing/2014/main" id="{843F6797-0851-4C0A-B53F-84BD5E558DFF}"/>
              </a:ext>
            </a:extLst>
          </p:cNvPr>
          <p:cNvSpPr/>
          <p:nvPr/>
        </p:nvSpPr>
        <p:spPr>
          <a:xfrm>
            <a:off x="1842609" y="4266792"/>
            <a:ext cx="611584" cy="310391"/>
          </a:xfrm>
          <a:prstGeom prst="rect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7" name="Rechteck 106">
            <a:extLst>
              <a:ext uri="{FF2B5EF4-FFF2-40B4-BE49-F238E27FC236}">
                <a16:creationId xmlns:a16="http://schemas.microsoft.com/office/drawing/2014/main" id="{451B26F7-1B5C-4870-BDF5-F981F665A540}"/>
              </a:ext>
            </a:extLst>
          </p:cNvPr>
          <p:cNvSpPr/>
          <p:nvPr/>
        </p:nvSpPr>
        <p:spPr>
          <a:xfrm>
            <a:off x="6323829" y="4277865"/>
            <a:ext cx="611584" cy="310391"/>
          </a:xfrm>
          <a:prstGeom prst="rect">
            <a:avLst/>
          </a:prstGeom>
          <a:solidFill>
            <a:schemeClr val="accent4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8" name="Gleichschenkliges Dreieck 107">
            <a:extLst>
              <a:ext uri="{FF2B5EF4-FFF2-40B4-BE49-F238E27FC236}">
                <a16:creationId xmlns:a16="http://schemas.microsoft.com/office/drawing/2014/main" id="{4640A9CB-4903-4F2C-8C5E-1EA4E1F7C1A8}"/>
              </a:ext>
            </a:extLst>
          </p:cNvPr>
          <p:cNvSpPr/>
          <p:nvPr/>
        </p:nvSpPr>
        <p:spPr>
          <a:xfrm rot="16200000">
            <a:off x="6028739" y="4294956"/>
            <a:ext cx="311787" cy="272019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0" name="Rechteck 109">
            <a:extLst>
              <a:ext uri="{FF2B5EF4-FFF2-40B4-BE49-F238E27FC236}">
                <a16:creationId xmlns:a16="http://schemas.microsoft.com/office/drawing/2014/main" id="{211BA527-8FDF-40FA-B3DB-FFD3D57238FD}"/>
              </a:ext>
            </a:extLst>
          </p:cNvPr>
          <p:cNvSpPr/>
          <p:nvPr/>
        </p:nvSpPr>
        <p:spPr>
          <a:xfrm>
            <a:off x="7932999" y="4275073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4"/>
              </a:gs>
              <a:gs pos="83000">
                <a:schemeClr val="accent4"/>
              </a:gs>
              <a:gs pos="100000">
                <a:schemeClr val="accent4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2" name="Rechteck 111">
            <a:extLst>
              <a:ext uri="{FF2B5EF4-FFF2-40B4-BE49-F238E27FC236}">
                <a16:creationId xmlns:a16="http://schemas.microsoft.com/office/drawing/2014/main" id="{9DA63769-A9B7-4A46-A5A4-C52F98D6F351}"/>
              </a:ext>
            </a:extLst>
          </p:cNvPr>
          <p:cNvSpPr/>
          <p:nvPr/>
        </p:nvSpPr>
        <p:spPr>
          <a:xfrm>
            <a:off x="7326089" y="4276469"/>
            <a:ext cx="611584" cy="310391"/>
          </a:xfrm>
          <a:prstGeom prst="rect">
            <a:avLst/>
          </a:prstGeom>
          <a:solidFill>
            <a:schemeClr val="accent4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4" name="Gerader Verbinder 113">
            <a:extLst>
              <a:ext uri="{FF2B5EF4-FFF2-40B4-BE49-F238E27FC236}">
                <a16:creationId xmlns:a16="http://schemas.microsoft.com/office/drawing/2014/main" id="{98FDB94A-16B7-45BC-BA0D-006B1BE6A3E3}"/>
              </a:ext>
            </a:extLst>
          </p:cNvPr>
          <p:cNvCxnSpPr>
            <a:cxnSpLocks/>
          </p:cNvCxnSpPr>
          <p:nvPr/>
        </p:nvCxnSpPr>
        <p:spPr>
          <a:xfrm>
            <a:off x="4509843" y="536895"/>
            <a:ext cx="55226" cy="448811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feld 115">
            <a:extLst>
              <a:ext uri="{FF2B5EF4-FFF2-40B4-BE49-F238E27FC236}">
                <a16:creationId xmlns:a16="http://schemas.microsoft.com/office/drawing/2014/main" id="{F1578CC4-9209-4341-B689-7BA2EEAA4CCF}"/>
              </a:ext>
            </a:extLst>
          </p:cNvPr>
          <p:cNvSpPr txBox="1"/>
          <p:nvPr/>
        </p:nvSpPr>
        <p:spPr>
          <a:xfrm>
            <a:off x="4208741" y="16347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0:00</a:t>
            </a:r>
          </a:p>
        </p:txBody>
      </p:sp>
      <p:sp>
        <p:nvSpPr>
          <p:cNvPr id="117" name="Textfeld 116">
            <a:extLst>
              <a:ext uri="{FF2B5EF4-FFF2-40B4-BE49-F238E27FC236}">
                <a16:creationId xmlns:a16="http://schemas.microsoft.com/office/drawing/2014/main" id="{E5887A07-7BE2-4E01-BA4D-0EC8663A6584}"/>
              </a:ext>
            </a:extLst>
          </p:cNvPr>
          <p:cNvSpPr txBox="1"/>
          <p:nvPr/>
        </p:nvSpPr>
        <p:spPr>
          <a:xfrm>
            <a:off x="1464286" y="236558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T1</a:t>
            </a: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A07A5DA2-64CD-4CB2-BFBB-A1D8E49FD4F7}"/>
              </a:ext>
            </a:extLst>
          </p:cNvPr>
          <p:cNvSpPr txBox="1"/>
          <p:nvPr/>
        </p:nvSpPr>
        <p:spPr>
          <a:xfrm>
            <a:off x="7119141" y="236558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T2</a:t>
            </a:r>
          </a:p>
        </p:txBody>
      </p:sp>
      <p:sp>
        <p:nvSpPr>
          <p:cNvPr id="119" name="Textfeld 118">
            <a:extLst>
              <a:ext uri="{FF2B5EF4-FFF2-40B4-BE49-F238E27FC236}">
                <a16:creationId xmlns:a16="http://schemas.microsoft.com/office/drawing/2014/main" id="{8CFBE536-BE41-4320-858A-B5A7375C7B35}"/>
              </a:ext>
            </a:extLst>
          </p:cNvPr>
          <p:cNvSpPr txBox="1"/>
          <p:nvPr/>
        </p:nvSpPr>
        <p:spPr>
          <a:xfrm>
            <a:off x="7952477" y="216318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…</a:t>
            </a:r>
          </a:p>
        </p:txBody>
      </p:sp>
      <p:sp>
        <p:nvSpPr>
          <p:cNvPr id="121" name="Textfeld 120">
            <a:extLst>
              <a:ext uri="{FF2B5EF4-FFF2-40B4-BE49-F238E27FC236}">
                <a16:creationId xmlns:a16="http://schemas.microsoft.com/office/drawing/2014/main" id="{124B1E36-03D2-425E-9491-94D7529CD307}"/>
              </a:ext>
            </a:extLst>
          </p:cNvPr>
          <p:cNvSpPr txBox="1"/>
          <p:nvPr/>
        </p:nvSpPr>
        <p:spPr>
          <a:xfrm>
            <a:off x="8446928" y="1185385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…</a:t>
            </a:r>
          </a:p>
        </p:txBody>
      </p:sp>
      <p:sp>
        <p:nvSpPr>
          <p:cNvPr id="122" name="Textfeld 121">
            <a:extLst>
              <a:ext uri="{FF2B5EF4-FFF2-40B4-BE49-F238E27FC236}">
                <a16:creationId xmlns:a16="http://schemas.microsoft.com/office/drawing/2014/main" id="{46F5D4DD-AD24-4E86-AE7C-C82FD17CDF35}"/>
              </a:ext>
            </a:extLst>
          </p:cNvPr>
          <p:cNvSpPr txBox="1"/>
          <p:nvPr/>
        </p:nvSpPr>
        <p:spPr>
          <a:xfrm>
            <a:off x="8447684" y="4275071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…</a:t>
            </a:r>
          </a:p>
        </p:txBody>
      </p:sp>
      <p:sp>
        <p:nvSpPr>
          <p:cNvPr id="123" name="Textfeld 122">
            <a:extLst>
              <a:ext uri="{FF2B5EF4-FFF2-40B4-BE49-F238E27FC236}">
                <a16:creationId xmlns:a16="http://schemas.microsoft.com/office/drawing/2014/main" id="{55FA7A6C-D917-4633-B0B5-9A57A842E312}"/>
              </a:ext>
            </a:extLst>
          </p:cNvPr>
          <p:cNvSpPr txBox="1"/>
          <p:nvPr/>
        </p:nvSpPr>
        <p:spPr>
          <a:xfrm>
            <a:off x="8843260" y="343083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…</a:t>
            </a: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71DA86EB-207C-466F-A166-022E646B910E}"/>
              </a:ext>
            </a:extLst>
          </p:cNvPr>
          <p:cNvSpPr/>
          <p:nvPr/>
        </p:nvSpPr>
        <p:spPr>
          <a:xfrm>
            <a:off x="7499703" y="3403335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4"/>
              </a:gs>
              <a:gs pos="83000">
                <a:schemeClr val="accent4"/>
              </a:gs>
              <a:gs pos="100000">
                <a:schemeClr val="accent4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5" name="Rechteck 74">
            <a:extLst>
              <a:ext uri="{FF2B5EF4-FFF2-40B4-BE49-F238E27FC236}">
                <a16:creationId xmlns:a16="http://schemas.microsoft.com/office/drawing/2014/main" id="{C043489B-2DDC-4A4C-981A-EA047381E522}"/>
              </a:ext>
            </a:extLst>
          </p:cNvPr>
          <p:cNvSpPr/>
          <p:nvPr/>
        </p:nvSpPr>
        <p:spPr>
          <a:xfrm>
            <a:off x="6936369" y="4279250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4"/>
              </a:gs>
              <a:gs pos="83000">
                <a:schemeClr val="accent4"/>
              </a:gs>
              <a:gs pos="100000">
                <a:schemeClr val="accent4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2895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7F15CC56-C37F-44FD-B62F-9AA2492AF7D1}"/>
              </a:ext>
            </a:extLst>
          </p:cNvPr>
          <p:cNvSpPr/>
          <p:nvPr/>
        </p:nvSpPr>
        <p:spPr>
          <a:xfrm>
            <a:off x="853167" y="1174785"/>
            <a:ext cx="611584" cy="310391"/>
          </a:xfrm>
          <a:prstGeom prst="rect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Gleichschenkliges Dreieck 4">
            <a:extLst>
              <a:ext uri="{FF2B5EF4-FFF2-40B4-BE49-F238E27FC236}">
                <a16:creationId xmlns:a16="http://schemas.microsoft.com/office/drawing/2014/main" id="{A020943C-3EC6-4D09-8E42-427848336D30}"/>
              </a:ext>
            </a:extLst>
          </p:cNvPr>
          <p:cNvSpPr/>
          <p:nvPr/>
        </p:nvSpPr>
        <p:spPr>
          <a:xfrm rot="16200000">
            <a:off x="558077" y="1191876"/>
            <a:ext cx="311787" cy="272019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3FD85FF-4D12-4510-9759-D6E92B86F652}"/>
              </a:ext>
            </a:extLst>
          </p:cNvPr>
          <p:cNvSpPr/>
          <p:nvPr/>
        </p:nvSpPr>
        <p:spPr>
          <a:xfrm>
            <a:off x="1466732" y="1173389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1"/>
              </a:gs>
              <a:gs pos="83000">
                <a:schemeClr val="accent1"/>
              </a:gs>
              <a:gs pos="100000">
                <a:schemeClr val="accent1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B2127941-487F-4383-B97B-608AAD4DB88B}"/>
              </a:ext>
            </a:extLst>
          </p:cNvPr>
          <p:cNvSpPr/>
          <p:nvPr/>
        </p:nvSpPr>
        <p:spPr>
          <a:xfrm>
            <a:off x="2446320" y="1176085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1"/>
              </a:gs>
              <a:gs pos="83000">
                <a:schemeClr val="accent1"/>
              </a:gs>
              <a:gs pos="100000">
                <a:schemeClr val="accent1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Gleichschenkliges Dreieck 28">
            <a:extLst>
              <a:ext uri="{FF2B5EF4-FFF2-40B4-BE49-F238E27FC236}">
                <a16:creationId xmlns:a16="http://schemas.microsoft.com/office/drawing/2014/main" id="{3792F8AF-E5F0-404E-B1B3-938E570ACDE8}"/>
              </a:ext>
            </a:extLst>
          </p:cNvPr>
          <p:cNvSpPr/>
          <p:nvPr/>
        </p:nvSpPr>
        <p:spPr>
          <a:xfrm rot="5400000">
            <a:off x="2820099" y="1193273"/>
            <a:ext cx="311787" cy="272019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0BB013C4-8177-424E-A8DC-D6448F6BBF8D}"/>
              </a:ext>
            </a:extLst>
          </p:cNvPr>
          <p:cNvSpPr txBox="1"/>
          <p:nvPr/>
        </p:nvSpPr>
        <p:spPr>
          <a:xfrm>
            <a:off x="-8389" y="1124125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F1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8222CBA0-F384-4BA2-B46E-E7A76A34B503}"/>
              </a:ext>
            </a:extLst>
          </p:cNvPr>
          <p:cNvSpPr/>
          <p:nvPr/>
        </p:nvSpPr>
        <p:spPr>
          <a:xfrm>
            <a:off x="1855427" y="1173389"/>
            <a:ext cx="611584" cy="310391"/>
          </a:xfrm>
          <a:prstGeom prst="rect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6475E7AE-FB35-4E91-BD44-C7D81DFE10E9}"/>
              </a:ext>
            </a:extLst>
          </p:cNvPr>
          <p:cNvSpPr/>
          <p:nvPr/>
        </p:nvSpPr>
        <p:spPr>
          <a:xfrm>
            <a:off x="3511976" y="1173388"/>
            <a:ext cx="611584" cy="310391"/>
          </a:xfrm>
          <a:prstGeom prst="rect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Gleichschenkliges Dreieck 44">
            <a:extLst>
              <a:ext uri="{FF2B5EF4-FFF2-40B4-BE49-F238E27FC236}">
                <a16:creationId xmlns:a16="http://schemas.microsoft.com/office/drawing/2014/main" id="{6859DD4B-B008-4E0E-8DEA-202A4EADF299}"/>
              </a:ext>
            </a:extLst>
          </p:cNvPr>
          <p:cNvSpPr/>
          <p:nvPr/>
        </p:nvSpPr>
        <p:spPr>
          <a:xfrm rot="16200000">
            <a:off x="3216886" y="1190479"/>
            <a:ext cx="311787" cy="272019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2F5B77B5-34B2-4DEA-9F98-8FE5BD403043}"/>
              </a:ext>
            </a:extLst>
          </p:cNvPr>
          <p:cNvSpPr/>
          <p:nvPr/>
        </p:nvSpPr>
        <p:spPr>
          <a:xfrm>
            <a:off x="4125541" y="1171992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1"/>
              </a:gs>
              <a:gs pos="83000">
                <a:schemeClr val="accent1"/>
              </a:gs>
              <a:gs pos="100000">
                <a:schemeClr val="accent1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02148B14-FD7F-4ADF-BBC0-9B9564FE8889}"/>
              </a:ext>
            </a:extLst>
          </p:cNvPr>
          <p:cNvSpPr/>
          <p:nvPr/>
        </p:nvSpPr>
        <p:spPr>
          <a:xfrm>
            <a:off x="5105129" y="1174688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4"/>
              </a:gs>
              <a:gs pos="83000">
                <a:schemeClr val="accent4"/>
              </a:gs>
              <a:gs pos="100000">
                <a:schemeClr val="accent4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Gleichschenkliges Dreieck 47">
            <a:extLst>
              <a:ext uri="{FF2B5EF4-FFF2-40B4-BE49-F238E27FC236}">
                <a16:creationId xmlns:a16="http://schemas.microsoft.com/office/drawing/2014/main" id="{DAA920BB-97D0-412A-81C4-159A389290A8}"/>
              </a:ext>
            </a:extLst>
          </p:cNvPr>
          <p:cNvSpPr/>
          <p:nvPr/>
        </p:nvSpPr>
        <p:spPr>
          <a:xfrm rot="5400000">
            <a:off x="5478908" y="1191876"/>
            <a:ext cx="311787" cy="272019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F00C3838-F293-413A-BDA3-59B5E89B60AE}"/>
              </a:ext>
            </a:extLst>
          </p:cNvPr>
          <p:cNvSpPr/>
          <p:nvPr/>
        </p:nvSpPr>
        <p:spPr>
          <a:xfrm>
            <a:off x="4514236" y="1171992"/>
            <a:ext cx="611584" cy="310391"/>
          </a:xfrm>
          <a:prstGeom prst="rect">
            <a:avLst/>
          </a:prstGeom>
          <a:solidFill>
            <a:schemeClr val="accent4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566E5E64-13CC-40E4-B311-982A0A6F137F}"/>
              </a:ext>
            </a:extLst>
          </p:cNvPr>
          <p:cNvSpPr/>
          <p:nvPr/>
        </p:nvSpPr>
        <p:spPr>
          <a:xfrm>
            <a:off x="6286313" y="1184462"/>
            <a:ext cx="611584" cy="310391"/>
          </a:xfrm>
          <a:prstGeom prst="rect">
            <a:avLst/>
          </a:prstGeom>
          <a:solidFill>
            <a:schemeClr val="accent4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Gleichschenkliges Dreieck 50">
            <a:extLst>
              <a:ext uri="{FF2B5EF4-FFF2-40B4-BE49-F238E27FC236}">
                <a16:creationId xmlns:a16="http://schemas.microsoft.com/office/drawing/2014/main" id="{CF214DA5-53A2-4F14-A66B-2B16569DE003}"/>
              </a:ext>
            </a:extLst>
          </p:cNvPr>
          <p:cNvSpPr/>
          <p:nvPr/>
        </p:nvSpPr>
        <p:spPr>
          <a:xfrm rot="16200000">
            <a:off x="5991223" y="1201553"/>
            <a:ext cx="311787" cy="272019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017D0BB5-9347-4875-961D-B0A9F3E709CC}"/>
              </a:ext>
            </a:extLst>
          </p:cNvPr>
          <p:cNvSpPr/>
          <p:nvPr/>
        </p:nvSpPr>
        <p:spPr>
          <a:xfrm>
            <a:off x="6899878" y="1183066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4"/>
              </a:gs>
              <a:gs pos="83000">
                <a:schemeClr val="accent4"/>
              </a:gs>
              <a:gs pos="100000">
                <a:schemeClr val="accent4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01A214AE-4CEB-440A-A790-E8CD46D4033C}"/>
              </a:ext>
            </a:extLst>
          </p:cNvPr>
          <p:cNvSpPr/>
          <p:nvPr/>
        </p:nvSpPr>
        <p:spPr>
          <a:xfrm>
            <a:off x="7895483" y="1181670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4"/>
              </a:gs>
              <a:gs pos="83000">
                <a:schemeClr val="accent4"/>
              </a:gs>
              <a:gs pos="100000">
                <a:schemeClr val="accent4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2D63D7F3-E7C0-4F22-9028-A6F4E6F0B594}"/>
              </a:ext>
            </a:extLst>
          </p:cNvPr>
          <p:cNvSpPr/>
          <p:nvPr/>
        </p:nvSpPr>
        <p:spPr>
          <a:xfrm>
            <a:off x="7288573" y="1183066"/>
            <a:ext cx="611584" cy="310391"/>
          </a:xfrm>
          <a:prstGeom prst="rect">
            <a:avLst/>
          </a:prstGeom>
          <a:solidFill>
            <a:schemeClr val="accent4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28F31EB1-C53D-4427-9117-D3C64C636306}"/>
              </a:ext>
            </a:extLst>
          </p:cNvPr>
          <p:cNvSpPr txBox="1"/>
          <p:nvPr/>
        </p:nvSpPr>
        <p:spPr>
          <a:xfrm>
            <a:off x="-8389" y="2107036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F2</a:t>
            </a:r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819D5CD3-9A16-48A7-8D40-E0BFD149BC59}"/>
              </a:ext>
            </a:extLst>
          </p:cNvPr>
          <p:cNvSpPr txBox="1"/>
          <p:nvPr/>
        </p:nvSpPr>
        <p:spPr>
          <a:xfrm>
            <a:off x="-8389" y="4221496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F4</a:t>
            </a: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0BF6BEEC-5887-4C9E-84FE-393D06EF681A}"/>
              </a:ext>
            </a:extLst>
          </p:cNvPr>
          <p:cNvSpPr txBox="1"/>
          <p:nvPr/>
        </p:nvSpPr>
        <p:spPr>
          <a:xfrm>
            <a:off x="-8389" y="3466270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F3</a:t>
            </a: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6B78E704-03EA-4CD2-BB26-9B085ADE66E6}"/>
              </a:ext>
            </a:extLst>
          </p:cNvPr>
          <p:cNvSpPr/>
          <p:nvPr/>
        </p:nvSpPr>
        <p:spPr>
          <a:xfrm>
            <a:off x="2728267" y="2137562"/>
            <a:ext cx="611584" cy="310391"/>
          </a:xfrm>
          <a:prstGeom prst="rect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Gleichschenkliges Dreieck 59">
            <a:extLst>
              <a:ext uri="{FF2B5EF4-FFF2-40B4-BE49-F238E27FC236}">
                <a16:creationId xmlns:a16="http://schemas.microsoft.com/office/drawing/2014/main" id="{D5F45400-11DE-45EF-B668-637710904B0F}"/>
              </a:ext>
            </a:extLst>
          </p:cNvPr>
          <p:cNvSpPr/>
          <p:nvPr/>
        </p:nvSpPr>
        <p:spPr>
          <a:xfrm rot="16200000">
            <a:off x="2433177" y="2154653"/>
            <a:ext cx="311787" cy="272019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E29DCDA9-90CC-42FD-AA78-F3F47C6EB352}"/>
              </a:ext>
            </a:extLst>
          </p:cNvPr>
          <p:cNvSpPr/>
          <p:nvPr/>
        </p:nvSpPr>
        <p:spPr>
          <a:xfrm>
            <a:off x="3341832" y="2136166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1"/>
              </a:gs>
              <a:gs pos="83000">
                <a:schemeClr val="accent1"/>
              </a:gs>
              <a:gs pos="100000">
                <a:schemeClr val="accent1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0B982299-F8A0-4440-A461-44BE5A44707A}"/>
              </a:ext>
            </a:extLst>
          </p:cNvPr>
          <p:cNvSpPr/>
          <p:nvPr/>
        </p:nvSpPr>
        <p:spPr>
          <a:xfrm>
            <a:off x="4321420" y="2138862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1"/>
              </a:gs>
              <a:gs pos="83000">
                <a:schemeClr val="accent1"/>
              </a:gs>
              <a:gs pos="100000">
                <a:schemeClr val="accent1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3" name="Gleichschenkliges Dreieck 62">
            <a:extLst>
              <a:ext uri="{FF2B5EF4-FFF2-40B4-BE49-F238E27FC236}">
                <a16:creationId xmlns:a16="http://schemas.microsoft.com/office/drawing/2014/main" id="{0A5E87CB-AB0E-4A71-AFEF-AE7DF32E2FA0}"/>
              </a:ext>
            </a:extLst>
          </p:cNvPr>
          <p:cNvSpPr/>
          <p:nvPr/>
        </p:nvSpPr>
        <p:spPr>
          <a:xfrm rot="5400000">
            <a:off x="4695199" y="2156050"/>
            <a:ext cx="311787" cy="272019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EC40E2C5-0493-4C95-903E-C58D00864682}"/>
              </a:ext>
            </a:extLst>
          </p:cNvPr>
          <p:cNvSpPr/>
          <p:nvPr/>
        </p:nvSpPr>
        <p:spPr>
          <a:xfrm>
            <a:off x="3730527" y="2136166"/>
            <a:ext cx="611584" cy="310391"/>
          </a:xfrm>
          <a:prstGeom prst="rect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C7BD4C75-7D47-46BB-8B19-3B5B9866EBA6}"/>
              </a:ext>
            </a:extLst>
          </p:cNvPr>
          <p:cNvSpPr/>
          <p:nvPr/>
        </p:nvSpPr>
        <p:spPr>
          <a:xfrm>
            <a:off x="5790671" y="2139752"/>
            <a:ext cx="611584" cy="310391"/>
          </a:xfrm>
          <a:prstGeom prst="rect">
            <a:avLst/>
          </a:prstGeom>
          <a:solidFill>
            <a:schemeClr val="accent4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2" name="Gleichschenkliges Dreieck 71">
            <a:extLst>
              <a:ext uri="{FF2B5EF4-FFF2-40B4-BE49-F238E27FC236}">
                <a16:creationId xmlns:a16="http://schemas.microsoft.com/office/drawing/2014/main" id="{437143D9-62DD-4619-99C8-3668D3FA6F6D}"/>
              </a:ext>
            </a:extLst>
          </p:cNvPr>
          <p:cNvSpPr/>
          <p:nvPr/>
        </p:nvSpPr>
        <p:spPr>
          <a:xfrm rot="16200000">
            <a:off x="5495581" y="2156843"/>
            <a:ext cx="311787" cy="272019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3" name="Rechteck 72">
            <a:extLst>
              <a:ext uri="{FF2B5EF4-FFF2-40B4-BE49-F238E27FC236}">
                <a16:creationId xmlns:a16="http://schemas.microsoft.com/office/drawing/2014/main" id="{D85DFA08-F473-4DDB-8C38-D098D854DEBC}"/>
              </a:ext>
            </a:extLst>
          </p:cNvPr>
          <p:cNvSpPr/>
          <p:nvPr/>
        </p:nvSpPr>
        <p:spPr>
          <a:xfrm>
            <a:off x="6404236" y="2138356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4"/>
              </a:gs>
              <a:gs pos="83000">
                <a:schemeClr val="accent4"/>
              </a:gs>
              <a:gs pos="100000">
                <a:schemeClr val="accent4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1B37EBB0-72B3-428F-9A9E-12E9849C85FB}"/>
              </a:ext>
            </a:extLst>
          </p:cNvPr>
          <p:cNvSpPr/>
          <p:nvPr/>
        </p:nvSpPr>
        <p:spPr>
          <a:xfrm>
            <a:off x="7399841" y="2136960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4"/>
              </a:gs>
              <a:gs pos="83000">
                <a:schemeClr val="accent4"/>
              </a:gs>
              <a:gs pos="100000">
                <a:schemeClr val="accent4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C1B0F792-BD25-4270-829A-C921E589EC3A}"/>
              </a:ext>
            </a:extLst>
          </p:cNvPr>
          <p:cNvSpPr/>
          <p:nvPr/>
        </p:nvSpPr>
        <p:spPr>
          <a:xfrm>
            <a:off x="6792931" y="2138356"/>
            <a:ext cx="611584" cy="310391"/>
          </a:xfrm>
          <a:prstGeom prst="rect">
            <a:avLst/>
          </a:prstGeom>
          <a:solidFill>
            <a:schemeClr val="accent4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7" name="Rechteck 76">
            <a:extLst>
              <a:ext uri="{FF2B5EF4-FFF2-40B4-BE49-F238E27FC236}">
                <a16:creationId xmlns:a16="http://schemas.microsoft.com/office/drawing/2014/main" id="{1F513536-8364-48F7-8C9F-D485AB83AFB4}"/>
              </a:ext>
            </a:extLst>
          </p:cNvPr>
          <p:cNvSpPr/>
          <p:nvPr/>
        </p:nvSpPr>
        <p:spPr>
          <a:xfrm>
            <a:off x="1486302" y="3394835"/>
            <a:ext cx="611584" cy="310391"/>
          </a:xfrm>
          <a:prstGeom prst="rect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8" name="Gleichschenkliges Dreieck 77">
            <a:extLst>
              <a:ext uri="{FF2B5EF4-FFF2-40B4-BE49-F238E27FC236}">
                <a16:creationId xmlns:a16="http://schemas.microsoft.com/office/drawing/2014/main" id="{9C8CEB8B-A0D1-4381-912A-46603B16E5CF}"/>
              </a:ext>
            </a:extLst>
          </p:cNvPr>
          <p:cNvSpPr/>
          <p:nvPr/>
        </p:nvSpPr>
        <p:spPr>
          <a:xfrm rot="16200000">
            <a:off x="1191212" y="3411926"/>
            <a:ext cx="311787" cy="272019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9" name="Rechteck 78">
            <a:extLst>
              <a:ext uri="{FF2B5EF4-FFF2-40B4-BE49-F238E27FC236}">
                <a16:creationId xmlns:a16="http://schemas.microsoft.com/office/drawing/2014/main" id="{8DC2758E-3CBB-4335-A761-CE12CC1CC61C}"/>
              </a:ext>
            </a:extLst>
          </p:cNvPr>
          <p:cNvSpPr/>
          <p:nvPr/>
        </p:nvSpPr>
        <p:spPr>
          <a:xfrm>
            <a:off x="2099867" y="3393439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1"/>
              </a:gs>
              <a:gs pos="83000">
                <a:schemeClr val="accent1"/>
              </a:gs>
              <a:gs pos="100000">
                <a:schemeClr val="accent1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0" name="Rechteck 79">
            <a:extLst>
              <a:ext uri="{FF2B5EF4-FFF2-40B4-BE49-F238E27FC236}">
                <a16:creationId xmlns:a16="http://schemas.microsoft.com/office/drawing/2014/main" id="{C7652D3C-1294-4690-9873-6BC60C4791D2}"/>
              </a:ext>
            </a:extLst>
          </p:cNvPr>
          <p:cNvSpPr/>
          <p:nvPr/>
        </p:nvSpPr>
        <p:spPr>
          <a:xfrm>
            <a:off x="3079455" y="3396135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1"/>
              </a:gs>
              <a:gs pos="83000">
                <a:schemeClr val="accent1"/>
              </a:gs>
              <a:gs pos="100000">
                <a:schemeClr val="accent1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1" name="Gleichschenkliges Dreieck 80">
            <a:extLst>
              <a:ext uri="{FF2B5EF4-FFF2-40B4-BE49-F238E27FC236}">
                <a16:creationId xmlns:a16="http://schemas.microsoft.com/office/drawing/2014/main" id="{C96D02AD-24FA-4869-900B-F0B277293761}"/>
              </a:ext>
            </a:extLst>
          </p:cNvPr>
          <p:cNvSpPr/>
          <p:nvPr/>
        </p:nvSpPr>
        <p:spPr>
          <a:xfrm rot="5400000">
            <a:off x="3453234" y="3413323"/>
            <a:ext cx="311787" cy="272019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2" name="Rechteck 81">
            <a:extLst>
              <a:ext uri="{FF2B5EF4-FFF2-40B4-BE49-F238E27FC236}">
                <a16:creationId xmlns:a16="http://schemas.microsoft.com/office/drawing/2014/main" id="{519AF37D-DEC1-4F6A-868F-25F4B0F26CEB}"/>
              </a:ext>
            </a:extLst>
          </p:cNvPr>
          <p:cNvSpPr/>
          <p:nvPr/>
        </p:nvSpPr>
        <p:spPr>
          <a:xfrm>
            <a:off x="2488562" y="3393439"/>
            <a:ext cx="611584" cy="310391"/>
          </a:xfrm>
          <a:prstGeom prst="rect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3" name="Rechteck 82">
            <a:extLst>
              <a:ext uri="{FF2B5EF4-FFF2-40B4-BE49-F238E27FC236}">
                <a16:creationId xmlns:a16="http://schemas.microsoft.com/office/drawing/2014/main" id="{AF6C007C-935C-487B-8461-67F3CF1C5C33}"/>
              </a:ext>
            </a:extLst>
          </p:cNvPr>
          <p:cNvSpPr/>
          <p:nvPr/>
        </p:nvSpPr>
        <p:spPr>
          <a:xfrm>
            <a:off x="4279335" y="3393438"/>
            <a:ext cx="611584" cy="310391"/>
          </a:xfrm>
          <a:prstGeom prst="rect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4" name="Gleichschenkliges Dreieck 83">
            <a:extLst>
              <a:ext uri="{FF2B5EF4-FFF2-40B4-BE49-F238E27FC236}">
                <a16:creationId xmlns:a16="http://schemas.microsoft.com/office/drawing/2014/main" id="{7585BC1F-E0C5-4BB4-9B8D-B913E6CB6FFB}"/>
              </a:ext>
            </a:extLst>
          </p:cNvPr>
          <p:cNvSpPr/>
          <p:nvPr/>
        </p:nvSpPr>
        <p:spPr>
          <a:xfrm rot="16200000">
            <a:off x="3984245" y="3410529"/>
            <a:ext cx="311787" cy="272019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5" name="Rechteck 84">
            <a:extLst>
              <a:ext uri="{FF2B5EF4-FFF2-40B4-BE49-F238E27FC236}">
                <a16:creationId xmlns:a16="http://schemas.microsoft.com/office/drawing/2014/main" id="{68D14BE3-1259-4098-91EE-5C93F2941771}"/>
              </a:ext>
            </a:extLst>
          </p:cNvPr>
          <p:cNvSpPr/>
          <p:nvPr/>
        </p:nvSpPr>
        <p:spPr>
          <a:xfrm>
            <a:off x="4892900" y="3392042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4"/>
              </a:gs>
              <a:gs pos="83000">
                <a:schemeClr val="accent4"/>
              </a:gs>
              <a:gs pos="100000">
                <a:schemeClr val="accent4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6" name="Rechteck 85">
            <a:extLst>
              <a:ext uri="{FF2B5EF4-FFF2-40B4-BE49-F238E27FC236}">
                <a16:creationId xmlns:a16="http://schemas.microsoft.com/office/drawing/2014/main" id="{DA64BE01-5ED0-42E1-AA6B-D31BC262E6A4}"/>
              </a:ext>
            </a:extLst>
          </p:cNvPr>
          <p:cNvSpPr/>
          <p:nvPr/>
        </p:nvSpPr>
        <p:spPr>
          <a:xfrm>
            <a:off x="5872488" y="3394738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4"/>
              </a:gs>
              <a:gs pos="83000">
                <a:schemeClr val="accent4"/>
              </a:gs>
              <a:gs pos="100000">
                <a:schemeClr val="accent4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Gleichschenkliges Dreieck 86">
            <a:extLst>
              <a:ext uri="{FF2B5EF4-FFF2-40B4-BE49-F238E27FC236}">
                <a16:creationId xmlns:a16="http://schemas.microsoft.com/office/drawing/2014/main" id="{05D175BB-0CB8-49A3-AE27-F4E32107B5E4}"/>
              </a:ext>
            </a:extLst>
          </p:cNvPr>
          <p:cNvSpPr/>
          <p:nvPr/>
        </p:nvSpPr>
        <p:spPr>
          <a:xfrm rot="5400000">
            <a:off x="6246267" y="3411926"/>
            <a:ext cx="311787" cy="272019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8" name="Rechteck 87">
            <a:extLst>
              <a:ext uri="{FF2B5EF4-FFF2-40B4-BE49-F238E27FC236}">
                <a16:creationId xmlns:a16="http://schemas.microsoft.com/office/drawing/2014/main" id="{4F0295BD-79AD-4BE2-8CA6-81A8DAAEF6F1}"/>
              </a:ext>
            </a:extLst>
          </p:cNvPr>
          <p:cNvSpPr/>
          <p:nvPr/>
        </p:nvSpPr>
        <p:spPr>
          <a:xfrm>
            <a:off x="5281595" y="3392042"/>
            <a:ext cx="611584" cy="310391"/>
          </a:xfrm>
          <a:prstGeom prst="rect">
            <a:avLst/>
          </a:prstGeom>
          <a:solidFill>
            <a:schemeClr val="accent4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9" name="Rechteck 88">
            <a:extLst>
              <a:ext uri="{FF2B5EF4-FFF2-40B4-BE49-F238E27FC236}">
                <a16:creationId xmlns:a16="http://schemas.microsoft.com/office/drawing/2014/main" id="{7B5F77D3-2E98-4ACE-8E3B-A28AE40DCB0B}"/>
              </a:ext>
            </a:extLst>
          </p:cNvPr>
          <p:cNvSpPr/>
          <p:nvPr/>
        </p:nvSpPr>
        <p:spPr>
          <a:xfrm>
            <a:off x="6894281" y="3404512"/>
            <a:ext cx="611584" cy="310391"/>
          </a:xfrm>
          <a:prstGeom prst="rect">
            <a:avLst/>
          </a:prstGeom>
          <a:solidFill>
            <a:schemeClr val="accent4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" name="Gleichschenkliges Dreieck 89">
            <a:extLst>
              <a:ext uri="{FF2B5EF4-FFF2-40B4-BE49-F238E27FC236}">
                <a16:creationId xmlns:a16="http://schemas.microsoft.com/office/drawing/2014/main" id="{47C42F2D-0DF0-4E44-8750-2D8890BA11BE}"/>
              </a:ext>
            </a:extLst>
          </p:cNvPr>
          <p:cNvSpPr/>
          <p:nvPr/>
        </p:nvSpPr>
        <p:spPr>
          <a:xfrm rot="16200000">
            <a:off x="6599191" y="3421603"/>
            <a:ext cx="311787" cy="272019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2" name="Rechteck 91">
            <a:extLst>
              <a:ext uri="{FF2B5EF4-FFF2-40B4-BE49-F238E27FC236}">
                <a16:creationId xmlns:a16="http://schemas.microsoft.com/office/drawing/2014/main" id="{911CEFC1-13F3-4E1F-B40A-6AB9EF3F4554}"/>
              </a:ext>
            </a:extLst>
          </p:cNvPr>
          <p:cNvSpPr/>
          <p:nvPr/>
        </p:nvSpPr>
        <p:spPr>
          <a:xfrm>
            <a:off x="8503451" y="3401718"/>
            <a:ext cx="382321" cy="311788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4"/>
              </a:gs>
              <a:gs pos="83000">
                <a:schemeClr val="accent4"/>
              </a:gs>
              <a:gs pos="100000">
                <a:schemeClr val="accent4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4" name="Rechteck 93">
            <a:extLst>
              <a:ext uri="{FF2B5EF4-FFF2-40B4-BE49-F238E27FC236}">
                <a16:creationId xmlns:a16="http://schemas.microsoft.com/office/drawing/2014/main" id="{FF60428E-67BA-4D04-A39E-C213947E046D}"/>
              </a:ext>
            </a:extLst>
          </p:cNvPr>
          <p:cNvSpPr/>
          <p:nvPr/>
        </p:nvSpPr>
        <p:spPr>
          <a:xfrm>
            <a:off x="7896541" y="3403116"/>
            <a:ext cx="611584" cy="310391"/>
          </a:xfrm>
          <a:prstGeom prst="rect">
            <a:avLst/>
          </a:prstGeom>
          <a:solidFill>
            <a:schemeClr val="accent4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5" name="Rechteck 94">
            <a:extLst>
              <a:ext uri="{FF2B5EF4-FFF2-40B4-BE49-F238E27FC236}">
                <a16:creationId xmlns:a16="http://schemas.microsoft.com/office/drawing/2014/main" id="{08C2B1A6-7307-4E1A-97C2-AAA6210847B1}"/>
              </a:ext>
            </a:extLst>
          </p:cNvPr>
          <p:cNvSpPr/>
          <p:nvPr/>
        </p:nvSpPr>
        <p:spPr>
          <a:xfrm>
            <a:off x="840349" y="4268188"/>
            <a:ext cx="611584" cy="310391"/>
          </a:xfrm>
          <a:prstGeom prst="rect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6" name="Gleichschenkliges Dreieck 95">
            <a:extLst>
              <a:ext uri="{FF2B5EF4-FFF2-40B4-BE49-F238E27FC236}">
                <a16:creationId xmlns:a16="http://schemas.microsoft.com/office/drawing/2014/main" id="{E3DECD5E-6128-4AF1-8034-704A3FC81B52}"/>
              </a:ext>
            </a:extLst>
          </p:cNvPr>
          <p:cNvSpPr/>
          <p:nvPr/>
        </p:nvSpPr>
        <p:spPr>
          <a:xfrm rot="16200000">
            <a:off x="545259" y="4285279"/>
            <a:ext cx="311787" cy="272019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7" name="Rechteck 96">
            <a:extLst>
              <a:ext uri="{FF2B5EF4-FFF2-40B4-BE49-F238E27FC236}">
                <a16:creationId xmlns:a16="http://schemas.microsoft.com/office/drawing/2014/main" id="{70153C28-1935-463A-A23F-1E52A1052A08}"/>
              </a:ext>
            </a:extLst>
          </p:cNvPr>
          <p:cNvSpPr/>
          <p:nvPr/>
        </p:nvSpPr>
        <p:spPr>
          <a:xfrm>
            <a:off x="1453914" y="4266792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1"/>
              </a:gs>
              <a:gs pos="83000">
                <a:schemeClr val="accent1"/>
              </a:gs>
              <a:gs pos="100000">
                <a:schemeClr val="accent1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8" name="Rechteck 97">
            <a:extLst>
              <a:ext uri="{FF2B5EF4-FFF2-40B4-BE49-F238E27FC236}">
                <a16:creationId xmlns:a16="http://schemas.microsoft.com/office/drawing/2014/main" id="{CE2FDC3F-FC2C-46EA-8341-533812F1826A}"/>
              </a:ext>
            </a:extLst>
          </p:cNvPr>
          <p:cNvSpPr/>
          <p:nvPr/>
        </p:nvSpPr>
        <p:spPr>
          <a:xfrm>
            <a:off x="2433502" y="4269488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1"/>
              </a:gs>
              <a:gs pos="83000">
                <a:schemeClr val="accent1"/>
              </a:gs>
              <a:gs pos="100000">
                <a:schemeClr val="accent1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9" name="Gleichschenkliges Dreieck 98">
            <a:extLst>
              <a:ext uri="{FF2B5EF4-FFF2-40B4-BE49-F238E27FC236}">
                <a16:creationId xmlns:a16="http://schemas.microsoft.com/office/drawing/2014/main" id="{71E8D6EB-33A3-4862-9249-BF13FD008B1A}"/>
              </a:ext>
            </a:extLst>
          </p:cNvPr>
          <p:cNvSpPr/>
          <p:nvPr/>
        </p:nvSpPr>
        <p:spPr>
          <a:xfrm rot="5400000">
            <a:off x="2807281" y="4286676"/>
            <a:ext cx="311787" cy="272019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0" name="Rechteck 99">
            <a:extLst>
              <a:ext uri="{FF2B5EF4-FFF2-40B4-BE49-F238E27FC236}">
                <a16:creationId xmlns:a16="http://schemas.microsoft.com/office/drawing/2014/main" id="{843F6797-0851-4C0A-B53F-84BD5E558DFF}"/>
              </a:ext>
            </a:extLst>
          </p:cNvPr>
          <p:cNvSpPr/>
          <p:nvPr/>
        </p:nvSpPr>
        <p:spPr>
          <a:xfrm>
            <a:off x="1842609" y="4266792"/>
            <a:ext cx="611584" cy="310391"/>
          </a:xfrm>
          <a:prstGeom prst="rect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7" name="Rechteck 106">
            <a:extLst>
              <a:ext uri="{FF2B5EF4-FFF2-40B4-BE49-F238E27FC236}">
                <a16:creationId xmlns:a16="http://schemas.microsoft.com/office/drawing/2014/main" id="{451B26F7-1B5C-4870-BDF5-F981F665A540}"/>
              </a:ext>
            </a:extLst>
          </p:cNvPr>
          <p:cNvSpPr/>
          <p:nvPr/>
        </p:nvSpPr>
        <p:spPr>
          <a:xfrm>
            <a:off x="4923894" y="4277340"/>
            <a:ext cx="611584" cy="310391"/>
          </a:xfrm>
          <a:prstGeom prst="rect">
            <a:avLst/>
          </a:prstGeom>
          <a:solidFill>
            <a:schemeClr val="accent4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8" name="Gleichschenkliges Dreieck 107">
            <a:extLst>
              <a:ext uri="{FF2B5EF4-FFF2-40B4-BE49-F238E27FC236}">
                <a16:creationId xmlns:a16="http://schemas.microsoft.com/office/drawing/2014/main" id="{4640A9CB-4903-4F2C-8C5E-1EA4E1F7C1A8}"/>
              </a:ext>
            </a:extLst>
          </p:cNvPr>
          <p:cNvSpPr/>
          <p:nvPr/>
        </p:nvSpPr>
        <p:spPr>
          <a:xfrm rot="16200000">
            <a:off x="4628804" y="4294431"/>
            <a:ext cx="311787" cy="272019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0" name="Rechteck 109">
            <a:extLst>
              <a:ext uri="{FF2B5EF4-FFF2-40B4-BE49-F238E27FC236}">
                <a16:creationId xmlns:a16="http://schemas.microsoft.com/office/drawing/2014/main" id="{211BA527-8FDF-40FA-B3DB-FFD3D57238FD}"/>
              </a:ext>
            </a:extLst>
          </p:cNvPr>
          <p:cNvSpPr/>
          <p:nvPr/>
        </p:nvSpPr>
        <p:spPr>
          <a:xfrm>
            <a:off x="6533064" y="4274548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4"/>
              </a:gs>
              <a:gs pos="83000">
                <a:schemeClr val="accent4"/>
              </a:gs>
              <a:gs pos="100000">
                <a:schemeClr val="accent4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2" name="Rechteck 111">
            <a:extLst>
              <a:ext uri="{FF2B5EF4-FFF2-40B4-BE49-F238E27FC236}">
                <a16:creationId xmlns:a16="http://schemas.microsoft.com/office/drawing/2014/main" id="{9DA63769-A9B7-4A46-A5A4-C52F98D6F351}"/>
              </a:ext>
            </a:extLst>
          </p:cNvPr>
          <p:cNvSpPr/>
          <p:nvPr/>
        </p:nvSpPr>
        <p:spPr>
          <a:xfrm>
            <a:off x="5926154" y="4275944"/>
            <a:ext cx="611584" cy="310391"/>
          </a:xfrm>
          <a:prstGeom prst="rect">
            <a:avLst/>
          </a:prstGeom>
          <a:solidFill>
            <a:schemeClr val="accent4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4" name="Gerader Verbinder 113">
            <a:extLst>
              <a:ext uri="{FF2B5EF4-FFF2-40B4-BE49-F238E27FC236}">
                <a16:creationId xmlns:a16="http://schemas.microsoft.com/office/drawing/2014/main" id="{98FDB94A-16B7-45BC-BA0D-006B1BE6A3E3}"/>
              </a:ext>
            </a:extLst>
          </p:cNvPr>
          <p:cNvCxnSpPr>
            <a:cxnSpLocks/>
          </p:cNvCxnSpPr>
          <p:nvPr/>
        </p:nvCxnSpPr>
        <p:spPr>
          <a:xfrm>
            <a:off x="4509843" y="536895"/>
            <a:ext cx="55226" cy="448811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feld 115">
            <a:extLst>
              <a:ext uri="{FF2B5EF4-FFF2-40B4-BE49-F238E27FC236}">
                <a16:creationId xmlns:a16="http://schemas.microsoft.com/office/drawing/2014/main" id="{F1578CC4-9209-4341-B689-7BA2EEAA4CCF}"/>
              </a:ext>
            </a:extLst>
          </p:cNvPr>
          <p:cNvSpPr txBox="1"/>
          <p:nvPr/>
        </p:nvSpPr>
        <p:spPr>
          <a:xfrm>
            <a:off x="4208741" y="16347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0:00</a:t>
            </a:r>
          </a:p>
        </p:txBody>
      </p:sp>
      <p:sp>
        <p:nvSpPr>
          <p:cNvPr id="117" name="Textfeld 116">
            <a:extLst>
              <a:ext uri="{FF2B5EF4-FFF2-40B4-BE49-F238E27FC236}">
                <a16:creationId xmlns:a16="http://schemas.microsoft.com/office/drawing/2014/main" id="{E5887A07-7BE2-4E01-BA4D-0EC8663A6584}"/>
              </a:ext>
            </a:extLst>
          </p:cNvPr>
          <p:cNvSpPr txBox="1"/>
          <p:nvPr/>
        </p:nvSpPr>
        <p:spPr>
          <a:xfrm>
            <a:off x="1464286" y="236558"/>
            <a:ext cx="419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RT</a:t>
            </a: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A07A5DA2-64CD-4CB2-BFBB-A1D8E49FD4F7}"/>
              </a:ext>
            </a:extLst>
          </p:cNvPr>
          <p:cNvSpPr txBox="1"/>
          <p:nvPr/>
        </p:nvSpPr>
        <p:spPr>
          <a:xfrm>
            <a:off x="6118078" y="229724"/>
            <a:ext cx="652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RT+1</a:t>
            </a:r>
          </a:p>
        </p:txBody>
      </p:sp>
      <p:sp>
        <p:nvSpPr>
          <p:cNvPr id="119" name="Textfeld 118">
            <a:extLst>
              <a:ext uri="{FF2B5EF4-FFF2-40B4-BE49-F238E27FC236}">
                <a16:creationId xmlns:a16="http://schemas.microsoft.com/office/drawing/2014/main" id="{8CFBE536-BE41-4320-858A-B5A7375C7B35}"/>
              </a:ext>
            </a:extLst>
          </p:cNvPr>
          <p:cNvSpPr txBox="1"/>
          <p:nvPr/>
        </p:nvSpPr>
        <p:spPr>
          <a:xfrm>
            <a:off x="7898632" y="2110248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…</a:t>
            </a:r>
          </a:p>
        </p:txBody>
      </p:sp>
      <p:sp>
        <p:nvSpPr>
          <p:cNvPr id="121" name="Textfeld 120">
            <a:extLst>
              <a:ext uri="{FF2B5EF4-FFF2-40B4-BE49-F238E27FC236}">
                <a16:creationId xmlns:a16="http://schemas.microsoft.com/office/drawing/2014/main" id="{124B1E36-03D2-425E-9491-94D7529CD307}"/>
              </a:ext>
            </a:extLst>
          </p:cNvPr>
          <p:cNvSpPr txBox="1"/>
          <p:nvPr/>
        </p:nvSpPr>
        <p:spPr>
          <a:xfrm>
            <a:off x="8446928" y="1185385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…</a:t>
            </a:r>
          </a:p>
        </p:txBody>
      </p:sp>
      <p:sp>
        <p:nvSpPr>
          <p:cNvPr id="122" name="Textfeld 121">
            <a:extLst>
              <a:ext uri="{FF2B5EF4-FFF2-40B4-BE49-F238E27FC236}">
                <a16:creationId xmlns:a16="http://schemas.microsoft.com/office/drawing/2014/main" id="{46F5D4DD-AD24-4E86-AE7C-C82FD17CDF35}"/>
              </a:ext>
            </a:extLst>
          </p:cNvPr>
          <p:cNvSpPr txBox="1"/>
          <p:nvPr/>
        </p:nvSpPr>
        <p:spPr>
          <a:xfrm>
            <a:off x="7047749" y="427454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…</a:t>
            </a:r>
          </a:p>
        </p:txBody>
      </p:sp>
      <p:sp>
        <p:nvSpPr>
          <p:cNvPr id="123" name="Textfeld 122">
            <a:extLst>
              <a:ext uri="{FF2B5EF4-FFF2-40B4-BE49-F238E27FC236}">
                <a16:creationId xmlns:a16="http://schemas.microsoft.com/office/drawing/2014/main" id="{55FA7A6C-D917-4633-B0B5-9A57A842E312}"/>
              </a:ext>
            </a:extLst>
          </p:cNvPr>
          <p:cNvSpPr txBox="1"/>
          <p:nvPr/>
        </p:nvSpPr>
        <p:spPr>
          <a:xfrm>
            <a:off x="8843260" y="343083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…</a:t>
            </a: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71DA86EB-207C-466F-A166-022E646B910E}"/>
              </a:ext>
            </a:extLst>
          </p:cNvPr>
          <p:cNvSpPr/>
          <p:nvPr/>
        </p:nvSpPr>
        <p:spPr>
          <a:xfrm>
            <a:off x="7499703" y="3403335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4"/>
              </a:gs>
              <a:gs pos="83000">
                <a:schemeClr val="accent4"/>
              </a:gs>
              <a:gs pos="100000">
                <a:schemeClr val="accent4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5" name="Rechteck 74">
            <a:extLst>
              <a:ext uri="{FF2B5EF4-FFF2-40B4-BE49-F238E27FC236}">
                <a16:creationId xmlns:a16="http://schemas.microsoft.com/office/drawing/2014/main" id="{C043489B-2DDC-4A4C-981A-EA047381E522}"/>
              </a:ext>
            </a:extLst>
          </p:cNvPr>
          <p:cNvSpPr/>
          <p:nvPr/>
        </p:nvSpPr>
        <p:spPr>
          <a:xfrm>
            <a:off x="5536434" y="4278725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4"/>
              </a:gs>
              <a:gs pos="83000">
                <a:schemeClr val="accent4"/>
              </a:gs>
              <a:gs pos="100000">
                <a:schemeClr val="accent4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0523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feld 29">
            <a:extLst>
              <a:ext uri="{FF2B5EF4-FFF2-40B4-BE49-F238E27FC236}">
                <a16:creationId xmlns:a16="http://schemas.microsoft.com/office/drawing/2014/main" id="{0BB013C4-8177-424E-A8DC-D6448F6BBF8D}"/>
              </a:ext>
            </a:extLst>
          </p:cNvPr>
          <p:cNvSpPr txBox="1"/>
          <p:nvPr/>
        </p:nvSpPr>
        <p:spPr>
          <a:xfrm>
            <a:off x="-8389" y="1124125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F1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6475E7AE-FB35-4E91-BD44-C7D81DFE10E9}"/>
              </a:ext>
            </a:extLst>
          </p:cNvPr>
          <p:cNvSpPr/>
          <p:nvPr/>
        </p:nvSpPr>
        <p:spPr>
          <a:xfrm>
            <a:off x="3511976" y="1173388"/>
            <a:ext cx="611584" cy="310391"/>
          </a:xfrm>
          <a:prstGeom prst="rect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Gleichschenkliges Dreieck 44">
            <a:extLst>
              <a:ext uri="{FF2B5EF4-FFF2-40B4-BE49-F238E27FC236}">
                <a16:creationId xmlns:a16="http://schemas.microsoft.com/office/drawing/2014/main" id="{6859DD4B-B008-4E0E-8DEA-202A4EADF299}"/>
              </a:ext>
            </a:extLst>
          </p:cNvPr>
          <p:cNvSpPr/>
          <p:nvPr/>
        </p:nvSpPr>
        <p:spPr>
          <a:xfrm rot="16200000">
            <a:off x="3216886" y="1190479"/>
            <a:ext cx="311787" cy="272019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2F5B77B5-34B2-4DEA-9F98-8FE5BD403043}"/>
              </a:ext>
            </a:extLst>
          </p:cNvPr>
          <p:cNvSpPr/>
          <p:nvPr/>
        </p:nvSpPr>
        <p:spPr>
          <a:xfrm>
            <a:off x="4125541" y="1171992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1"/>
              </a:gs>
              <a:gs pos="83000">
                <a:schemeClr val="accent1"/>
              </a:gs>
              <a:gs pos="100000">
                <a:schemeClr val="accent1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02148B14-FD7F-4ADF-BBC0-9B9564FE8889}"/>
              </a:ext>
            </a:extLst>
          </p:cNvPr>
          <p:cNvSpPr/>
          <p:nvPr/>
        </p:nvSpPr>
        <p:spPr>
          <a:xfrm>
            <a:off x="5105129" y="1174688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4"/>
              </a:gs>
              <a:gs pos="83000">
                <a:schemeClr val="accent4"/>
              </a:gs>
              <a:gs pos="100000">
                <a:schemeClr val="accent4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Gleichschenkliges Dreieck 47">
            <a:extLst>
              <a:ext uri="{FF2B5EF4-FFF2-40B4-BE49-F238E27FC236}">
                <a16:creationId xmlns:a16="http://schemas.microsoft.com/office/drawing/2014/main" id="{DAA920BB-97D0-412A-81C4-159A389290A8}"/>
              </a:ext>
            </a:extLst>
          </p:cNvPr>
          <p:cNvSpPr/>
          <p:nvPr/>
        </p:nvSpPr>
        <p:spPr>
          <a:xfrm rot="5400000">
            <a:off x="5478908" y="1191876"/>
            <a:ext cx="311787" cy="272019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F00C3838-F293-413A-BDA3-59B5E89B60AE}"/>
              </a:ext>
            </a:extLst>
          </p:cNvPr>
          <p:cNvSpPr/>
          <p:nvPr/>
        </p:nvSpPr>
        <p:spPr>
          <a:xfrm>
            <a:off x="4514236" y="1171992"/>
            <a:ext cx="611584" cy="310391"/>
          </a:xfrm>
          <a:prstGeom prst="rect">
            <a:avLst/>
          </a:prstGeom>
          <a:solidFill>
            <a:schemeClr val="accent4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566E5E64-13CC-40E4-B311-982A0A6F137F}"/>
              </a:ext>
            </a:extLst>
          </p:cNvPr>
          <p:cNvSpPr/>
          <p:nvPr/>
        </p:nvSpPr>
        <p:spPr>
          <a:xfrm>
            <a:off x="6286313" y="1184462"/>
            <a:ext cx="611584" cy="310391"/>
          </a:xfrm>
          <a:prstGeom prst="rect">
            <a:avLst/>
          </a:prstGeom>
          <a:solidFill>
            <a:schemeClr val="accent4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Gleichschenkliges Dreieck 50">
            <a:extLst>
              <a:ext uri="{FF2B5EF4-FFF2-40B4-BE49-F238E27FC236}">
                <a16:creationId xmlns:a16="http://schemas.microsoft.com/office/drawing/2014/main" id="{CF214DA5-53A2-4F14-A66B-2B16569DE003}"/>
              </a:ext>
            </a:extLst>
          </p:cNvPr>
          <p:cNvSpPr/>
          <p:nvPr/>
        </p:nvSpPr>
        <p:spPr>
          <a:xfrm rot="16200000">
            <a:off x="5991223" y="1201553"/>
            <a:ext cx="311787" cy="272019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017D0BB5-9347-4875-961D-B0A9F3E709CC}"/>
              </a:ext>
            </a:extLst>
          </p:cNvPr>
          <p:cNvSpPr/>
          <p:nvPr/>
        </p:nvSpPr>
        <p:spPr>
          <a:xfrm>
            <a:off x="6899878" y="1183066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4"/>
              </a:gs>
              <a:gs pos="83000">
                <a:schemeClr val="accent4"/>
              </a:gs>
              <a:gs pos="100000">
                <a:schemeClr val="accent4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01A214AE-4CEB-440A-A790-E8CD46D4033C}"/>
              </a:ext>
            </a:extLst>
          </p:cNvPr>
          <p:cNvSpPr/>
          <p:nvPr/>
        </p:nvSpPr>
        <p:spPr>
          <a:xfrm>
            <a:off x="7895483" y="1181670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4"/>
              </a:gs>
              <a:gs pos="83000">
                <a:schemeClr val="accent4"/>
              </a:gs>
              <a:gs pos="100000">
                <a:schemeClr val="accent4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2D63D7F3-E7C0-4F22-9028-A6F4E6F0B594}"/>
              </a:ext>
            </a:extLst>
          </p:cNvPr>
          <p:cNvSpPr/>
          <p:nvPr/>
        </p:nvSpPr>
        <p:spPr>
          <a:xfrm>
            <a:off x="7288573" y="1183066"/>
            <a:ext cx="611584" cy="310391"/>
          </a:xfrm>
          <a:prstGeom prst="rect">
            <a:avLst/>
          </a:prstGeom>
          <a:solidFill>
            <a:schemeClr val="accent4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28F31EB1-C53D-4427-9117-D3C64C636306}"/>
              </a:ext>
            </a:extLst>
          </p:cNvPr>
          <p:cNvSpPr txBox="1"/>
          <p:nvPr/>
        </p:nvSpPr>
        <p:spPr>
          <a:xfrm>
            <a:off x="-8389" y="2107036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F2</a:t>
            </a:r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819D5CD3-9A16-48A7-8D40-E0BFD149BC59}"/>
              </a:ext>
            </a:extLst>
          </p:cNvPr>
          <p:cNvSpPr txBox="1"/>
          <p:nvPr/>
        </p:nvSpPr>
        <p:spPr>
          <a:xfrm>
            <a:off x="-8389" y="4221496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F4</a:t>
            </a: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0BF6BEEC-5887-4C9E-84FE-393D06EF681A}"/>
              </a:ext>
            </a:extLst>
          </p:cNvPr>
          <p:cNvSpPr txBox="1"/>
          <p:nvPr/>
        </p:nvSpPr>
        <p:spPr>
          <a:xfrm>
            <a:off x="-8389" y="3466270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F3</a:t>
            </a: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6B78E704-03EA-4CD2-BB26-9B085ADE66E6}"/>
              </a:ext>
            </a:extLst>
          </p:cNvPr>
          <p:cNvSpPr/>
          <p:nvPr/>
        </p:nvSpPr>
        <p:spPr>
          <a:xfrm>
            <a:off x="2728267" y="2137562"/>
            <a:ext cx="611584" cy="310391"/>
          </a:xfrm>
          <a:prstGeom prst="rect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Gleichschenkliges Dreieck 59">
            <a:extLst>
              <a:ext uri="{FF2B5EF4-FFF2-40B4-BE49-F238E27FC236}">
                <a16:creationId xmlns:a16="http://schemas.microsoft.com/office/drawing/2014/main" id="{D5F45400-11DE-45EF-B668-637710904B0F}"/>
              </a:ext>
            </a:extLst>
          </p:cNvPr>
          <p:cNvSpPr/>
          <p:nvPr/>
        </p:nvSpPr>
        <p:spPr>
          <a:xfrm rot="16200000">
            <a:off x="2433177" y="2154653"/>
            <a:ext cx="311787" cy="272019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E29DCDA9-90CC-42FD-AA78-F3F47C6EB352}"/>
              </a:ext>
            </a:extLst>
          </p:cNvPr>
          <p:cNvSpPr/>
          <p:nvPr/>
        </p:nvSpPr>
        <p:spPr>
          <a:xfrm>
            <a:off x="3341832" y="2136166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1"/>
              </a:gs>
              <a:gs pos="83000">
                <a:schemeClr val="accent1"/>
              </a:gs>
              <a:gs pos="100000">
                <a:schemeClr val="accent1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0B982299-F8A0-4440-A461-44BE5A44707A}"/>
              </a:ext>
            </a:extLst>
          </p:cNvPr>
          <p:cNvSpPr/>
          <p:nvPr/>
        </p:nvSpPr>
        <p:spPr>
          <a:xfrm>
            <a:off x="4321420" y="2138862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1"/>
              </a:gs>
              <a:gs pos="83000">
                <a:schemeClr val="accent1"/>
              </a:gs>
              <a:gs pos="100000">
                <a:schemeClr val="accent1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EC40E2C5-0493-4C95-903E-C58D00864682}"/>
              </a:ext>
            </a:extLst>
          </p:cNvPr>
          <p:cNvSpPr/>
          <p:nvPr/>
        </p:nvSpPr>
        <p:spPr>
          <a:xfrm>
            <a:off x="3730527" y="2136166"/>
            <a:ext cx="611584" cy="310391"/>
          </a:xfrm>
          <a:prstGeom prst="rect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C7BD4C75-7D47-46BB-8B19-3B5B9866EBA6}"/>
              </a:ext>
            </a:extLst>
          </p:cNvPr>
          <p:cNvSpPr/>
          <p:nvPr/>
        </p:nvSpPr>
        <p:spPr>
          <a:xfrm>
            <a:off x="4694884" y="2141558"/>
            <a:ext cx="611584" cy="309090"/>
          </a:xfrm>
          <a:prstGeom prst="rect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3" name="Rechteck 72">
            <a:extLst>
              <a:ext uri="{FF2B5EF4-FFF2-40B4-BE49-F238E27FC236}">
                <a16:creationId xmlns:a16="http://schemas.microsoft.com/office/drawing/2014/main" id="{D85DFA08-F473-4DDB-8C38-D098D854DEBC}"/>
              </a:ext>
            </a:extLst>
          </p:cNvPr>
          <p:cNvSpPr/>
          <p:nvPr/>
        </p:nvSpPr>
        <p:spPr>
          <a:xfrm>
            <a:off x="5287581" y="2136790"/>
            <a:ext cx="350227" cy="307744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4"/>
              </a:gs>
              <a:gs pos="83000">
                <a:schemeClr val="accent4"/>
              </a:gs>
              <a:gs pos="100000">
                <a:schemeClr val="accent4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1B37EBB0-72B3-428F-9A9E-12E9849C85FB}"/>
              </a:ext>
            </a:extLst>
          </p:cNvPr>
          <p:cNvSpPr/>
          <p:nvPr/>
        </p:nvSpPr>
        <p:spPr>
          <a:xfrm>
            <a:off x="6251325" y="2130573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4"/>
              </a:gs>
              <a:gs pos="83000">
                <a:schemeClr val="accent4"/>
              </a:gs>
              <a:gs pos="100000">
                <a:schemeClr val="accent4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C1B0F792-BD25-4270-829A-C921E589EC3A}"/>
              </a:ext>
            </a:extLst>
          </p:cNvPr>
          <p:cNvSpPr/>
          <p:nvPr/>
        </p:nvSpPr>
        <p:spPr>
          <a:xfrm>
            <a:off x="5644415" y="2131969"/>
            <a:ext cx="611584" cy="310391"/>
          </a:xfrm>
          <a:prstGeom prst="rect">
            <a:avLst/>
          </a:prstGeom>
          <a:solidFill>
            <a:schemeClr val="accent4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3" name="Rechteck 82">
            <a:extLst>
              <a:ext uri="{FF2B5EF4-FFF2-40B4-BE49-F238E27FC236}">
                <a16:creationId xmlns:a16="http://schemas.microsoft.com/office/drawing/2014/main" id="{AF6C007C-935C-487B-8461-67F3CF1C5C33}"/>
              </a:ext>
            </a:extLst>
          </p:cNvPr>
          <p:cNvSpPr/>
          <p:nvPr/>
        </p:nvSpPr>
        <p:spPr>
          <a:xfrm>
            <a:off x="4279335" y="3393438"/>
            <a:ext cx="611584" cy="310391"/>
          </a:xfrm>
          <a:prstGeom prst="rect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4" name="Gleichschenkliges Dreieck 83">
            <a:extLst>
              <a:ext uri="{FF2B5EF4-FFF2-40B4-BE49-F238E27FC236}">
                <a16:creationId xmlns:a16="http://schemas.microsoft.com/office/drawing/2014/main" id="{7585BC1F-E0C5-4BB4-9B8D-B913E6CB6FFB}"/>
              </a:ext>
            </a:extLst>
          </p:cNvPr>
          <p:cNvSpPr/>
          <p:nvPr/>
        </p:nvSpPr>
        <p:spPr>
          <a:xfrm rot="16200000">
            <a:off x="3984245" y="3410529"/>
            <a:ext cx="311787" cy="272019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5" name="Rechteck 84">
            <a:extLst>
              <a:ext uri="{FF2B5EF4-FFF2-40B4-BE49-F238E27FC236}">
                <a16:creationId xmlns:a16="http://schemas.microsoft.com/office/drawing/2014/main" id="{68D14BE3-1259-4098-91EE-5C93F2941771}"/>
              </a:ext>
            </a:extLst>
          </p:cNvPr>
          <p:cNvSpPr/>
          <p:nvPr/>
        </p:nvSpPr>
        <p:spPr>
          <a:xfrm>
            <a:off x="4892900" y="3392042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4"/>
              </a:gs>
              <a:gs pos="83000">
                <a:schemeClr val="accent4"/>
              </a:gs>
              <a:gs pos="100000">
                <a:schemeClr val="accent4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6" name="Rechteck 85">
            <a:extLst>
              <a:ext uri="{FF2B5EF4-FFF2-40B4-BE49-F238E27FC236}">
                <a16:creationId xmlns:a16="http://schemas.microsoft.com/office/drawing/2014/main" id="{DA64BE01-5ED0-42E1-AA6B-D31BC262E6A4}"/>
              </a:ext>
            </a:extLst>
          </p:cNvPr>
          <p:cNvSpPr/>
          <p:nvPr/>
        </p:nvSpPr>
        <p:spPr>
          <a:xfrm>
            <a:off x="5872488" y="3394738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4"/>
              </a:gs>
              <a:gs pos="83000">
                <a:schemeClr val="accent4"/>
              </a:gs>
              <a:gs pos="100000">
                <a:schemeClr val="accent4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Gleichschenkliges Dreieck 86">
            <a:extLst>
              <a:ext uri="{FF2B5EF4-FFF2-40B4-BE49-F238E27FC236}">
                <a16:creationId xmlns:a16="http://schemas.microsoft.com/office/drawing/2014/main" id="{05D175BB-0CB8-49A3-AE27-F4E32107B5E4}"/>
              </a:ext>
            </a:extLst>
          </p:cNvPr>
          <p:cNvSpPr/>
          <p:nvPr/>
        </p:nvSpPr>
        <p:spPr>
          <a:xfrm rot="5400000">
            <a:off x="6246267" y="3411926"/>
            <a:ext cx="311787" cy="272019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8" name="Rechteck 87">
            <a:extLst>
              <a:ext uri="{FF2B5EF4-FFF2-40B4-BE49-F238E27FC236}">
                <a16:creationId xmlns:a16="http://schemas.microsoft.com/office/drawing/2014/main" id="{4F0295BD-79AD-4BE2-8CA6-81A8DAAEF6F1}"/>
              </a:ext>
            </a:extLst>
          </p:cNvPr>
          <p:cNvSpPr/>
          <p:nvPr/>
        </p:nvSpPr>
        <p:spPr>
          <a:xfrm>
            <a:off x="5281595" y="3392042"/>
            <a:ext cx="611584" cy="310391"/>
          </a:xfrm>
          <a:prstGeom prst="rect">
            <a:avLst/>
          </a:prstGeom>
          <a:solidFill>
            <a:schemeClr val="accent4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9" name="Rechteck 88">
            <a:extLst>
              <a:ext uri="{FF2B5EF4-FFF2-40B4-BE49-F238E27FC236}">
                <a16:creationId xmlns:a16="http://schemas.microsoft.com/office/drawing/2014/main" id="{7B5F77D3-2E98-4ACE-8E3B-A28AE40DCB0B}"/>
              </a:ext>
            </a:extLst>
          </p:cNvPr>
          <p:cNvSpPr/>
          <p:nvPr/>
        </p:nvSpPr>
        <p:spPr>
          <a:xfrm>
            <a:off x="6894281" y="3404512"/>
            <a:ext cx="611584" cy="310391"/>
          </a:xfrm>
          <a:prstGeom prst="rect">
            <a:avLst/>
          </a:prstGeom>
          <a:solidFill>
            <a:schemeClr val="accent4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" name="Gleichschenkliges Dreieck 89">
            <a:extLst>
              <a:ext uri="{FF2B5EF4-FFF2-40B4-BE49-F238E27FC236}">
                <a16:creationId xmlns:a16="http://schemas.microsoft.com/office/drawing/2014/main" id="{47C42F2D-0DF0-4E44-8750-2D8890BA11BE}"/>
              </a:ext>
            </a:extLst>
          </p:cNvPr>
          <p:cNvSpPr/>
          <p:nvPr/>
        </p:nvSpPr>
        <p:spPr>
          <a:xfrm rot="16200000">
            <a:off x="6599191" y="3421603"/>
            <a:ext cx="311787" cy="272019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2" name="Rechteck 91">
            <a:extLst>
              <a:ext uri="{FF2B5EF4-FFF2-40B4-BE49-F238E27FC236}">
                <a16:creationId xmlns:a16="http://schemas.microsoft.com/office/drawing/2014/main" id="{911CEFC1-13F3-4E1F-B40A-6AB9EF3F4554}"/>
              </a:ext>
            </a:extLst>
          </p:cNvPr>
          <p:cNvSpPr/>
          <p:nvPr/>
        </p:nvSpPr>
        <p:spPr>
          <a:xfrm>
            <a:off x="8503451" y="3401718"/>
            <a:ext cx="382321" cy="311788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4"/>
              </a:gs>
              <a:gs pos="83000">
                <a:schemeClr val="accent4"/>
              </a:gs>
              <a:gs pos="100000">
                <a:schemeClr val="accent4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4" name="Rechteck 93">
            <a:extLst>
              <a:ext uri="{FF2B5EF4-FFF2-40B4-BE49-F238E27FC236}">
                <a16:creationId xmlns:a16="http://schemas.microsoft.com/office/drawing/2014/main" id="{FF60428E-67BA-4D04-A39E-C213947E046D}"/>
              </a:ext>
            </a:extLst>
          </p:cNvPr>
          <p:cNvSpPr/>
          <p:nvPr/>
        </p:nvSpPr>
        <p:spPr>
          <a:xfrm>
            <a:off x="7896541" y="3403116"/>
            <a:ext cx="611584" cy="310391"/>
          </a:xfrm>
          <a:prstGeom prst="rect">
            <a:avLst/>
          </a:prstGeom>
          <a:solidFill>
            <a:schemeClr val="accent4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7" name="Rechteck 106">
            <a:extLst>
              <a:ext uri="{FF2B5EF4-FFF2-40B4-BE49-F238E27FC236}">
                <a16:creationId xmlns:a16="http://schemas.microsoft.com/office/drawing/2014/main" id="{451B26F7-1B5C-4870-BDF5-F981F665A540}"/>
              </a:ext>
            </a:extLst>
          </p:cNvPr>
          <p:cNvSpPr/>
          <p:nvPr/>
        </p:nvSpPr>
        <p:spPr>
          <a:xfrm>
            <a:off x="4923894" y="4277340"/>
            <a:ext cx="611584" cy="310391"/>
          </a:xfrm>
          <a:prstGeom prst="rect">
            <a:avLst/>
          </a:prstGeom>
          <a:solidFill>
            <a:schemeClr val="accent4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8" name="Gleichschenkliges Dreieck 107">
            <a:extLst>
              <a:ext uri="{FF2B5EF4-FFF2-40B4-BE49-F238E27FC236}">
                <a16:creationId xmlns:a16="http://schemas.microsoft.com/office/drawing/2014/main" id="{4640A9CB-4903-4F2C-8C5E-1EA4E1F7C1A8}"/>
              </a:ext>
            </a:extLst>
          </p:cNvPr>
          <p:cNvSpPr/>
          <p:nvPr/>
        </p:nvSpPr>
        <p:spPr>
          <a:xfrm rot="16200000">
            <a:off x="4628804" y="4294431"/>
            <a:ext cx="311787" cy="272019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0" name="Rechteck 109">
            <a:extLst>
              <a:ext uri="{FF2B5EF4-FFF2-40B4-BE49-F238E27FC236}">
                <a16:creationId xmlns:a16="http://schemas.microsoft.com/office/drawing/2014/main" id="{211BA527-8FDF-40FA-B3DB-FFD3D57238FD}"/>
              </a:ext>
            </a:extLst>
          </p:cNvPr>
          <p:cNvSpPr/>
          <p:nvPr/>
        </p:nvSpPr>
        <p:spPr>
          <a:xfrm>
            <a:off x="6533064" y="4274548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4"/>
              </a:gs>
              <a:gs pos="83000">
                <a:schemeClr val="accent4"/>
              </a:gs>
              <a:gs pos="100000">
                <a:schemeClr val="accent4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2" name="Rechteck 111">
            <a:extLst>
              <a:ext uri="{FF2B5EF4-FFF2-40B4-BE49-F238E27FC236}">
                <a16:creationId xmlns:a16="http://schemas.microsoft.com/office/drawing/2014/main" id="{9DA63769-A9B7-4A46-A5A4-C52F98D6F351}"/>
              </a:ext>
            </a:extLst>
          </p:cNvPr>
          <p:cNvSpPr/>
          <p:nvPr/>
        </p:nvSpPr>
        <p:spPr>
          <a:xfrm>
            <a:off x="5926154" y="4275944"/>
            <a:ext cx="611584" cy="310391"/>
          </a:xfrm>
          <a:prstGeom prst="rect">
            <a:avLst/>
          </a:prstGeom>
          <a:solidFill>
            <a:schemeClr val="accent4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4" name="Gerader Verbinder 113">
            <a:extLst>
              <a:ext uri="{FF2B5EF4-FFF2-40B4-BE49-F238E27FC236}">
                <a16:creationId xmlns:a16="http://schemas.microsoft.com/office/drawing/2014/main" id="{98FDB94A-16B7-45BC-BA0D-006B1BE6A3E3}"/>
              </a:ext>
            </a:extLst>
          </p:cNvPr>
          <p:cNvCxnSpPr>
            <a:cxnSpLocks/>
          </p:cNvCxnSpPr>
          <p:nvPr/>
        </p:nvCxnSpPr>
        <p:spPr>
          <a:xfrm>
            <a:off x="4509843" y="536895"/>
            <a:ext cx="55226" cy="448811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feld 115">
            <a:extLst>
              <a:ext uri="{FF2B5EF4-FFF2-40B4-BE49-F238E27FC236}">
                <a16:creationId xmlns:a16="http://schemas.microsoft.com/office/drawing/2014/main" id="{F1578CC4-9209-4341-B689-7BA2EEAA4CCF}"/>
              </a:ext>
            </a:extLst>
          </p:cNvPr>
          <p:cNvSpPr txBox="1"/>
          <p:nvPr/>
        </p:nvSpPr>
        <p:spPr>
          <a:xfrm>
            <a:off x="4208741" y="16347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0:00</a:t>
            </a:r>
          </a:p>
        </p:txBody>
      </p:sp>
      <p:sp>
        <p:nvSpPr>
          <p:cNvPr id="117" name="Textfeld 116">
            <a:extLst>
              <a:ext uri="{FF2B5EF4-FFF2-40B4-BE49-F238E27FC236}">
                <a16:creationId xmlns:a16="http://schemas.microsoft.com/office/drawing/2014/main" id="{E5887A07-7BE2-4E01-BA4D-0EC8663A6584}"/>
              </a:ext>
            </a:extLst>
          </p:cNvPr>
          <p:cNvSpPr txBox="1"/>
          <p:nvPr/>
        </p:nvSpPr>
        <p:spPr>
          <a:xfrm>
            <a:off x="5885508" y="304523"/>
            <a:ext cx="4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PP</a:t>
            </a:r>
          </a:p>
        </p:txBody>
      </p:sp>
      <p:sp>
        <p:nvSpPr>
          <p:cNvPr id="119" name="Textfeld 118">
            <a:extLst>
              <a:ext uri="{FF2B5EF4-FFF2-40B4-BE49-F238E27FC236}">
                <a16:creationId xmlns:a16="http://schemas.microsoft.com/office/drawing/2014/main" id="{8CFBE536-BE41-4320-858A-B5A7375C7B35}"/>
              </a:ext>
            </a:extLst>
          </p:cNvPr>
          <p:cNvSpPr txBox="1"/>
          <p:nvPr/>
        </p:nvSpPr>
        <p:spPr>
          <a:xfrm>
            <a:off x="6750116" y="2103861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…</a:t>
            </a:r>
          </a:p>
        </p:txBody>
      </p:sp>
      <p:sp>
        <p:nvSpPr>
          <p:cNvPr id="121" name="Textfeld 120">
            <a:extLst>
              <a:ext uri="{FF2B5EF4-FFF2-40B4-BE49-F238E27FC236}">
                <a16:creationId xmlns:a16="http://schemas.microsoft.com/office/drawing/2014/main" id="{124B1E36-03D2-425E-9491-94D7529CD307}"/>
              </a:ext>
            </a:extLst>
          </p:cNvPr>
          <p:cNvSpPr txBox="1"/>
          <p:nvPr/>
        </p:nvSpPr>
        <p:spPr>
          <a:xfrm>
            <a:off x="8446928" y="1185385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…</a:t>
            </a:r>
          </a:p>
        </p:txBody>
      </p:sp>
      <p:sp>
        <p:nvSpPr>
          <p:cNvPr id="122" name="Textfeld 121">
            <a:extLst>
              <a:ext uri="{FF2B5EF4-FFF2-40B4-BE49-F238E27FC236}">
                <a16:creationId xmlns:a16="http://schemas.microsoft.com/office/drawing/2014/main" id="{46F5D4DD-AD24-4E86-AE7C-C82FD17CDF35}"/>
              </a:ext>
            </a:extLst>
          </p:cNvPr>
          <p:cNvSpPr txBox="1"/>
          <p:nvPr/>
        </p:nvSpPr>
        <p:spPr>
          <a:xfrm>
            <a:off x="7047749" y="427454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…</a:t>
            </a:r>
          </a:p>
        </p:txBody>
      </p:sp>
      <p:sp>
        <p:nvSpPr>
          <p:cNvPr id="123" name="Textfeld 122">
            <a:extLst>
              <a:ext uri="{FF2B5EF4-FFF2-40B4-BE49-F238E27FC236}">
                <a16:creationId xmlns:a16="http://schemas.microsoft.com/office/drawing/2014/main" id="{55FA7A6C-D917-4633-B0B5-9A57A842E312}"/>
              </a:ext>
            </a:extLst>
          </p:cNvPr>
          <p:cNvSpPr txBox="1"/>
          <p:nvPr/>
        </p:nvSpPr>
        <p:spPr>
          <a:xfrm>
            <a:off x="8843260" y="343083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…</a:t>
            </a: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71DA86EB-207C-466F-A166-022E646B910E}"/>
              </a:ext>
            </a:extLst>
          </p:cNvPr>
          <p:cNvSpPr/>
          <p:nvPr/>
        </p:nvSpPr>
        <p:spPr>
          <a:xfrm>
            <a:off x="7499703" y="3403335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4"/>
              </a:gs>
              <a:gs pos="83000">
                <a:schemeClr val="accent4"/>
              </a:gs>
              <a:gs pos="100000">
                <a:schemeClr val="accent4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5" name="Rechteck 74">
            <a:extLst>
              <a:ext uri="{FF2B5EF4-FFF2-40B4-BE49-F238E27FC236}">
                <a16:creationId xmlns:a16="http://schemas.microsoft.com/office/drawing/2014/main" id="{C043489B-2DDC-4A4C-981A-EA047381E522}"/>
              </a:ext>
            </a:extLst>
          </p:cNvPr>
          <p:cNvSpPr/>
          <p:nvPr/>
        </p:nvSpPr>
        <p:spPr>
          <a:xfrm>
            <a:off x="5536434" y="4278725"/>
            <a:ext cx="382321" cy="311786"/>
          </a:xfrm>
          <a:prstGeom prst="rect">
            <a:avLst/>
          </a:prstGeom>
          <a:gradFill>
            <a:gsLst>
              <a:gs pos="31000">
                <a:schemeClr val="bg1"/>
              </a:gs>
              <a:gs pos="74000">
                <a:schemeClr val="accent4"/>
              </a:gs>
              <a:gs pos="83000">
                <a:schemeClr val="accent4"/>
              </a:gs>
              <a:gs pos="100000">
                <a:schemeClr val="accent4"/>
              </a:gs>
            </a:gsLst>
            <a:lin ang="5400000" scaled="1"/>
          </a:gra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1432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Inform">
      <a:dk1>
        <a:srgbClr val="344046"/>
      </a:dk1>
      <a:lt1>
        <a:sysClr val="window" lastClr="FFFFFF"/>
      </a:lt1>
      <a:dk2>
        <a:srgbClr val="5A6E78"/>
      </a:dk2>
      <a:lt2>
        <a:srgbClr val="81A5B6"/>
      </a:lt2>
      <a:accent1>
        <a:srgbClr val="0091A5"/>
      </a:accent1>
      <a:accent2>
        <a:srgbClr val="BECB00"/>
      </a:accent2>
      <a:accent3>
        <a:srgbClr val="F38300"/>
      </a:accent3>
      <a:accent4>
        <a:srgbClr val="C00222"/>
      </a:accent4>
      <a:accent5>
        <a:srgbClr val="3C96D2"/>
      </a:accent5>
      <a:accent6>
        <a:srgbClr val="00546E"/>
      </a:accent6>
      <a:hlink>
        <a:srgbClr val="5A6E78"/>
      </a:hlink>
      <a:folHlink>
        <a:srgbClr val="81A5B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34</Words>
  <Application>Microsoft Office PowerPoint</Application>
  <PresentationFormat>Bildschirmpräsentation (4:3)</PresentationFormat>
  <Paragraphs>32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Stefan Jollet</dc:creator>
  <cp:lastModifiedBy>Stefan Sommer</cp:lastModifiedBy>
  <cp:revision>9</cp:revision>
  <dcterms:created xsi:type="dcterms:W3CDTF">2020-06-19T11:40:43Z</dcterms:created>
  <dcterms:modified xsi:type="dcterms:W3CDTF">2023-04-25T06:29:10Z</dcterms:modified>
</cp:coreProperties>
</file>