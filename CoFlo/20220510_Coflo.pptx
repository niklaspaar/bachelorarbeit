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comments/modernComment_124_8A131E8B.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5" r:id="rId5"/>
  </p:sldMasterIdLst>
  <p:notesMasterIdLst>
    <p:notesMasterId r:id="rId41"/>
  </p:notesMasterIdLst>
  <p:sldIdLst>
    <p:sldId id="256" r:id="rId6"/>
    <p:sldId id="260" r:id="rId7"/>
    <p:sldId id="266" r:id="rId8"/>
    <p:sldId id="258" r:id="rId9"/>
    <p:sldId id="269" r:id="rId10"/>
    <p:sldId id="271" r:id="rId11"/>
    <p:sldId id="273" r:id="rId12"/>
    <p:sldId id="274" r:id="rId13"/>
    <p:sldId id="270" r:id="rId14"/>
    <p:sldId id="275" r:id="rId15"/>
    <p:sldId id="276" r:id="rId16"/>
    <p:sldId id="277" r:id="rId17"/>
    <p:sldId id="278" r:id="rId18"/>
    <p:sldId id="279" r:id="rId19"/>
    <p:sldId id="280" r:id="rId20"/>
    <p:sldId id="272" r:id="rId21"/>
    <p:sldId id="281" r:id="rId22"/>
    <p:sldId id="672" r:id="rId23"/>
    <p:sldId id="283" r:id="rId24"/>
    <p:sldId id="267" r:id="rId25"/>
    <p:sldId id="268"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671" r:id="rId40"/>
  </p:sldIdLst>
  <p:sldSz cx="11520488" cy="6480175"/>
  <p:notesSz cx="6858000" cy="9144000"/>
  <p:defaultTextStyle>
    <a:defPPr>
      <a:defRPr lang="de-DE"/>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D612BF6-C132-46EA-212E-C8968A7CE04D}" name="Timm Ziarnetzky" initials="TZ" userId="S::Timm.Ziarnetzky@inform-software.com::aec35307-a43a-4d63-891b-eec9cbfc423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3904" autoAdjust="0"/>
  </p:normalViewPr>
  <p:slideViewPr>
    <p:cSldViewPr snapToGrid="0" showGuides="1">
      <p:cViewPr>
        <p:scale>
          <a:sx n="100" d="100"/>
          <a:sy n="100" d="100"/>
        </p:scale>
        <p:origin x="1152" y="582"/>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presProps" Target="presProps.xml"/><Relationship Id="rId47" Type="http://schemas.microsoft.com/office/2018/10/relationships/authors" Targe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m Ziarnetzky" userId="aec35307-a43a-4d63-891b-eec9cbfc423f" providerId="ADAL" clId="{EA4146F4-1B7F-4DE2-8CED-541E46BBF44B}"/>
    <pc:docChg chg="undo custSel addSld delSld modSld sldOrd">
      <pc:chgData name="Timm Ziarnetzky" userId="aec35307-a43a-4d63-891b-eec9cbfc423f" providerId="ADAL" clId="{EA4146F4-1B7F-4DE2-8CED-541E46BBF44B}" dt="2022-05-10T12:09:20.209" v="2366" actId="115"/>
      <pc:docMkLst>
        <pc:docMk/>
      </pc:docMkLst>
      <pc:sldChg chg="modSp mod">
        <pc:chgData name="Timm Ziarnetzky" userId="aec35307-a43a-4d63-891b-eec9cbfc423f" providerId="ADAL" clId="{EA4146F4-1B7F-4DE2-8CED-541E46BBF44B}" dt="2022-05-10T12:08:44.366" v="2365" actId="255"/>
        <pc:sldMkLst>
          <pc:docMk/>
          <pc:sldMk cId="1363002986" sldId="256"/>
        </pc:sldMkLst>
        <pc:spChg chg="mod">
          <ac:chgData name="Timm Ziarnetzky" userId="aec35307-a43a-4d63-891b-eec9cbfc423f" providerId="ADAL" clId="{EA4146F4-1B7F-4DE2-8CED-541E46BBF44B}" dt="2022-05-10T12:08:44.366" v="2365" actId="255"/>
          <ac:spMkLst>
            <pc:docMk/>
            <pc:sldMk cId="1363002986" sldId="256"/>
            <ac:spMk id="21" creationId="{7BDB1AC8-E28D-4844-82CD-3802C5F45601}"/>
          </ac:spMkLst>
        </pc:spChg>
        <pc:spChg chg="mod">
          <ac:chgData name="Timm Ziarnetzky" userId="aec35307-a43a-4d63-891b-eec9cbfc423f" providerId="ADAL" clId="{EA4146F4-1B7F-4DE2-8CED-541E46BBF44B}" dt="2022-05-10T12:08:09.754" v="2317" actId="6549"/>
          <ac:spMkLst>
            <pc:docMk/>
            <pc:sldMk cId="1363002986" sldId="256"/>
            <ac:spMk id="22" creationId="{032176D8-7D31-4DD5-9679-ED7945440757}"/>
          </ac:spMkLst>
        </pc:spChg>
      </pc:sldChg>
      <pc:sldChg chg="addSp delSp modSp mod">
        <pc:chgData name="Timm Ziarnetzky" userId="aec35307-a43a-4d63-891b-eec9cbfc423f" providerId="ADAL" clId="{EA4146F4-1B7F-4DE2-8CED-541E46BBF44B}" dt="2022-05-10T08:19:43.787" v="96" actId="20577"/>
        <pc:sldMkLst>
          <pc:docMk/>
          <pc:sldMk cId="4084722179" sldId="258"/>
        </pc:sldMkLst>
        <pc:spChg chg="add del mod">
          <ac:chgData name="Timm Ziarnetzky" userId="aec35307-a43a-4d63-891b-eec9cbfc423f" providerId="ADAL" clId="{EA4146F4-1B7F-4DE2-8CED-541E46BBF44B}" dt="2022-05-10T08:18:49.091" v="76" actId="478"/>
          <ac:spMkLst>
            <pc:docMk/>
            <pc:sldMk cId="4084722179" sldId="258"/>
            <ac:spMk id="3" creationId="{D74A777A-123F-5319-1C61-DDFA9CCA95AB}"/>
          </ac:spMkLst>
        </pc:spChg>
        <pc:spChg chg="add del mod">
          <ac:chgData name="Timm Ziarnetzky" userId="aec35307-a43a-4d63-891b-eec9cbfc423f" providerId="ADAL" clId="{EA4146F4-1B7F-4DE2-8CED-541E46BBF44B}" dt="2022-05-10T08:19:40.296" v="89"/>
          <ac:spMkLst>
            <pc:docMk/>
            <pc:sldMk cId="4084722179" sldId="258"/>
            <ac:spMk id="7" creationId="{6BA35EB0-3A28-18C7-23E0-5D04518999E1}"/>
          </ac:spMkLst>
        </pc:spChg>
        <pc:spChg chg="add del mod">
          <ac:chgData name="Timm Ziarnetzky" userId="aec35307-a43a-4d63-891b-eec9cbfc423f" providerId="ADAL" clId="{EA4146F4-1B7F-4DE2-8CED-541E46BBF44B}" dt="2022-05-10T08:19:40.296" v="91"/>
          <ac:spMkLst>
            <pc:docMk/>
            <pc:sldMk cId="4084722179" sldId="258"/>
            <ac:spMk id="8" creationId="{4D9109B6-BBBC-71C1-0A61-E297BA065309}"/>
          </ac:spMkLst>
        </pc:spChg>
        <pc:spChg chg="add mod">
          <ac:chgData name="Timm Ziarnetzky" userId="aec35307-a43a-4d63-891b-eec9cbfc423f" providerId="ADAL" clId="{EA4146F4-1B7F-4DE2-8CED-541E46BBF44B}" dt="2022-05-10T08:19:43.787" v="96" actId="20577"/>
          <ac:spMkLst>
            <pc:docMk/>
            <pc:sldMk cId="4084722179" sldId="258"/>
            <ac:spMk id="9" creationId="{C600D0D7-76DD-7411-87A6-E7FA1C2C630D}"/>
          </ac:spMkLst>
        </pc:spChg>
        <pc:spChg chg="mod">
          <ac:chgData name="Timm Ziarnetzky" userId="aec35307-a43a-4d63-891b-eec9cbfc423f" providerId="ADAL" clId="{EA4146F4-1B7F-4DE2-8CED-541E46BBF44B}" dt="2022-05-10T08:18:02.882" v="71" actId="20577"/>
          <ac:spMkLst>
            <pc:docMk/>
            <pc:sldMk cId="4084722179" sldId="258"/>
            <ac:spMk id="12" creationId="{D17C78FA-6558-49E1-A947-A702203CBA50}"/>
          </ac:spMkLst>
        </pc:spChg>
        <pc:spChg chg="del">
          <ac:chgData name="Timm Ziarnetzky" userId="aec35307-a43a-4d63-891b-eec9cbfc423f" providerId="ADAL" clId="{EA4146F4-1B7F-4DE2-8CED-541E46BBF44B}" dt="2022-05-10T08:18:46.115" v="75" actId="478"/>
          <ac:spMkLst>
            <pc:docMk/>
            <pc:sldMk cId="4084722179" sldId="258"/>
            <ac:spMk id="13" creationId="{9EFE2027-5700-4C3D-BDF6-799D626AF7C2}"/>
          </ac:spMkLst>
        </pc:spChg>
        <pc:spChg chg="del">
          <ac:chgData name="Timm Ziarnetzky" userId="aec35307-a43a-4d63-891b-eec9cbfc423f" providerId="ADAL" clId="{EA4146F4-1B7F-4DE2-8CED-541E46BBF44B}" dt="2022-05-10T08:19:05.742" v="79" actId="478"/>
          <ac:spMkLst>
            <pc:docMk/>
            <pc:sldMk cId="4084722179" sldId="258"/>
            <ac:spMk id="22" creationId="{7E1CB7A5-C7BA-4F51-95CC-91AF3D5F1306}"/>
          </ac:spMkLst>
        </pc:spChg>
        <pc:spChg chg="del">
          <ac:chgData name="Timm Ziarnetzky" userId="aec35307-a43a-4d63-891b-eec9cbfc423f" providerId="ADAL" clId="{EA4146F4-1B7F-4DE2-8CED-541E46BBF44B}" dt="2022-05-10T08:19:06.541" v="80" actId="478"/>
          <ac:spMkLst>
            <pc:docMk/>
            <pc:sldMk cId="4084722179" sldId="258"/>
            <ac:spMk id="23" creationId="{0F8121F3-7C81-4F6C-8899-FD5A2517FFD7}"/>
          </ac:spMkLst>
        </pc:spChg>
        <pc:spChg chg="del">
          <ac:chgData name="Timm Ziarnetzky" userId="aec35307-a43a-4d63-891b-eec9cbfc423f" providerId="ADAL" clId="{EA4146F4-1B7F-4DE2-8CED-541E46BBF44B}" dt="2022-05-10T08:19:07.153" v="81" actId="478"/>
          <ac:spMkLst>
            <pc:docMk/>
            <pc:sldMk cId="4084722179" sldId="258"/>
            <ac:spMk id="24" creationId="{8B1AF901-E4F8-4E21-97E8-9F58B5E81B8F}"/>
          </ac:spMkLst>
        </pc:spChg>
      </pc:sldChg>
      <pc:sldChg chg="modSp mod">
        <pc:chgData name="Timm Ziarnetzky" userId="aec35307-a43a-4d63-891b-eec9cbfc423f" providerId="ADAL" clId="{EA4146F4-1B7F-4DE2-8CED-541E46BBF44B}" dt="2022-05-10T12:07:43.021" v="2268" actId="20577"/>
        <pc:sldMkLst>
          <pc:docMk/>
          <pc:sldMk cId="499418005" sldId="260"/>
        </pc:sldMkLst>
        <pc:spChg chg="mod">
          <ac:chgData name="Timm Ziarnetzky" userId="aec35307-a43a-4d63-891b-eec9cbfc423f" providerId="ADAL" clId="{EA4146F4-1B7F-4DE2-8CED-541E46BBF44B}" dt="2022-05-10T12:07:43.021" v="2268" actId="20577"/>
          <ac:spMkLst>
            <pc:docMk/>
            <pc:sldMk cId="499418005" sldId="260"/>
            <ac:spMk id="13" creationId="{D90E997F-FADE-4E1C-9A24-A027CFDBB1F4}"/>
          </ac:spMkLst>
        </pc:spChg>
      </pc:sldChg>
      <pc:sldChg chg="modSp mod ord">
        <pc:chgData name="Timm Ziarnetzky" userId="aec35307-a43a-4d63-891b-eec9cbfc423f" providerId="ADAL" clId="{EA4146F4-1B7F-4DE2-8CED-541E46BBF44B}" dt="2022-05-10T12:07:37.422" v="2261" actId="20577"/>
        <pc:sldMkLst>
          <pc:docMk/>
          <pc:sldMk cId="3863109982" sldId="266"/>
        </pc:sldMkLst>
        <pc:spChg chg="mod">
          <ac:chgData name="Timm Ziarnetzky" userId="aec35307-a43a-4d63-891b-eec9cbfc423f" providerId="ADAL" clId="{EA4146F4-1B7F-4DE2-8CED-541E46BBF44B}" dt="2022-05-10T12:07:37.422" v="2261" actId="20577"/>
          <ac:spMkLst>
            <pc:docMk/>
            <pc:sldMk cId="3863109982" sldId="266"/>
            <ac:spMk id="9" creationId="{B05C6185-3625-416E-86EF-511CD5283F1B}"/>
          </ac:spMkLst>
        </pc:spChg>
      </pc:sldChg>
      <pc:sldChg chg="modSp add mod">
        <pc:chgData name="Timm Ziarnetzky" userId="aec35307-a43a-4d63-891b-eec9cbfc423f" providerId="ADAL" clId="{EA4146F4-1B7F-4DE2-8CED-541E46BBF44B}" dt="2022-05-10T08:17:40.772" v="48" actId="20577"/>
        <pc:sldMkLst>
          <pc:docMk/>
          <pc:sldMk cId="3317444051" sldId="267"/>
        </pc:sldMkLst>
        <pc:spChg chg="mod">
          <ac:chgData name="Timm Ziarnetzky" userId="aec35307-a43a-4d63-891b-eec9cbfc423f" providerId="ADAL" clId="{EA4146F4-1B7F-4DE2-8CED-541E46BBF44B}" dt="2022-05-10T08:17:40.772" v="48" actId="20577"/>
          <ac:spMkLst>
            <pc:docMk/>
            <pc:sldMk cId="3317444051" sldId="267"/>
            <ac:spMk id="9" creationId="{B05C6185-3625-416E-86EF-511CD5283F1B}"/>
          </ac:spMkLst>
        </pc:spChg>
      </pc:sldChg>
      <pc:sldChg chg="modSp add mod ord">
        <pc:chgData name="Timm Ziarnetzky" userId="aec35307-a43a-4d63-891b-eec9cbfc423f" providerId="ADAL" clId="{EA4146F4-1B7F-4DE2-8CED-541E46BBF44B}" dt="2022-05-10T10:01:08.463" v="900" actId="113"/>
        <pc:sldMkLst>
          <pc:docMk/>
          <pc:sldMk cId="1273908288" sldId="268"/>
        </pc:sldMkLst>
        <pc:spChg chg="mod">
          <ac:chgData name="Timm Ziarnetzky" userId="aec35307-a43a-4d63-891b-eec9cbfc423f" providerId="ADAL" clId="{EA4146F4-1B7F-4DE2-8CED-541E46BBF44B}" dt="2022-05-10T10:00:38.125" v="896" actId="20577"/>
          <ac:spMkLst>
            <pc:docMk/>
            <pc:sldMk cId="1273908288" sldId="268"/>
            <ac:spMk id="12" creationId="{D17C78FA-6558-49E1-A947-A702203CBA50}"/>
          </ac:spMkLst>
        </pc:spChg>
        <pc:spChg chg="mod">
          <ac:chgData name="Timm Ziarnetzky" userId="aec35307-a43a-4d63-891b-eec9cbfc423f" providerId="ADAL" clId="{EA4146F4-1B7F-4DE2-8CED-541E46BBF44B}" dt="2022-05-10T10:01:08.463" v="900" actId="113"/>
          <ac:spMkLst>
            <pc:docMk/>
            <pc:sldMk cId="1273908288" sldId="268"/>
            <ac:spMk id="13" creationId="{9EFE2027-5700-4C3D-BDF6-799D626AF7C2}"/>
          </ac:spMkLst>
        </pc:spChg>
      </pc:sldChg>
      <pc:sldChg chg="delSp modSp add mod">
        <pc:chgData name="Timm Ziarnetzky" userId="aec35307-a43a-4d63-891b-eec9cbfc423f" providerId="ADAL" clId="{EA4146F4-1B7F-4DE2-8CED-541E46BBF44B}" dt="2022-05-10T09:35:08.197" v="361" actId="115"/>
        <pc:sldMkLst>
          <pc:docMk/>
          <pc:sldMk cId="2787327543" sldId="269"/>
        </pc:sldMkLst>
        <pc:spChg chg="mod">
          <ac:chgData name="Timm Ziarnetzky" userId="aec35307-a43a-4d63-891b-eec9cbfc423f" providerId="ADAL" clId="{EA4146F4-1B7F-4DE2-8CED-541E46BBF44B}" dt="2022-05-10T08:57:14.531" v="217" actId="20577"/>
          <ac:spMkLst>
            <pc:docMk/>
            <pc:sldMk cId="2787327543" sldId="269"/>
            <ac:spMk id="12" creationId="{D17C78FA-6558-49E1-A947-A702203CBA50}"/>
          </ac:spMkLst>
        </pc:spChg>
        <pc:spChg chg="mod">
          <ac:chgData name="Timm Ziarnetzky" userId="aec35307-a43a-4d63-891b-eec9cbfc423f" providerId="ADAL" clId="{EA4146F4-1B7F-4DE2-8CED-541E46BBF44B}" dt="2022-05-10T09:35:08.197" v="361" actId="115"/>
          <ac:spMkLst>
            <pc:docMk/>
            <pc:sldMk cId="2787327543" sldId="269"/>
            <ac:spMk id="13" creationId="{9EFE2027-5700-4C3D-BDF6-799D626AF7C2}"/>
          </ac:spMkLst>
        </pc:spChg>
        <pc:spChg chg="del">
          <ac:chgData name="Timm Ziarnetzky" userId="aec35307-a43a-4d63-891b-eec9cbfc423f" providerId="ADAL" clId="{EA4146F4-1B7F-4DE2-8CED-541E46BBF44B}" dt="2022-05-10T08:57:59.358" v="259" actId="478"/>
          <ac:spMkLst>
            <pc:docMk/>
            <pc:sldMk cId="2787327543" sldId="269"/>
            <ac:spMk id="22" creationId="{7E1CB7A5-C7BA-4F51-95CC-91AF3D5F1306}"/>
          </ac:spMkLst>
        </pc:spChg>
        <pc:spChg chg="del">
          <ac:chgData name="Timm Ziarnetzky" userId="aec35307-a43a-4d63-891b-eec9cbfc423f" providerId="ADAL" clId="{EA4146F4-1B7F-4DE2-8CED-541E46BBF44B}" dt="2022-05-10T08:58:00.695" v="261" actId="478"/>
          <ac:spMkLst>
            <pc:docMk/>
            <pc:sldMk cId="2787327543" sldId="269"/>
            <ac:spMk id="23" creationId="{0F8121F3-7C81-4F6C-8899-FD5A2517FFD7}"/>
          </ac:spMkLst>
        </pc:spChg>
        <pc:spChg chg="del">
          <ac:chgData name="Timm Ziarnetzky" userId="aec35307-a43a-4d63-891b-eec9cbfc423f" providerId="ADAL" clId="{EA4146F4-1B7F-4DE2-8CED-541E46BBF44B}" dt="2022-05-10T08:58:00.195" v="260" actId="478"/>
          <ac:spMkLst>
            <pc:docMk/>
            <pc:sldMk cId="2787327543" sldId="269"/>
            <ac:spMk id="24" creationId="{8B1AF901-E4F8-4E21-97E8-9F58B5E81B8F}"/>
          </ac:spMkLst>
        </pc:spChg>
      </pc:sldChg>
      <pc:sldChg chg="addSp delSp modSp add mod ord modAnim">
        <pc:chgData name="Timm Ziarnetzky" userId="aec35307-a43a-4d63-891b-eec9cbfc423f" providerId="ADAL" clId="{EA4146F4-1B7F-4DE2-8CED-541E46BBF44B}" dt="2022-05-10T09:37:55.846" v="425"/>
        <pc:sldMkLst>
          <pc:docMk/>
          <pc:sldMk cId="1470330819" sldId="270"/>
        </pc:sldMkLst>
        <pc:spChg chg="del">
          <ac:chgData name="Timm Ziarnetzky" userId="aec35307-a43a-4d63-891b-eec9cbfc423f" providerId="ADAL" clId="{EA4146F4-1B7F-4DE2-8CED-541E46BBF44B}" dt="2022-05-10T08:20:13.887" v="98" actId="478"/>
          <ac:spMkLst>
            <pc:docMk/>
            <pc:sldMk cId="1470330819" sldId="270"/>
            <ac:spMk id="9" creationId="{C600D0D7-76DD-7411-87A6-E7FA1C2C630D}"/>
          </ac:spMkLst>
        </pc:spChg>
        <pc:spChg chg="add mod">
          <ac:chgData name="Timm Ziarnetzky" userId="aec35307-a43a-4d63-891b-eec9cbfc423f" providerId="ADAL" clId="{EA4146F4-1B7F-4DE2-8CED-541E46BBF44B}" dt="2022-05-10T08:21:49.540" v="141" actId="1076"/>
          <ac:spMkLst>
            <pc:docMk/>
            <pc:sldMk cId="1470330819" sldId="270"/>
            <ac:spMk id="17" creationId="{84C8627E-FB8B-677D-E08D-31B989507303}"/>
          </ac:spMkLst>
        </pc:spChg>
        <pc:spChg chg="add mod">
          <ac:chgData name="Timm Ziarnetzky" userId="aec35307-a43a-4d63-891b-eec9cbfc423f" providerId="ADAL" clId="{EA4146F4-1B7F-4DE2-8CED-541E46BBF44B}" dt="2022-05-10T08:21:36.129" v="139" actId="1076"/>
          <ac:spMkLst>
            <pc:docMk/>
            <pc:sldMk cId="1470330819" sldId="270"/>
            <ac:spMk id="27" creationId="{0A66FFDA-83EA-9F9D-FA9B-9D5D4143FB1F}"/>
          </ac:spMkLst>
        </pc:spChg>
        <pc:spChg chg="add mod">
          <ac:chgData name="Timm Ziarnetzky" userId="aec35307-a43a-4d63-891b-eec9cbfc423f" providerId="ADAL" clId="{EA4146F4-1B7F-4DE2-8CED-541E46BBF44B}" dt="2022-05-10T08:20:33.650" v="100" actId="1076"/>
          <ac:spMkLst>
            <pc:docMk/>
            <pc:sldMk cId="1470330819" sldId="270"/>
            <ac:spMk id="29" creationId="{843FAD21-AD78-48E6-555D-423931CB8716}"/>
          </ac:spMkLst>
        </pc:spChg>
        <pc:spChg chg="add mod">
          <ac:chgData name="Timm Ziarnetzky" userId="aec35307-a43a-4d63-891b-eec9cbfc423f" providerId="ADAL" clId="{EA4146F4-1B7F-4DE2-8CED-541E46BBF44B}" dt="2022-05-10T08:56:30.222" v="187" actId="1076"/>
          <ac:spMkLst>
            <pc:docMk/>
            <pc:sldMk cId="1470330819" sldId="270"/>
            <ac:spMk id="30" creationId="{F5EC3F5C-D858-A8ED-BC5B-638A0AFEA5CD}"/>
          </ac:spMkLst>
        </pc:spChg>
        <pc:spChg chg="add mod">
          <ac:chgData name="Timm Ziarnetzky" userId="aec35307-a43a-4d63-891b-eec9cbfc423f" providerId="ADAL" clId="{EA4146F4-1B7F-4DE2-8CED-541E46BBF44B}" dt="2022-05-10T08:56:25.523" v="186" actId="1076"/>
          <ac:spMkLst>
            <pc:docMk/>
            <pc:sldMk cId="1470330819" sldId="270"/>
            <ac:spMk id="31" creationId="{5E6286D9-3BEF-9A98-6952-2C1F0825979E}"/>
          </ac:spMkLst>
        </pc:spChg>
        <pc:spChg chg="add mod">
          <ac:chgData name="Timm Ziarnetzky" userId="aec35307-a43a-4d63-891b-eec9cbfc423f" providerId="ADAL" clId="{EA4146F4-1B7F-4DE2-8CED-541E46BBF44B}" dt="2022-05-10T08:20:33.650" v="100" actId="1076"/>
          <ac:spMkLst>
            <pc:docMk/>
            <pc:sldMk cId="1470330819" sldId="270"/>
            <ac:spMk id="32" creationId="{EF8220BC-7F8E-1267-1981-5B63E43E9877}"/>
          </ac:spMkLst>
        </pc:spChg>
        <pc:spChg chg="add mod">
          <ac:chgData name="Timm Ziarnetzky" userId="aec35307-a43a-4d63-891b-eec9cbfc423f" providerId="ADAL" clId="{EA4146F4-1B7F-4DE2-8CED-541E46BBF44B}" dt="2022-05-10T08:20:33.650" v="100" actId="1076"/>
          <ac:spMkLst>
            <pc:docMk/>
            <pc:sldMk cId="1470330819" sldId="270"/>
            <ac:spMk id="33" creationId="{6008C649-84C9-A8A8-E6A8-EB16B2578F8F}"/>
          </ac:spMkLst>
        </pc:spChg>
        <pc:spChg chg="add mod">
          <ac:chgData name="Timm Ziarnetzky" userId="aec35307-a43a-4d63-891b-eec9cbfc423f" providerId="ADAL" clId="{EA4146F4-1B7F-4DE2-8CED-541E46BBF44B}" dt="2022-05-10T08:20:33.650" v="100" actId="1076"/>
          <ac:spMkLst>
            <pc:docMk/>
            <pc:sldMk cId="1470330819" sldId="270"/>
            <ac:spMk id="34" creationId="{1FD7396B-784D-272F-F2D8-9A75B0EC5396}"/>
          </ac:spMkLst>
        </pc:spChg>
        <pc:spChg chg="add mod">
          <ac:chgData name="Timm Ziarnetzky" userId="aec35307-a43a-4d63-891b-eec9cbfc423f" providerId="ADAL" clId="{EA4146F4-1B7F-4DE2-8CED-541E46BBF44B}" dt="2022-05-10T08:21:43.582" v="140" actId="1076"/>
          <ac:spMkLst>
            <pc:docMk/>
            <pc:sldMk cId="1470330819" sldId="270"/>
            <ac:spMk id="35" creationId="{5E459591-844A-9667-F658-6E08F1020646}"/>
          </ac:spMkLst>
        </pc:spChg>
        <pc:spChg chg="add mod">
          <ac:chgData name="Timm Ziarnetzky" userId="aec35307-a43a-4d63-891b-eec9cbfc423f" providerId="ADAL" clId="{EA4146F4-1B7F-4DE2-8CED-541E46BBF44B}" dt="2022-05-10T08:54:12.437" v="153" actId="1076"/>
          <ac:spMkLst>
            <pc:docMk/>
            <pc:sldMk cId="1470330819" sldId="270"/>
            <ac:spMk id="36" creationId="{23F95CD4-FC41-0C58-4E55-CEE6FBC0F32C}"/>
          </ac:spMkLst>
        </pc:spChg>
        <pc:spChg chg="add mod">
          <ac:chgData name="Timm Ziarnetzky" userId="aec35307-a43a-4d63-891b-eec9cbfc423f" providerId="ADAL" clId="{EA4146F4-1B7F-4DE2-8CED-541E46BBF44B}" dt="2022-05-10T08:54:30.412" v="161" actId="1076"/>
          <ac:spMkLst>
            <pc:docMk/>
            <pc:sldMk cId="1470330819" sldId="270"/>
            <ac:spMk id="37" creationId="{6462419B-BE9C-054C-26EA-F681083C95E4}"/>
          </ac:spMkLst>
        </pc:spChg>
        <pc:spChg chg="add mod">
          <ac:chgData name="Timm Ziarnetzky" userId="aec35307-a43a-4d63-891b-eec9cbfc423f" providerId="ADAL" clId="{EA4146F4-1B7F-4DE2-8CED-541E46BBF44B}" dt="2022-05-10T08:54:21.476" v="158" actId="1076"/>
          <ac:spMkLst>
            <pc:docMk/>
            <pc:sldMk cId="1470330819" sldId="270"/>
            <ac:spMk id="38" creationId="{D3CACE14-4A00-DC61-C6E3-957EC5A16101}"/>
          </ac:spMkLst>
        </pc:spChg>
        <pc:spChg chg="add mod">
          <ac:chgData name="Timm Ziarnetzky" userId="aec35307-a43a-4d63-891b-eec9cbfc423f" providerId="ADAL" clId="{EA4146F4-1B7F-4DE2-8CED-541E46BBF44B}" dt="2022-05-10T08:55:01.300" v="171" actId="1076"/>
          <ac:spMkLst>
            <pc:docMk/>
            <pc:sldMk cId="1470330819" sldId="270"/>
            <ac:spMk id="39" creationId="{7065CAB7-E713-89F0-4FF4-1BE32E1655D5}"/>
          </ac:spMkLst>
        </pc:spChg>
        <pc:spChg chg="add mod">
          <ac:chgData name="Timm Ziarnetzky" userId="aec35307-a43a-4d63-891b-eec9cbfc423f" providerId="ADAL" clId="{EA4146F4-1B7F-4DE2-8CED-541E46BBF44B}" dt="2022-05-10T08:55:05.333" v="173" actId="1076"/>
          <ac:spMkLst>
            <pc:docMk/>
            <pc:sldMk cId="1470330819" sldId="270"/>
            <ac:spMk id="40" creationId="{06526CFC-227F-DFA1-F824-9EF483138FA3}"/>
          </ac:spMkLst>
        </pc:spChg>
        <pc:spChg chg="add mod">
          <ac:chgData name="Timm Ziarnetzky" userId="aec35307-a43a-4d63-891b-eec9cbfc423f" providerId="ADAL" clId="{EA4146F4-1B7F-4DE2-8CED-541E46BBF44B}" dt="2022-05-10T08:55:41.812" v="179" actId="1076"/>
          <ac:spMkLst>
            <pc:docMk/>
            <pc:sldMk cId="1470330819" sldId="270"/>
            <ac:spMk id="41" creationId="{75FD2A6B-81AE-17B4-94BF-A47D4C871D20}"/>
          </ac:spMkLst>
        </pc:spChg>
        <pc:spChg chg="add mod">
          <ac:chgData name="Timm Ziarnetzky" userId="aec35307-a43a-4d63-891b-eec9cbfc423f" providerId="ADAL" clId="{EA4146F4-1B7F-4DE2-8CED-541E46BBF44B}" dt="2022-05-10T08:55:53.259" v="183" actId="1076"/>
          <ac:spMkLst>
            <pc:docMk/>
            <pc:sldMk cId="1470330819" sldId="270"/>
            <ac:spMk id="42" creationId="{9A469B81-E0BF-19A1-DEC0-286271593457}"/>
          </ac:spMkLst>
        </pc:spChg>
        <pc:spChg chg="add mod">
          <ac:chgData name="Timm Ziarnetzky" userId="aec35307-a43a-4d63-891b-eec9cbfc423f" providerId="ADAL" clId="{EA4146F4-1B7F-4DE2-8CED-541E46BBF44B}" dt="2022-05-10T08:55:48.756" v="182" actId="1076"/>
          <ac:spMkLst>
            <pc:docMk/>
            <pc:sldMk cId="1470330819" sldId="270"/>
            <ac:spMk id="43" creationId="{27D4F8CA-1722-6AA3-798C-19019227C1E1}"/>
          </ac:spMkLst>
        </pc:spChg>
        <pc:picChg chg="add mod">
          <ac:chgData name="Timm Ziarnetzky" userId="aec35307-a43a-4d63-891b-eec9cbfc423f" providerId="ADAL" clId="{EA4146F4-1B7F-4DE2-8CED-541E46BBF44B}" dt="2022-05-10T08:54:45.443" v="165" actId="1076"/>
          <ac:picMkLst>
            <pc:docMk/>
            <pc:sldMk cId="1470330819" sldId="270"/>
            <ac:picMk id="4" creationId="{CB36F580-4146-6E5A-F42E-5BD2435D0FA8}"/>
          </ac:picMkLst>
        </pc:picChg>
        <pc:picChg chg="add del mod">
          <ac:chgData name="Timm Ziarnetzky" userId="aec35307-a43a-4d63-891b-eec9cbfc423f" providerId="ADAL" clId="{EA4146F4-1B7F-4DE2-8CED-541E46BBF44B}" dt="2022-05-10T08:54:07.457" v="150" actId="478"/>
          <ac:picMkLst>
            <pc:docMk/>
            <pc:sldMk cId="1470330819" sldId="270"/>
            <ac:picMk id="5" creationId="{DEBB8DFF-F5BE-9379-9D29-C44B896976F8}"/>
          </ac:picMkLst>
        </pc:picChg>
        <pc:picChg chg="add del mod">
          <ac:chgData name="Timm Ziarnetzky" userId="aec35307-a43a-4d63-891b-eec9cbfc423f" providerId="ADAL" clId="{EA4146F4-1B7F-4DE2-8CED-541E46BBF44B}" dt="2022-05-10T08:54:55.201" v="169" actId="478"/>
          <ac:picMkLst>
            <pc:docMk/>
            <pc:sldMk cId="1470330819" sldId="270"/>
            <ac:picMk id="6" creationId="{48840044-FE01-7931-C6D5-5108E79DA3D6}"/>
          </ac:picMkLst>
        </pc:picChg>
        <pc:picChg chg="add del mod">
          <ac:chgData name="Timm Ziarnetzky" userId="aec35307-a43a-4d63-891b-eec9cbfc423f" providerId="ADAL" clId="{EA4146F4-1B7F-4DE2-8CED-541E46BBF44B}" dt="2022-05-10T08:54:15.718" v="155" actId="478"/>
          <ac:picMkLst>
            <pc:docMk/>
            <pc:sldMk cId="1470330819" sldId="270"/>
            <ac:picMk id="7" creationId="{65D7314B-38A5-657E-8709-CEE4A2AC02E8}"/>
          </ac:picMkLst>
        </pc:picChg>
        <pc:picChg chg="add del mod">
          <ac:chgData name="Timm Ziarnetzky" userId="aec35307-a43a-4d63-891b-eec9cbfc423f" providerId="ADAL" clId="{EA4146F4-1B7F-4DE2-8CED-541E46BBF44B}" dt="2022-05-10T08:55:22.261" v="174" actId="478"/>
          <ac:picMkLst>
            <pc:docMk/>
            <pc:sldMk cId="1470330819" sldId="270"/>
            <ac:picMk id="10" creationId="{4CAC43FB-EA6D-F1C7-7133-53DB0F8B5597}"/>
          </ac:picMkLst>
        </pc:picChg>
        <pc:picChg chg="add del mod">
          <ac:chgData name="Timm Ziarnetzky" userId="aec35307-a43a-4d63-891b-eec9cbfc423f" providerId="ADAL" clId="{EA4146F4-1B7F-4DE2-8CED-541E46BBF44B}" dt="2022-05-10T08:55:24.195" v="176" actId="478"/>
          <ac:picMkLst>
            <pc:docMk/>
            <pc:sldMk cId="1470330819" sldId="270"/>
            <ac:picMk id="13" creationId="{6EBB0B55-0F5A-2997-1D75-6137D3623673}"/>
          </ac:picMkLst>
        </pc:picChg>
        <pc:picChg chg="add del mod">
          <ac:chgData name="Timm Ziarnetzky" userId="aec35307-a43a-4d63-891b-eec9cbfc423f" providerId="ADAL" clId="{EA4146F4-1B7F-4DE2-8CED-541E46BBF44B}" dt="2022-05-10T08:54:55.919" v="170" actId="478"/>
          <ac:picMkLst>
            <pc:docMk/>
            <pc:sldMk cId="1470330819" sldId="270"/>
            <ac:picMk id="14" creationId="{D9143815-D0A2-1BC0-1E5E-EEA02BB43529}"/>
          </ac:picMkLst>
        </pc:picChg>
        <pc:picChg chg="add del mod">
          <ac:chgData name="Timm Ziarnetzky" userId="aec35307-a43a-4d63-891b-eec9cbfc423f" providerId="ADAL" clId="{EA4146F4-1B7F-4DE2-8CED-541E46BBF44B}" dt="2022-05-10T08:54:14.997" v="154" actId="478"/>
          <ac:picMkLst>
            <pc:docMk/>
            <pc:sldMk cId="1470330819" sldId="270"/>
            <ac:picMk id="23" creationId="{944B04C1-0EBD-7168-A571-08CF44699076}"/>
          </ac:picMkLst>
        </pc:picChg>
        <pc:picChg chg="add del mod">
          <ac:chgData name="Timm Ziarnetzky" userId="aec35307-a43a-4d63-891b-eec9cbfc423f" providerId="ADAL" clId="{EA4146F4-1B7F-4DE2-8CED-541E46BBF44B}" dt="2022-05-10T08:55:23.285" v="175" actId="478"/>
          <ac:picMkLst>
            <pc:docMk/>
            <pc:sldMk cId="1470330819" sldId="270"/>
            <ac:picMk id="28" creationId="{BBDEFBCD-EA65-F6EF-B6F7-5AC5D638FE71}"/>
          </ac:picMkLst>
        </pc:picChg>
        <pc:cxnChg chg="add mod">
          <ac:chgData name="Timm Ziarnetzky" userId="aec35307-a43a-4d63-891b-eec9cbfc423f" providerId="ADAL" clId="{EA4146F4-1B7F-4DE2-8CED-541E46BBF44B}" dt="2022-05-10T08:56:14.268" v="184" actId="208"/>
          <ac:cxnSpMkLst>
            <pc:docMk/>
            <pc:sldMk cId="1470330819" sldId="270"/>
            <ac:cxnSpMk id="8" creationId="{E32F1FB0-86C3-D0FA-EAE7-3A8B00712C45}"/>
          </ac:cxnSpMkLst>
        </pc:cxnChg>
        <pc:cxnChg chg="add mod">
          <ac:chgData name="Timm Ziarnetzky" userId="aec35307-a43a-4d63-891b-eec9cbfc423f" providerId="ADAL" clId="{EA4146F4-1B7F-4DE2-8CED-541E46BBF44B}" dt="2022-05-10T08:56:14.268" v="184" actId="208"/>
          <ac:cxnSpMkLst>
            <pc:docMk/>
            <pc:sldMk cId="1470330819" sldId="270"/>
            <ac:cxnSpMk id="11" creationId="{E4EF85C9-E55A-6324-992F-7D044604ED45}"/>
          </ac:cxnSpMkLst>
        </pc:cxnChg>
        <pc:cxnChg chg="add mod">
          <ac:chgData name="Timm Ziarnetzky" userId="aec35307-a43a-4d63-891b-eec9cbfc423f" providerId="ADAL" clId="{EA4146F4-1B7F-4DE2-8CED-541E46BBF44B}" dt="2022-05-10T08:56:21.349" v="185" actId="208"/>
          <ac:cxnSpMkLst>
            <pc:docMk/>
            <pc:sldMk cId="1470330819" sldId="270"/>
            <ac:cxnSpMk id="15" creationId="{4A408CC3-CFC2-301C-645C-89ADF02A05FC}"/>
          </ac:cxnSpMkLst>
        </pc:cxnChg>
        <pc:cxnChg chg="add mod">
          <ac:chgData name="Timm Ziarnetzky" userId="aec35307-a43a-4d63-891b-eec9cbfc423f" providerId="ADAL" clId="{EA4146F4-1B7F-4DE2-8CED-541E46BBF44B}" dt="2022-05-10T08:56:14.268" v="184" actId="208"/>
          <ac:cxnSpMkLst>
            <pc:docMk/>
            <pc:sldMk cId="1470330819" sldId="270"/>
            <ac:cxnSpMk id="16" creationId="{C8D91B1A-5FC9-3181-7F49-CF3DED857F42}"/>
          </ac:cxnSpMkLst>
        </pc:cxnChg>
        <pc:cxnChg chg="add mod">
          <ac:chgData name="Timm Ziarnetzky" userId="aec35307-a43a-4d63-891b-eec9cbfc423f" providerId="ADAL" clId="{EA4146F4-1B7F-4DE2-8CED-541E46BBF44B}" dt="2022-05-10T08:20:33.650" v="100" actId="1076"/>
          <ac:cxnSpMkLst>
            <pc:docMk/>
            <pc:sldMk cId="1470330819" sldId="270"/>
            <ac:cxnSpMk id="18" creationId="{E88E7D9C-6212-6A8B-25D3-33ABBA11700D}"/>
          </ac:cxnSpMkLst>
        </pc:cxnChg>
        <pc:cxnChg chg="add mod">
          <ac:chgData name="Timm Ziarnetzky" userId="aec35307-a43a-4d63-891b-eec9cbfc423f" providerId="ADAL" clId="{EA4146F4-1B7F-4DE2-8CED-541E46BBF44B}" dt="2022-05-10T08:20:33.650" v="100" actId="1076"/>
          <ac:cxnSpMkLst>
            <pc:docMk/>
            <pc:sldMk cId="1470330819" sldId="270"/>
            <ac:cxnSpMk id="19" creationId="{62B1232C-D4B5-8230-D114-E18CBCF34847}"/>
          </ac:cxnSpMkLst>
        </pc:cxnChg>
        <pc:cxnChg chg="add mod">
          <ac:chgData name="Timm Ziarnetzky" userId="aec35307-a43a-4d63-891b-eec9cbfc423f" providerId="ADAL" clId="{EA4146F4-1B7F-4DE2-8CED-541E46BBF44B}" dt="2022-05-10T08:20:33.650" v="100" actId="1076"/>
          <ac:cxnSpMkLst>
            <pc:docMk/>
            <pc:sldMk cId="1470330819" sldId="270"/>
            <ac:cxnSpMk id="20" creationId="{6C8303C9-4BCE-76C2-701C-ACB577B8848C}"/>
          </ac:cxnSpMkLst>
        </pc:cxnChg>
        <pc:cxnChg chg="add mod">
          <ac:chgData name="Timm Ziarnetzky" userId="aec35307-a43a-4d63-891b-eec9cbfc423f" providerId="ADAL" clId="{EA4146F4-1B7F-4DE2-8CED-541E46BBF44B}" dt="2022-05-10T08:20:33.650" v="100" actId="1076"/>
          <ac:cxnSpMkLst>
            <pc:docMk/>
            <pc:sldMk cId="1470330819" sldId="270"/>
            <ac:cxnSpMk id="21" creationId="{EA6E3041-F6B9-F099-6316-4C239603DA2B}"/>
          </ac:cxnSpMkLst>
        </pc:cxnChg>
        <pc:cxnChg chg="add mod">
          <ac:chgData name="Timm Ziarnetzky" userId="aec35307-a43a-4d63-891b-eec9cbfc423f" providerId="ADAL" clId="{EA4146F4-1B7F-4DE2-8CED-541E46BBF44B}" dt="2022-05-10T08:20:33.650" v="100" actId="1076"/>
          <ac:cxnSpMkLst>
            <pc:docMk/>
            <pc:sldMk cId="1470330819" sldId="270"/>
            <ac:cxnSpMk id="22" creationId="{71D5CB13-1388-0EEA-61E5-52A16506B1BA}"/>
          </ac:cxnSpMkLst>
        </pc:cxnChg>
        <pc:cxnChg chg="add mod">
          <ac:chgData name="Timm Ziarnetzky" userId="aec35307-a43a-4d63-891b-eec9cbfc423f" providerId="ADAL" clId="{EA4146F4-1B7F-4DE2-8CED-541E46BBF44B}" dt="2022-05-10T08:20:33.650" v="100" actId="1076"/>
          <ac:cxnSpMkLst>
            <pc:docMk/>
            <pc:sldMk cId="1470330819" sldId="270"/>
            <ac:cxnSpMk id="24" creationId="{4FEF1082-3A2F-817A-5E3E-9172351D968F}"/>
          </ac:cxnSpMkLst>
        </pc:cxnChg>
        <pc:cxnChg chg="add mod">
          <ac:chgData name="Timm Ziarnetzky" userId="aec35307-a43a-4d63-891b-eec9cbfc423f" providerId="ADAL" clId="{EA4146F4-1B7F-4DE2-8CED-541E46BBF44B}" dt="2022-05-10T08:20:33.650" v="100" actId="1076"/>
          <ac:cxnSpMkLst>
            <pc:docMk/>
            <pc:sldMk cId="1470330819" sldId="270"/>
            <ac:cxnSpMk id="25" creationId="{95AD9625-ACEA-EE1B-D044-D09D6DCD6F1D}"/>
          </ac:cxnSpMkLst>
        </pc:cxnChg>
        <pc:cxnChg chg="add mod">
          <ac:chgData name="Timm Ziarnetzky" userId="aec35307-a43a-4d63-891b-eec9cbfc423f" providerId="ADAL" clId="{EA4146F4-1B7F-4DE2-8CED-541E46BBF44B}" dt="2022-05-10T08:20:33.650" v="100" actId="1076"/>
          <ac:cxnSpMkLst>
            <pc:docMk/>
            <pc:sldMk cId="1470330819" sldId="270"/>
            <ac:cxnSpMk id="26" creationId="{7FD6B422-4D2F-1211-A519-8BE986D83FDC}"/>
          </ac:cxnSpMkLst>
        </pc:cxnChg>
      </pc:sldChg>
      <pc:sldChg chg="delSp modSp add mod">
        <pc:chgData name="Timm Ziarnetzky" userId="aec35307-a43a-4d63-891b-eec9cbfc423f" providerId="ADAL" clId="{EA4146F4-1B7F-4DE2-8CED-541E46BBF44B}" dt="2022-05-10T09:34:57.948" v="360" actId="2711"/>
        <pc:sldMkLst>
          <pc:docMk/>
          <pc:sldMk cId="1043488072" sldId="271"/>
        </pc:sldMkLst>
        <pc:spChg chg="mod">
          <ac:chgData name="Timm Ziarnetzky" userId="aec35307-a43a-4d63-891b-eec9cbfc423f" providerId="ADAL" clId="{EA4146F4-1B7F-4DE2-8CED-541E46BBF44B}" dt="2022-05-10T08:59:53.889" v="319" actId="6549"/>
          <ac:spMkLst>
            <pc:docMk/>
            <pc:sldMk cId="1043488072" sldId="271"/>
            <ac:spMk id="12" creationId="{D17C78FA-6558-49E1-A947-A702203CBA50}"/>
          </ac:spMkLst>
        </pc:spChg>
        <pc:spChg chg="mod">
          <ac:chgData name="Timm Ziarnetzky" userId="aec35307-a43a-4d63-891b-eec9cbfc423f" providerId="ADAL" clId="{EA4146F4-1B7F-4DE2-8CED-541E46BBF44B}" dt="2022-05-10T09:34:57.948" v="360" actId="2711"/>
          <ac:spMkLst>
            <pc:docMk/>
            <pc:sldMk cId="1043488072" sldId="271"/>
            <ac:spMk id="13" creationId="{9EFE2027-5700-4C3D-BDF6-799D626AF7C2}"/>
          </ac:spMkLst>
        </pc:spChg>
        <pc:spChg chg="del">
          <ac:chgData name="Timm Ziarnetzky" userId="aec35307-a43a-4d63-891b-eec9cbfc423f" providerId="ADAL" clId="{EA4146F4-1B7F-4DE2-8CED-541E46BBF44B}" dt="2022-05-10T09:33:46.153" v="345" actId="478"/>
          <ac:spMkLst>
            <pc:docMk/>
            <pc:sldMk cId="1043488072" sldId="271"/>
            <ac:spMk id="22" creationId="{7E1CB7A5-C7BA-4F51-95CC-91AF3D5F1306}"/>
          </ac:spMkLst>
        </pc:spChg>
        <pc:spChg chg="del">
          <ac:chgData name="Timm Ziarnetzky" userId="aec35307-a43a-4d63-891b-eec9cbfc423f" providerId="ADAL" clId="{EA4146F4-1B7F-4DE2-8CED-541E46BBF44B}" dt="2022-05-10T09:33:44.953" v="343" actId="478"/>
          <ac:spMkLst>
            <pc:docMk/>
            <pc:sldMk cId="1043488072" sldId="271"/>
            <ac:spMk id="23" creationId="{0F8121F3-7C81-4F6C-8899-FD5A2517FFD7}"/>
          </ac:spMkLst>
        </pc:spChg>
        <pc:spChg chg="del">
          <ac:chgData name="Timm Ziarnetzky" userId="aec35307-a43a-4d63-891b-eec9cbfc423f" providerId="ADAL" clId="{EA4146F4-1B7F-4DE2-8CED-541E46BBF44B}" dt="2022-05-10T09:33:45.545" v="344" actId="478"/>
          <ac:spMkLst>
            <pc:docMk/>
            <pc:sldMk cId="1043488072" sldId="271"/>
            <ac:spMk id="24" creationId="{8B1AF901-E4F8-4E21-97E8-9F58B5E81B8F}"/>
          </ac:spMkLst>
        </pc:spChg>
      </pc:sldChg>
      <pc:sldChg chg="addSp delSp modSp add mod">
        <pc:chgData name="Timm Ziarnetzky" userId="aec35307-a43a-4d63-891b-eec9cbfc423f" providerId="ADAL" clId="{EA4146F4-1B7F-4DE2-8CED-541E46BBF44B}" dt="2022-05-10T09:49:31.727" v="627" actId="478"/>
        <pc:sldMkLst>
          <pc:docMk/>
          <pc:sldMk cId="4232647794" sldId="272"/>
        </pc:sldMkLst>
        <pc:spChg chg="add del mod">
          <ac:chgData name="Timm Ziarnetzky" userId="aec35307-a43a-4d63-891b-eec9cbfc423f" providerId="ADAL" clId="{EA4146F4-1B7F-4DE2-8CED-541E46BBF44B}" dt="2022-05-10T09:48:41.904" v="612" actId="478"/>
          <ac:spMkLst>
            <pc:docMk/>
            <pc:sldMk cId="4232647794" sldId="272"/>
            <ac:spMk id="3" creationId="{A7F1188D-D872-CC2F-D13F-954A15DA265B}"/>
          </ac:spMkLst>
        </pc:spChg>
        <pc:spChg chg="add del mod">
          <ac:chgData name="Timm Ziarnetzky" userId="aec35307-a43a-4d63-891b-eec9cbfc423f" providerId="ADAL" clId="{EA4146F4-1B7F-4DE2-8CED-541E46BBF44B}" dt="2022-05-10T09:49:31.727" v="627" actId="478"/>
          <ac:spMkLst>
            <pc:docMk/>
            <pc:sldMk cId="4232647794" sldId="272"/>
            <ac:spMk id="5" creationId="{BEF86AE7-8CBD-0EB0-3A23-61734C6E55EB}"/>
          </ac:spMkLst>
        </pc:spChg>
        <pc:spChg chg="add del mod">
          <ac:chgData name="Timm Ziarnetzky" userId="aec35307-a43a-4d63-891b-eec9cbfc423f" providerId="ADAL" clId="{EA4146F4-1B7F-4DE2-8CED-541E46BBF44B}" dt="2022-05-10T09:49:29.757" v="626" actId="478"/>
          <ac:spMkLst>
            <pc:docMk/>
            <pc:sldMk cId="4232647794" sldId="272"/>
            <ac:spMk id="10" creationId="{E66F5466-25E6-0665-A14E-D03AE9D4F940}"/>
          </ac:spMkLst>
        </pc:spChg>
        <pc:spChg chg="mod">
          <ac:chgData name="Timm Ziarnetzky" userId="aec35307-a43a-4d63-891b-eec9cbfc423f" providerId="ADAL" clId="{EA4146F4-1B7F-4DE2-8CED-541E46BBF44B}" dt="2022-05-10T09:48:30.893" v="610" actId="20577"/>
          <ac:spMkLst>
            <pc:docMk/>
            <pc:sldMk cId="4232647794" sldId="272"/>
            <ac:spMk id="12" creationId="{D17C78FA-6558-49E1-A947-A702203CBA50}"/>
          </ac:spMkLst>
        </pc:spChg>
        <pc:spChg chg="del">
          <ac:chgData name="Timm Ziarnetzky" userId="aec35307-a43a-4d63-891b-eec9cbfc423f" providerId="ADAL" clId="{EA4146F4-1B7F-4DE2-8CED-541E46BBF44B}" dt="2022-05-10T09:48:39.981" v="611" actId="478"/>
          <ac:spMkLst>
            <pc:docMk/>
            <pc:sldMk cId="4232647794" sldId="272"/>
            <ac:spMk id="13" creationId="{9EFE2027-5700-4C3D-BDF6-799D626AF7C2}"/>
          </ac:spMkLst>
        </pc:spChg>
        <pc:spChg chg="del">
          <ac:chgData name="Timm Ziarnetzky" userId="aec35307-a43a-4d63-891b-eec9cbfc423f" providerId="ADAL" clId="{EA4146F4-1B7F-4DE2-8CED-541E46BBF44B}" dt="2022-05-10T09:48:44.041" v="613" actId="478"/>
          <ac:spMkLst>
            <pc:docMk/>
            <pc:sldMk cId="4232647794" sldId="272"/>
            <ac:spMk id="22" creationId="{7E1CB7A5-C7BA-4F51-95CC-91AF3D5F1306}"/>
          </ac:spMkLst>
        </pc:spChg>
        <pc:spChg chg="add del">
          <ac:chgData name="Timm Ziarnetzky" userId="aec35307-a43a-4d63-891b-eec9cbfc423f" providerId="ADAL" clId="{EA4146F4-1B7F-4DE2-8CED-541E46BBF44B}" dt="2022-05-10T09:48:48.128" v="617" actId="478"/>
          <ac:spMkLst>
            <pc:docMk/>
            <pc:sldMk cId="4232647794" sldId="272"/>
            <ac:spMk id="23" creationId="{0F8121F3-7C81-4F6C-8899-FD5A2517FFD7}"/>
          </ac:spMkLst>
        </pc:spChg>
        <pc:spChg chg="del">
          <ac:chgData name="Timm Ziarnetzky" userId="aec35307-a43a-4d63-891b-eec9cbfc423f" providerId="ADAL" clId="{EA4146F4-1B7F-4DE2-8CED-541E46BBF44B}" dt="2022-05-10T09:48:44.538" v="614" actId="478"/>
          <ac:spMkLst>
            <pc:docMk/>
            <pc:sldMk cId="4232647794" sldId="272"/>
            <ac:spMk id="24" creationId="{8B1AF901-E4F8-4E21-97E8-9F58B5E81B8F}"/>
          </ac:spMkLst>
        </pc:spChg>
        <pc:graphicFrameChg chg="add mod ord modGraphic">
          <ac:chgData name="Timm Ziarnetzky" userId="aec35307-a43a-4d63-891b-eec9cbfc423f" providerId="ADAL" clId="{EA4146F4-1B7F-4DE2-8CED-541E46BBF44B}" dt="2022-05-10T09:49:26.478" v="624" actId="167"/>
          <ac:graphicFrameMkLst>
            <pc:docMk/>
            <pc:sldMk cId="4232647794" sldId="272"/>
            <ac:graphicFrameMk id="9" creationId="{0F981E93-F53A-7A9A-7359-0CF9DF7ECCF6}"/>
          </ac:graphicFrameMkLst>
        </pc:graphicFrameChg>
      </pc:sldChg>
      <pc:sldChg chg="addSp delSp modSp add mod">
        <pc:chgData name="Timm Ziarnetzky" userId="aec35307-a43a-4d63-891b-eec9cbfc423f" providerId="ADAL" clId="{EA4146F4-1B7F-4DE2-8CED-541E46BBF44B}" dt="2022-05-10T09:34:14.171" v="352" actId="120"/>
        <pc:sldMkLst>
          <pc:docMk/>
          <pc:sldMk cId="3775007801" sldId="273"/>
        </pc:sldMkLst>
        <pc:spChg chg="add mod">
          <ac:chgData name="Timm Ziarnetzky" userId="aec35307-a43a-4d63-891b-eec9cbfc423f" providerId="ADAL" clId="{EA4146F4-1B7F-4DE2-8CED-541E46BBF44B}" dt="2022-05-10T09:34:04.742" v="351" actId="123"/>
          <ac:spMkLst>
            <pc:docMk/>
            <pc:sldMk cId="3775007801" sldId="273"/>
            <ac:spMk id="7" creationId="{027DCF37-C1F3-5EC3-4325-940112C66F34}"/>
          </ac:spMkLst>
        </pc:spChg>
        <pc:spChg chg="mod">
          <ac:chgData name="Timm Ziarnetzky" userId="aec35307-a43a-4d63-891b-eec9cbfc423f" providerId="ADAL" clId="{EA4146F4-1B7F-4DE2-8CED-541E46BBF44B}" dt="2022-05-10T09:34:14.171" v="352" actId="120"/>
          <ac:spMkLst>
            <pc:docMk/>
            <pc:sldMk cId="3775007801" sldId="273"/>
            <ac:spMk id="12" creationId="{D17C78FA-6558-49E1-A947-A702203CBA50}"/>
          </ac:spMkLst>
        </pc:spChg>
        <pc:spChg chg="mod">
          <ac:chgData name="Timm Ziarnetzky" userId="aec35307-a43a-4d63-891b-eec9cbfc423f" providerId="ADAL" clId="{EA4146F4-1B7F-4DE2-8CED-541E46BBF44B}" dt="2022-05-10T09:34:04.742" v="351" actId="123"/>
          <ac:spMkLst>
            <pc:docMk/>
            <pc:sldMk cId="3775007801" sldId="273"/>
            <ac:spMk id="13" creationId="{9EFE2027-5700-4C3D-BDF6-799D626AF7C2}"/>
          </ac:spMkLst>
        </pc:spChg>
        <pc:spChg chg="del">
          <ac:chgData name="Timm Ziarnetzky" userId="aec35307-a43a-4d63-891b-eec9cbfc423f" providerId="ADAL" clId="{EA4146F4-1B7F-4DE2-8CED-541E46BBF44B}" dt="2022-05-10T09:33:52.712" v="348" actId="478"/>
          <ac:spMkLst>
            <pc:docMk/>
            <pc:sldMk cId="3775007801" sldId="273"/>
            <ac:spMk id="22" creationId="{7E1CB7A5-C7BA-4F51-95CC-91AF3D5F1306}"/>
          </ac:spMkLst>
        </pc:spChg>
        <pc:spChg chg="del">
          <ac:chgData name="Timm Ziarnetzky" userId="aec35307-a43a-4d63-891b-eec9cbfc423f" providerId="ADAL" clId="{EA4146F4-1B7F-4DE2-8CED-541E46BBF44B}" dt="2022-05-10T09:33:51.449" v="346" actId="478"/>
          <ac:spMkLst>
            <pc:docMk/>
            <pc:sldMk cId="3775007801" sldId="273"/>
            <ac:spMk id="23" creationId="{0F8121F3-7C81-4F6C-8899-FD5A2517FFD7}"/>
          </ac:spMkLst>
        </pc:spChg>
        <pc:spChg chg="del">
          <ac:chgData name="Timm Ziarnetzky" userId="aec35307-a43a-4d63-891b-eec9cbfc423f" providerId="ADAL" clId="{EA4146F4-1B7F-4DE2-8CED-541E46BBF44B}" dt="2022-05-10T09:33:52.121" v="347" actId="478"/>
          <ac:spMkLst>
            <pc:docMk/>
            <pc:sldMk cId="3775007801" sldId="273"/>
            <ac:spMk id="24" creationId="{8B1AF901-E4F8-4E21-97E8-9F58B5E81B8F}"/>
          </ac:spMkLst>
        </pc:spChg>
      </pc:sldChg>
      <pc:sldChg chg="delSp modSp add mod">
        <pc:chgData name="Timm Ziarnetzky" userId="aec35307-a43a-4d63-891b-eec9cbfc423f" providerId="ADAL" clId="{EA4146F4-1B7F-4DE2-8CED-541E46BBF44B}" dt="2022-05-10T09:37:10.235" v="395" actId="2711"/>
        <pc:sldMkLst>
          <pc:docMk/>
          <pc:sldMk cId="398194753" sldId="274"/>
        </pc:sldMkLst>
        <pc:spChg chg="del">
          <ac:chgData name="Timm Ziarnetzky" userId="aec35307-a43a-4d63-891b-eec9cbfc423f" providerId="ADAL" clId="{EA4146F4-1B7F-4DE2-8CED-541E46BBF44B}" dt="2022-05-10T09:35:44.856" v="363" actId="478"/>
          <ac:spMkLst>
            <pc:docMk/>
            <pc:sldMk cId="398194753" sldId="274"/>
            <ac:spMk id="7" creationId="{027DCF37-C1F3-5EC3-4325-940112C66F34}"/>
          </ac:spMkLst>
        </pc:spChg>
        <pc:spChg chg="mod">
          <ac:chgData name="Timm Ziarnetzky" userId="aec35307-a43a-4d63-891b-eec9cbfc423f" providerId="ADAL" clId="{EA4146F4-1B7F-4DE2-8CED-541E46BBF44B}" dt="2022-05-10T09:37:10.235" v="395" actId="2711"/>
          <ac:spMkLst>
            <pc:docMk/>
            <pc:sldMk cId="398194753" sldId="274"/>
            <ac:spMk id="13" creationId="{9EFE2027-5700-4C3D-BDF6-799D626AF7C2}"/>
          </ac:spMkLst>
        </pc:spChg>
      </pc:sldChg>
      <pc:sldChg chg="addSp modSp add mod">
        <pc:chgData name="Timm Ziarnetzky" userId="aec35307-a43a-4d63-891b-eec9cbfc423f" providerId="ADAL" clId="{EA4146F4-1B7F-4DE2-8CED-541E46BBF44B}" dt="2022-05-10T09:42:41.155" v="544" actId="115"/>
        <pc:sldMkLst>
          <pc:docMk/>
          <pc:sldMk cId="2914799817" sldId="275"/>
        </pc:sldMkLst>
        <pc:spChg chg="mod">
          <ac:chgData name="Timm Ziarnetzky" userId="aec35307-a43a-4d63-891b-eec9cbfc423f" providerId="ADAL" clId="{EA4146F4-1B7F-4DE2-8CED-541E46BBF44B}" dt="2022-05-10T09:42:41.155" v="544" actId="115"/>
          <ac:spMkLst>
            <pc:docMk/>
            <pc:sldMk cId="2914799817" sldId="275"/>
            <ac:spMk id="13" creationId="{9EFE2027-5700-4C3D-BDF6-799D626AF7C2}"/>
          </ac:spMkLst>
        </pc:spChg>
        <pc:graphicFrameChg chg="add mod modGraphic">
          <ac:chgData name="Timm Ziarnetzky" userId="aec35307-a43a-4d63-891b-eec9cbfc423f" providerId="ADAL" clId="{EA4146F4-1B7F-4DE2-8CED-541E46BBF44B}" dt="2022-05-10T09:40:30.774" v="459"/>
          <ac:graphicFrameMkLst>
            <pc:docMk/>
            <pc:sldMk cId="2914799817" sldId="275"/>
            <ac:graphicFrameMk id="4" creationId="{9FCD9658-4209-74C4-F715-D4D649C0CCD3}"/>
          </ac:graphicFrameMkLst>
        </pc:graphicFrameChg>
      </pc:sldChg>
      <pc:sldChg chg="modSp add mod">
        <pc:chgData name="Timm Ziarnetzky" userId="aec35307-a43a-4d63-891b-eec9cbfc423f" providerId="ADAL" clId="{EA4146F4-1B7F-4DE2-8CED-541E46BBF44B}" dt="2022-05-10T09:42:38.428" v="543" actId="115"/>
        <pc:sldMkLst>
          <pc:docMk/>
          <pc:sldMk cId="1015299188" sldId="276"/>
        </pc:sldMkLst>
        <pc:spChg chg="mod">
          <ac:chgData name="Timm Ziarnetzky" userId="aec35307-a43a-4d63-891b-eec9cbfc423f" providerId="ADAL" clId="{EA4146F4-1B7F-4DE2-8CED-541E46BBF44B}" dt="2022-05-10T09:42:38.428" v="543" actId="115"/>
          <ac:spMkLst>
            <pc:docMk/>
            <pc:sldMk cId="1015299188" sldId="276"/>
            <ac:spMk id="13" creationId="{9EFE2027-5700-4C3D-BDF6-799D626AF7C2}"/>
          </ac:spMkLst>
        </pc:spChg>
        <pc:graphicFrameChg chg="modGraphic">
          <ac:chgData name="Timm Ziarnetzky" userId="aec35307-a43a-4d63-891b-eec9cbfc423f" providerId="ADAL" clId="{EA4146F4-1B7F-4DE2-8CED-541E46BBF44B}" dt="2022-05-10T09:40:46.613" v="461" actId="113"/>
          <ac:graphicFrameMkLst>
            <pc:docMk/>
            <pc:sldMk cId="1015299188" sldId="276"/>
            <ac:graphicFrameMk id="4" creationId="{9FCD9658-4209-74C4-F715-D4D649C0CCD3}"/>
          </ac:graphicFrameMkLst>
        </pc:graphicFrameChg>
      </pc:sldChg>
      <pc:sldChg chg="modSp add mod">
        <pc:chgData name="Timm Ziarnetzky" userId="aec35307-a43a-4d63-891b-eec9cbfc423f" providerId="ADAL" clId="{EA4146F4-1B7F-4DE2-8CED-541E46BBF44B}" dt="2022-05-10T09:42:35.523" v="542" actId="115"/>
        <pc:sldMkLst>
          <pc:docMk/>
          <pc:sldMk cId="3778959700" sldId="277"/>
        </pc:sldMkLst>
        <pc:spChg chg="mod">
          <ac:chgData name="Timm Ziarnetzky" userId="aec35307-a43a-4d63-891b-eec9cbfc423f" providerId="ADAL" clId="{EA4146F4-1B7F-4DE2-8CED-541E46BBF44B}" dt="2022-05-10T09:42:35.523" v="542" actId="115"/>
          <ac:spMkLst>
            <pc:docMk/>
            <pc:sldMk cId="3778959700" sldId="277"/>
            <ac:spMk id="13" creationId="{9EFE2027-5700-4C3D-BDF6-799D626AF7C2}"/>
          </ac:spMkLst>
        </pc:spChg>
        <pc:graphicFrameChg chg="modGraphic">
          <ac:chgData name="Timm Ziarnetzky" userId="aec35307-a43a-4d63-891b-eec9cbfc423f" providerId="ADAL" clId="{EA4146F4-1B7F-4DE2-8CED-541E46BBF44B}" dt="2022-05-10T09:40:55.779" v="463" actId="113"/>
          <ac:graphicFrameMkLst>
            <pc:docMk/>
            <pc:sldMk cId="3778959700" sldId="277"/>
            <ac:graphicFrameMk id="4" creationId="{9FCD9658-4209-74C4-F715-D4D649C0CCD3}"/>
          </ac:graphicFrameMkLst>
        </pc:graphicFrameChg>
      </pc:sldChg>
      <pc:sldChg chg="modSp add mod">
        <pc:chgData name="Timm Ziarnetzky" userId="aec35307-a43a-4d63-891b-eec9cbfc423f" providerId="ADAL" clId="{EA4146F4-1B7F-4DE2-8CED-541E46BBF44B}" dt="2022-05-10T09:42:32.443" v="541" actId="115"/>
        <pc:sldMkLst>
          <pc:docMk/>
          <pc:sldMk cId="1326347535" sldId="278"/>
        </pc:sldMkLst>
        <pc:spChg chg="mod">
          <ac:chgData name="Timm Ziarnetzky" userId="aec35307-a43a-4d63-891b-eec9cbfc423f" providerId="ADAL" clId="{EA4146F4-1B7F-4DE2-8CED-541E46BBF44B}" dt="2022-05-10T09:42:32.443" v="541" actId="115"/>
          <ac:spMkLst>
            <pc:docMk/>
            <pc:sldMk cId="1326347535" sldId="278"/>
            <ac:spMk id="13" creationId="{9EFE2027-5700-4C3D-BDF6-799D626AF7C2}"/>
          </ac:spMkLst>
        </pc:spChg>
        <pc:graphicFrameChg chg="modGraphic">
          <ac:chgData name="Timm Ziarnetzky" userId="aec35307-a43a-4d63-891b-eec9cbfc423f" providerId="ADAL" clId="{EA4146F4-1B7F-4DE2-8CED-541E46BBF44B}" dt="2022-05-10T09:41:04.653" v="465" actId="113"/>
          <ac:graphicFrameMkLst>
            <pc:docMk/>
            <pc:sldMk cId="1326347535" sldId="278"/>
            <ac:graphicFrameMk id="4" creationId="{9FCD9658-4209-74C4-F715-D4D649C0CCD3}"/>
          </ac:graphicFrameMkLst>
        </pc:graphicFrameChg>
      </pc:sldChg>
      <pc:sldChg chg="modSp add mod">
        <pc:chgData name="Timm Ziarnetzky" userId="aec35307-a43a-4d63-891b-eec9cbfc423f" providerId="ADAL" clId="{EA4146F4-1B7F-4DE2-8CED-541E46BBF44B}" dt="2022-05-10T12:09:20.209" v="2366" actId="115"/>
        <pc:sldMkLst>
          <pc:docMk/>
          <pc:sldMk cId="2413203205" sldId="279"/>
        </pc:sldMkLst>
        <pc:spChg chg="mod">
          <ac:chgData name="Timm Ziarnetzky" userId="aec35307-a43a-4d63-891b-eec9cbfc423f" providerId="ADAL" clId="{EA4146F4-1B7F-4DE2-8CED-541E46BBF44B}" dt="2022-05-10T12:09:20.209" v="2366" actId="115"/>
          <ac:spMkLst>
            <pc:docMk/>
            <pc:sldMk cId="2413203205" sldId="279"/>
            <ac:spMk id="13" creationId="{9EFE2027-5700-4C3D-BDF6-799D626AF7C2}"/>
          </ac:spMkLst>
        </pc:spChg>
        <pc:graphicFrameChg chg="modGraphic">
          <ac:chgData name="Timm Ziarnetzky" userId="aec35307-a43a-4d63-891b-eec9cbfc423f" providerId="ADAL" clId="{EA4146F4-1B7F-4DE2-8CED-541E46BBF44B}" dt="2022-05-10T09:41:23.332" v="470" actId="207"/>
          <ac:graphicFrameMkLst>
            <pc:docMk/>
            <pc:sldMk cId="2413203205" sldId="279"/>
            <ac:graphicFrameMk id="4" creationId="{9FCD9658-4209-74C4-F715-D4D649C0CCD3}"/>
          </ac:graphicFrameMkLst>
        </pc:graphicFrameChg>
      </pc:sldChg>
      <pc:sldChg chg="addSp delSp modSp add mod modAnim">
        <pc:chgData name="Timm Ziarnetzky" userId="aec35307-a43a-4d63-891b-eec9cbfc423f" providerId="ADAL" clId="{EA4146F4-1B7F-4DE2-8CED-541E46BBF44B}" dt="2022-05-10T09:45:31.025" v="594" actId="33524"/>
        <pc:sldMkLst>
          <pc:docMk/>
          <pc:sldMk cId="2932598466" sldId="280"/>
        </pc:sldMkLst>
        <pc:spChg chg="add mod">
          <ac:chgData name="Timm Ziarnetzky" userId="aec35307-a43a-4d63-891b-eec9cbfc423f" providerId="ADAL" clId="{EA4146F4-1B7F-4DE2-8CED-541E46BBF44B}" dt="2022-05-10T09:45:08.905" v="591" actId="207"/>
          <ac:spMkLst>
            <pc:docMk/>
            <pc:sldMk cId="2932598466" sldId="280"/>
            <ac:spMk id="5" creationId="{70C43706-082A-F24C-F00C-07E51D502823}"/>
          </ac:spMkLst>
        </pc:spChg>
        <pc:spChg chg="add mod">
          <ac:chgData name="Timm Ziarnetzky" userId="aec35307-a43a-4d63-891b-eec9cbfc423f" providerId="ADAL" clId="{EA4146F4-1B7F-4DE2-8CED-541E46BBF44B}" dt="2022-05-10T09:45:11.122" v="592" actId="207"/>
          <ac:spMkLst>
            <pc:docMk/>
            <pc:sldMk cId="2932598466" sldId="280"/>
            <ac:spMk id="6" creationId="{E66D5B58-1003-0E6B-3849-91EF9C0EA803}"/>
          </ac:spMkLst>
        </pc:spChg>
        <pc:spChg chg="add mod">
          <ac:chgData name="Timm Ziarnetzky" userId="aec35307-a43a-4d63-891b-eec9cbfc423f" providerId="ADAL" clId="{EA4146F4-1B7F-4DE2-8CED-541E46BBF44B}" dt="2022-05-10T09:45:00.106" v="588" actId="207"/>
          <ac:spMkLst>
            <pc:docMk/>
            <pc:sldMk cId="2932598466" sldId="280"/>
            <ac:spMk id="7" creationId="{10FA8F1C-A9C7-216E-10E7-485555F52B2B}"/>
          </ac:spMkLst>
        </pc:spChg>
        <pc:spChg chg="add mod">
          <ac:chgData name="Timm Ziarnetzky" userId="aec35307-a43a-4d63-891b-eec9cbfc423f" providerId="ADAL" clId="{EA4146F4-1B7F-4DE2-8CED-541E46BBF44B}" dt="2022-05-10T09:45:31.025" v="594" actId="33524"/>
          <ac:spMkLst>
            <pc:docMk/>
            <pc:sldMk cId="2932598466" sldId="280"/>
            <ac:spMk id="8" creationId="{5695FFA9-2D15-CBC7-8CC7-6DEF682F2056}"/>
          </ac:spMkLst>
        </pc:spChg>
        <pc:spChg chg="add mod">
          <ac:chgData name="Timm Ziarnetzky" userId="aec35307-a43a-4d63-891b-eec9cbfc423f" providerId="ADAL" clId="{EA4146F4-1B7F-4DE2-8CED-541E46BBF44B}" dt="2022-05-10T09:45:21.972" v="593" actId="33524"/>
          <ac:spMkLst>
            <pc:docMk/>
            <pc:sldMk cId="2932598466" sldId="280"/>
            <ac:spMk id="9" creationId="{14EDAA21-C9DC-21C0-F95E-5B109C7B34D1}"/>
          </ac:spMkLst>
        </pc:spChg>
        <pc:spChg chg="add mod">
          <ac:chgData name="Timm Ziarnetzky" userId="aec35307-a43a-4d63-891b-eec9cbfc423f" providerId="ADAL" clId="{EA4146F4-1B7F-4DE2-8CED-541E46BBF44B}" dt="2022-05-10T09:44:54.018" v="587" actId="1037"/>
          <ac:spMkLst>
            <pc:docMk/>
            <pc:sldMk cId="2932598466" sldId="280"/>
            <ac:spMk id="10" creationId="{731731A9-0221-F576-D5F4-CD8F9B36D3F8}"/>
          </ac:spMkLst>
        </pc:spChg>
        <pc:spChg chg="mod">
          <ac:chgData name="Timm Ziarnetzky" userId="aec35307-a43a-4d63-891b-eec9cbfc423f" providerId="ADAL" clId="{EA4146F4-1B7F-4DE2-8CED-541E46BBF44B}" dt="2022-05-10T09:43:08.245" v="568" actId="6549"/>
          <ac:spMkLst>
            <pc:docMk/>
            <pc:sldMk cId="2932598466" sldId="280"/>
            <ac:spMk id="12" creationId="{D17C78FA-6558-49E1-A947-A702203CBA50}"/>
          </ac:spMkLst>
        </pc:spChg>
        <pc:spChg chg="del mod">
          <ac:chgData name="Timm Ziarnetzky" userId="aec35307-a43a-4d63-891b-eec9cbfc423f" providerId="ADAL" clId="{EA4146F4-1B7F-4DE2-8CED-541E46BBF44B}" dt="2022-05-10T09:43:02.386" v="548" actId="478"/>
          <ac:spMkLst>
            <pc:docMk/>
            <pc:sldMk cId="2932598466" sldId="280"/>
            <ac:spMk id="13" creationId="{9EFE2027-5700-4C3D-BDF6-799D626AF7C2}"/>
          </ac:spMkLst>
        </pc:spChg>
        <pc:graphicFrameChg chg="del">
          <ac:chgData name="Timm Ziarnetzky" userId="aec35307-a43a-4d63-891b-eec9cbfc423f" providerId="ADAL" clId="{EA4146F4-1B7F-4DE2-8CED-541E46BBF44B}" dt="2022-05-10T09:42:52.392" v="546" actId="478"/>
          <ac:graphicFrameMkLst>
            <pc:docMk/>
            <pc:sldMk cId="2932598466" sldId="280"/>
            <ac:graphicFrameMk id="4" creationId="{9FCD9658-4209-74C4-F715-D4D649C0CCD3}"/>
          </ac:graphicFrameMkLst>
        </pc:graphicFrameChg>
        <pc:cxnChg chg="add mod">
          <ac:chgData name="Timm Ziarnetzky" userId="aec35307-a43a-4d63-891b-eec9cbfc423f" providerId="ADAL" clId="{EA4146F4-1B7F-4DE2-8CED-541E46BBF44B}" dt="2022-05-10T09:44:54.018" v="587" actId="1037"/>
          <ac:cxnSpMkLst>
            <pc:docMk/>
            <pc:sldMk cId="2932598466" sldId="280"/>
            <ac:cxnSpMk id="11" creationId="{BECABE69-2726-FB43-DCEB-5CAF906B536C}"/>
          </ac:cxnSpMkLst>
        </pc:cxnChg>
        <pc:cxnChg chg="add mod">
          <ac:chgData name="Timm Ziarnetzky" userId="aec35307-a43a-4d63-891b-eec9cbfc423f" providerId="ADAL" clId="{EA4146F4-1B7F-4DE2-8CED-541E46BBF44B}" dt="2022-05-10T09:44:54.018" v="587" actId="1037"/>
          <ac:cxnSpMkLst>
            <pc:docMk/>
            <pc:sldMk cId="2932598466" sldId="280"/>
            <ac:cxnSpMk id="14" creationId="{6379E991-4CAD-7C6F-9C02-718483885DCE}"/>
          </ac:cxnSpMkLst>
        </pc:cxnChg>
        <pc:cxnChg chg="add mod">
          <ac:chgData name="Timm Ziarnetzky" userId="aec35307-a43a-4d63-891b-eec9cbfc423f" providerId="ADAL" clId="{EA4146F4-1B7F-4DE2-8CED-541E46BBF44B}" dt="2022-05-10T09:44:54.018" v="587" actId="1037"/>
          <ac:cxnSpMkLst>
            <pc:docMk/>
            <pc:sldMk cId="2932598466" sldId="280"/>
            <ac:cxnSpMk id="15" creationId="{05829A0C-1928-A77D-1584-A6D53ED6DAC6}"/>
          </ac:cxnSpMkLst>
        </pc:cxnChg>
        <pc:cxnChg chg="add mod">
          <ac:chgData name="Timm Ziarnetzky" userId="aec35307-a43a-4d63-891b-eec9cbfc423f" providerId="ADAL" clId="{EA4146F4-1B7F-4DE2-8CED-541E46BBF44B}" dt="2022-05-10T09:44:54.018" v="587" actId="1037"/>
          <ac:cxnSpMkLst>
            <pc:docMk/>
            <pc:sldMk cId="2932598466" sldId="280"/>
            <ac:cxnSpMk id="16" creationId="{AF2CD81A-BE84-CADD-A0A3-E9742F580759}"/>
          </ac:cxnSpMkLst>
        </pc:cxnChg>
        <pc:cxnChg chg="add mod">
          <ac:chgData name="Timm Ziarnetzky" userId="aec35307-a43a-4d63-891b-eec9cbfc423f" providerId="ADAL" clId="{EA4146F4-1B7F-4DE2-8CED-541E46BBF44B}" dt="2022-05-10T09:44:54.018" v="587" actId="1037"/>
          <ac:cxnSpMkLst>
            <pc:docMk/>
            <pc:sldMk cId="2932598466" sldId="280"/>
            <ac:cxnSpMk id="17" creationId="{B49203E1-2713-BA24-D7F3-B0A0501A4D55}"/>
          </ac:cxnSpMkLst>
        </pc:cxnChg>
        <pc:cxnChg chg="add mod">
          <ac:chgData name="Timm Ziarnetzky" userId="aec35307-a43a-4d63-891b-eec9cbfc423f" providerId="ADAL" clId="{EA4146F4-1B7F-4DE2-8CED-541E46BBF44B}" dt="2022-05-10T09:44:54.018" v="587" actId="1037"/>
          <ac:cxnSpMkLst>
            <pc:docMk/>
            <pc:sldMk cId="2932598466" sldId="280"/>
            <ac:cxnSpMk id="18" creationId="{4D9BC383-2E5A-3810-8EC9-0FEDF2FCE474}"/>
          </ac:cxnSpMkLst>
        </pc:cxnChg>
      </pc:sldChg>
      <pc:sldChg chg="delSp modSp add mod">
        <pc:chgData name="Timm Ziarnetzky" userId="aec35307-a43a-4d63-891b-eec9cbfc423f" providerId="ADAL" clId="{EA4146F4-1B7F-4DE2-8CED-541E46BBF44B}" dt="2022-05-10T09:51:15.123" v="676" actId="113"/>
        <pc:sldMkLst>
          <pc:docMk/>
          <pc:sldMk cId="2492990146" sldId="281"/>
        </pc:sldMkLst>
        <pc:spChg chg="mod">
          <ac:chgData name="Timm Ziarnetzky" userId="aec35307-a43a-4d63-891b-eec9cbfc423f" providerId="ADAL" clId="{EA4146F4-1B7F-4DE2-8CED-541E46BBF44B}" dt="2022-05-10T09:51:15.123" v="676" actId="113"/>
          <ac:spMkLst>
            <pc:docMk/>
            <pc:sldMk cId="2492990146" sldId="281"/>
            <ac:spMk id="12" creationId="{D17C78FA-6558-49E1-A947-A702203CBA50}"/>
          </ac:spMkLst>
        </pc:spChg>
        <pc:spChg chg="mod">
          <ac:chgData name="Timm Ziarnetzky" userId="aec35307-a43a-4d63-891b-eec9cbfc423f" providerId="ADAL" clId="{EA4146F4-1B7F-4DE2-8CED-541E46BBF44B}" dt="2022-05-10T09:50:53.038" v="672" actId="14100"/>
          <ac:spMkLst>
            <pc:docMk/>
            <pc:sldMk cId="2492990146" sldId="281"/>
            <ac:spMk id="13" creationId="{9EFE2027-5700-4C3D-BDF6-799D626AF7C2}"/>
          </ac:spMkLst>
        </pc:spChg>
        <pc:spChg chg="del">
          <ac:chgData name="Timm Ziarnetzky" userId="aec35307-a43a-4d63-891b-eec9cbfc423f" providerId="ADAL" clId="{EA4146F4-1B7F-4DE2-8CED-541E46BBF44B}" dt="2022-05-10T09:50:45.753" v="669" actId="478"/>
          <ac:spMkLst>
            <pc:docMk/>
            <pc:sldMk cId="2492990146" sldId="281"/>
            <ac:spMk id="22" creationId="{7E1CB7A5-C7BA-4F51-95CC-91AF3D5F1306}"/>
          </ac:spMkLst>
        </pc:spChg>
        <pc:spChg chg="del">
          <ac:chgData name="Timm Ziarnetzky" userId="aec35307-a43a-4d63-891b-eec9cbfc423f" providerId="ADAL" clId="{EA4146F4-1B7F-4DE2-8CED-541E46BBF44B}" dt="2022-05-10T09:50:47.247" v="671" actId="478"/>
          <ac:spMkLst>
            <pc:docMk/>
            <pc:sldMk cId="2492990146" sldId="281"/>
            <ac:spMk id="23" creationId="{0F8121F3-7C81-4F6C-8899-FD5A2517FFD7}"/>
          </ac:spMkLst>
        </pc:spChg>
        <pc:spChg chg="del">
          <ac:chgData name="Timm Ziarnetzky" userId="aec35307-a43a-4d63-891b-eec9cbfc423f" providerId="ADAL" clId="{EA4146F4-1B7F-4DE2-8CED-541E46BBF44B}" dt="2022-05-10T09:50:46.527" v="670" actId="478"/>
          <ac:spMkLst>
            <pc:docMk/>
            <pc:sldMk cId="2492990146" sldId="281"/>
            <ac:spMk id="24" creationId="{8B1AF901-E4F8-4E21-97E8-9F58B5E81B8F}"/>
          </ac:spMkLst>
        </pc:spChg>
      </pc:sldChg>
      <pc:sldChg chg="add del">
        <pc:chgData name="Timm Ziarnetzky" userId="aec35307-a43a-4d63-891b-eec9cbfc423f" providerId="ADAL" clId="{EA4146F4-1B7F-4DE2-8CED-541E46BBF44B}" dt="2022-05-10T10:00:18.989" v="886" actId="47"/>
        <pc:sldMkLst>
          <pc:docMk/>
          <pc:sldMk cId="352123524" sldId="282"/>
        </pc:sldMkLst>
      </pc:sldChg>
      <pc:sldChg chg="addSp delSp modSp add mod modAnim">
        <pc:chgData name="Timm Ziarnetzky" userId="aec35307-a43a-4d63-891b-eec9cbfc423f" providerId="ADAL" clId="{EA4146F4-1B7F-4DE2-8CED-541E46BBF44B}" dt="2022-05-10T10:00:05.335" v="885" actId="1076"/>
        <pc:sldMkLst>
          <pc:docMk/>
          <pc:sldMk cId="2185296429" sldId="283"/>
        </pc:sldMkLst>
        <pc:spChg chg="add del mod">
          <ac:chgData name="Timm Ziarnetzky" userId="aec35307-a43a-4d63-891b-eec9cbfc423f" providerId="ADAL" clId="{EA4146F4-1B7F-4DE2-8CED-541E46BBF44B}" dt="2022-05-10T09:51:22.191" v="678" actId="478"/>
          <ac:spMkLst>
            <pc:docMk/>
            <pc:sldMk cId="2185296429" sldId="283"/>
            <ac:spMk id="3" creationId="{E3FBE372-4AB6-A49E-7C05-C9A0E0862BC4}"/>
          </ac:spMkLst>
        </pc:spChg>
        <pc:spChg chg="add del mod">
          <ac:chgData name="Timm Ziarnetzky" userId="aec35307-a43a-4d63-891b-eec9cbfc423f" providerId="ADAL" clId="{EA4146F4-1B7F-4DE2-8CED-541E46BBF44B}" dt="2022-05-10T09:53:14.148" v="680"/>
          <ac:spMkLst>
            <pc:docMk/>
            <pc:sldMk cId="2185296429" sldId="283"/>
            <ac:spMk id="6" creationId="{41D72DF3-C9FE-F013-9C87-1E21F3608525}"/>
          </ac:spMkLst>
        </pc:spChg>
        <pc:spChg chg="add del mod">
          <ac:chgData name="Timm Ziarnetzky" userId="aec35307-a43a-4d63-891b-eec9cbfc423f" providerId="ADAL" clId="{EA4146F4-1B7F-4DE2-8CED-541E46BBF44B}" dt="2022-05-10T09:53:14.148" v="680"/>
          <ac:spMkLst>
            <pc:docMk/>
            <pc:sldMk cId="2185296429" sldId="283"/>
            <ac:spMk id="7" creationId="{F3019EC2-9B1F-845C-AE96-026DBBDC45DF}"/>
          </ac:spMkLst>
        </pc:spChg>
        <pc:spChg chg="add del mod">
          <ac:chgData name="Timm Ziarnetzky" userId="aec35307-a43a-4d63-891b-eec9cbfc423f" providerId="ADAL" clId="{EA4146F4-1B7F-4DE2-8CED-541E46BBF44B}" dt="2022-05-10T09:53:14.148" v="680"/>
          <ac:spMkLst>
            <pc:docMk/>
            <pc:sldMk cId="2185296429" sldId="283"/>
            <ac:spMk id="8" creationId="{CFF80C32-6AE5-0923-0E12-2ABC3AAD5388}"/>
          </ac:spMkLst>
        </pc:spChg>
        <pc:spChg chg="add del mod">
          <ac:chgData name="Timm Ziarnetzky" userId="aec35307-a43a-4d63-891b-eec9cbfc423f" providerId="ADAL" clId="{EA4146F4-1B7F-4DE2-8CED-541E46BBF44B}" dt="2022-05-10T09:53:14.148" v="680"/>
          <ac:spMkLst>
            <pc:docMk/>
            <pc:sldMk cId="2185296429" sldId="283"/>
            <ac:spMk id="9" creationId="{AF808662-ACEB-18E5-9831-CA3A5DD4A921}"/>
          </ac:spMkLst>
        </pc:spChg>
        <pc:spChg chg="add del mod">
          <ac:chgData name="Timm Ziarnetzky" userId="aec35307-a43a-4d63-891b-eec9cbfc423f" providerId="ADAL" clId="{EA4146F4-1B7F-4DE2-8CED-541E46BBF44B}" dt="2022-05-10T09:53:14.148" v="680"/>
          <ac:spMkLst>
            <pc:docMk/>
            <pc:sldMk cId="2185296429" sldId="283"/>
            <ac:spMk id="10" creationId="{7A083D40-09F7-5ADA-0830-B24B235FDEE3}"/>
          </ac:spMkLst>
        </pc:spChg>
        <pc:spChg chg="add del mod">
          <ac:chgData name="Timm Ziarnetzky" userId="aec35307-a43a-4d63-891b-eec9cbfc423f" providerId="ADAL" clId="{EA4146F4-1B7F-4DE2-8CED-541E46BBF44B}" dt="2022-05-10T09:53:14.148" v="680"/>
          <ac:spMkLst>
            <pc:docMk/>
            <pc:sldMk cId="2185296429" sldId="283"/>
            <ac:spMk id="11" creationId="{3B0DF059-E683-7674-2F64-07693589E3C9}"/>
          </ac:spMkLst>
        </pc:spChg>
        <pc:spChg chg="mod">
          <ac:chgData name="Timm Ziarnetzky" userId="aec35307-a43a-4d63-891b-eec9cbfc423f" providerId="ADAL" clId="{EA4146F4-1B7F-4DE2-8CED-541E46BBF44B}" dt="2022-05-10T09:51:08.565" v="674" actId="20577"/>
          <ac:spMkLst>
            <pc:docMk/>
            <pc:sldMk cId="2185296429" sldId="283"/>
            <ac:spMk id="12" creationId="{D17C78FA-6558-49E1-A947-A702203CBA50}"/>
          </ac:spMkLst>
        </pc:spChg>
        <pc:spChg chg="del">
          <ac:chgData name="Timm Ziarnetzky" userId="aec35307-a43a-4d63-891b-eec9cbfc423f" providerId="ADAL" clId="{EA4146F4-1B7F-4DE2-8CED-541E46BBF44B}" dt="2022-05-10T09:51:20.975" v="677" actId="478"/>
          <ac:spMkLst>
            <pc:docMk/>
            <pc:sldMk cId="2185296429" sldId="283"/>
            <ac:spMk id="13" creationId="{9EFE2027-5700-4C3D-BDF6-799D626AF7C2}"/>
          </ac:spMkLst>
        </pc:spChg>
        <pc:spChg chg="add del mod">
          <ac:chgData name="Timm Ziarnetzky" userId="aec35307-a43a-4d63-891b-eec9cbfc423f" providerId="ADAL" clId="{EA4146F4-1B7F-4DE2-8CED-541E46BBF44B}" dt="2022-05-10T09:53:14.148" v="680"/>
          <ac:spMkLst>
            <pc:docMk/>
            <pc:sldMk cId="2185296429" sldId="283"/>
            <ac:spMk id="14" creationId="{0A2DCA3F-C06E-FAB6-AA43-ADEA24BB76EF}"/>
          </ac:spMkLst>
        </pc:spChg>
        <pc:spChg chg="add del mod">
          <ac:chgData name="Timm Ziarnetzky" userId="aec35307-a43a-4d63-891b-eec9cbfc423f" providerId="ADAL" clId="{EA4146F4-1B7F-4DE2-8CED-541E46BBF44B}" dt="2022-05-10T09:53:14.148" v="680"/>
          <ac:spMkLst>
            <pc:docMk/>
            <pc:sldMk cId="2185296429" sldId="283"/>
            <ac:spMk id="15" creationId="{5C683A80-529E-A38C-C3C5-9E6EBC86BFA1}"/>
          </ac:spMkLst>
        </pc:spChg>
        <pc:spChg chg="add del mod">
          <ac:chgData name="Timm Ziarnetzky" userId="aec35307-a43a-4d63-891b-eec9cbfc423f" providerId="ADAL" clId="{EA4146F4-1B7F-4DE2-8CED-541E46BBF44B}" dt="2022-05-10T09:53:14.148" v="680"/>
          <ac:spMkLst>
            <pc:docMk/>
            <pc:sldMk cId="2185296429" sldId="283"/>
            <ac:spMk id="16" creationId="{2391347F-7DD6-77A9-CFBF-7E7F5592F80E}"/>
          </ac:spMkLst>
        </pc:spChg>
        <pc:spChg chg="add del mod">
          <ac:chgData name="Timm Ziarnetzky" userId="aec35307-a43a-4d63-891b-eec9cbfc423f" providerId="ADAL" clId="{EA4146F4-1B7F-4DE2-8CED-541E46BBF44B}" dt="2022-05-10T09:53:14.148" v="680"/>
          <ac:spMkLst>
            <pc:docMk/>
            <pc:sldMk cId="2185296429" sldId="283"/>
            <ac:spMk id="17" creationId="{64A4A2B5-8423-79E9-4F5C-EA99AB9E9A39}"/>
          </ac:spMkLst>
        </pc:spChg>
        <pc:spChg chg="add del mod">
          <ac:chgData name="Timm Ziarnetzky" userId="aec35307-a43a-4d63-891b-eec9cbfc423f" providerId="ADAL" clId="{EA4146F4-1B7F-4DE2-8CED-541E46BBF44B}" dt="2022-05-10T09:53:14.148" v="680"/>
          <ac:spMkLst>
            <pc:docMk/>
            <pc:sldMk cId="2185296429" sldId="283"/>
            <ac:spMk id="18" creationId="{F623F9DE-8502-17D4-8191-600A9D6ABCF8}"/>
          </ac:spMkLst>
        </pc:spChg>
        <pc:spChg chg="add del mod">
          <ac:chgData name="Timm Ziarnetzky" userId="aec35307-a43a-4d63-891b-eec9cbfc423f" providerId="ADAL" clId="{EA4146F4-1B7F-4DE2-8CED-541E46BBF44B}" dt="2022-05-10T09:53:14.148" v="680"/>
          <ac:spMkLst>
            <pc:docMk/>
            <pc:sldMk cId="2185296429" sldId="283"/>
            <ac:spMk id="19" creationId="{02588E14-3097-07B4-D35B-95BFEECCC2EE}"/>
          </ac:spMkLst>
        </pc:spChg>
        <pc:spChg chg="add del mod">
          <ac:chgData name="Timm Ziarnetzky" userId="aec35307-a43a-4d63-891b-eec9cbfc423f" providerId="ADAL" clId="{EA4146F4-1B7F-4DE2-8CED-541E46BBF44B}" dt="2022-05-10T09:53:14.148" v="680"/>
          <ac:spMkLst>
            <pc:docMk/>
            <pc:sldMk cId="2185296429" sldId="283"/>
            <ac:spMk id="20" creationId="{38F32F99-88EF-1932-274C-0E6DD0395BC4}"/>
          </ac:spMkLst>
        </pc:spChg>
        <pc:spChg chg="add del mod">
          <ac:chgData name="Timm Ziarnetzky" userId="aec35307-a43a-4d63-891b-eec9cbfc423f" providerId="ADAL" clId="{EA4146F4-1B7F-4DE2-8CED-541E46BBF44B}" dt="2022-05-10T09:53:14.148" v="680"/>
          <ac:spMkLst>
            <pc:docMk/>
            <pc:sldMk cId="2185296429" sldId="283"/>
            <ac:spMk id="21" creationId="{B0185F6C-989E-05DB-2AA9-ED867CCB04C6}"/>
          </ac:spMkLst>
        </pc:spChg>
        <pc:spChg chg="add del mod">
          <ac:chgData name="Timm Ziarnetzky" userId="aec35307-a43a-4d63-891b-eec9cbfc423f" providerId="ADAL" clId="{EA4146F4-1B7F-4DE2-8CED-541E46BBF44B}" dt="2022-05-10T09:53:14.148" v="680"/>
          <ac:spMkLst>
            <pc:docMk/>
            <pc:sldMk cId="2185296429" sldId="283"/>
            <ac:spMk id="22" creationId="{15BB41FC-0E8F-9323-89B0-46E42554876F}"/>
          </ac:spMkLst>
        </pc:spChg>
        <pc:spChg chg="add del mod">
          <ac:chgData name="Timm Ziarnetzky" userId="aec35307-a43a-4d63-891b-eec9cbfc423f" providerId="ADAL" clId="{EA4146F4-1B7F-4DE2-8CED-541E46BBF44B}" dt="2022-05-10T09:53:14.148" v="680"/>
          <ac:spMkLst>
            <pc:docMk/>
            <pc:sldMk cId="2185296429" sldId="283"/>
            <ac:spMk id="23" creationId="{23514B7F-1929-C27A-527D-1F5F49FAEE0E}"/>
          </ac:spMkLst>
        </pc:spChg>
        <pc:spChg chg="add del mod">
          <ac:chgData name="Timm Ziarnetzky" userId="aec35307-a43a-4d63-891b-eec9cbfc423f" providerId="ADAL" clId="{EA4146F4-1B7F-4DE2-8CED-541E46BBF44B}" dt="2022-05-10T09:53:14.148" v="680"/>
          <ac:spMkLst>
            <pc:docMk/>
            <pc:sldMk cId="2185296429" sldId="283"/>
            <ac:spMk id="24" creationId="{9CE05A1B-515C-B85F-2EF8-932D261712AC}"/>
          </ac:spMkLst>
        </pc:spChg>
        <pc:spChg chg="add del mod">
          <ac:chgData name="Timm Ziarnetzky" userId="aec35307-a43a-4d63-891b-eec9cbfc423f" providerId="ADAL" clId="{EA4146F4-1B7F-4DE2-8CED-541E46BBF44B}" dt="2022-05-10T09:53:14.148" v="680"/>
          <ac:spMkLst>
            <pc:docMk/>
            <pc:sldMk cId="2185296429" sldId="283"/>
            <ac:spMk id="25" creationId="{AD3540CB-2B8D-DC70-074A-C6787DE1A7CD}"/>
          </ac:spMkLst>
        </pc:spChg>
        <pc:spChg chg="add del mod">
          <ac:chgData name="Timm Ziarnetzky" userId="aec35307-a43a-4d63-891b-eec9cbfc423f" providerId="ADAL" clId="{EA4146F4-1B7F-4DE2-8CED-541E46BBF44B}" dt="2022-05-10T09:53:14.148" v="680"/>
          <ac:spMkLst>
            <pc:docMk/>
            <pc:sldMk cId="2185296429" sldId="283"/>
            <ac:spMk id="26" creationId="{47CA3C3C-32E0-5B39-9BCB-38C2808D4C45}"/>
          </ac:spMkLst>
        </pc:spChg>
        <pc:spChg chg="add del mod">
          <ac:chgData name="Timm Ziarnetzky" userId="aec35307-a43a-4d63-891b-eec9cbfc423f" providerId="ADAL" clId="{EA4146F4-1B7F-4DE2-8CED-541E46BBF44B}" dt="2022-05-10T09:53:14.148" v="680"/>
          <ac:spMkLst>
            <pc:docMk/>
            <pc:sldMk cId="2185296429" sldId="283"/>
            <ac:spMk id="27" creationId="{6C3AEE36-BB58-835C-8F36-62ECD3C79655}"/>
          </ac:spMkLst>
        </pc:spChg>
        <pc:spChg chg="add del mod">
          <ac:chgData name="Timm Ziarnetzky" userId="aec35307-a43a-4d63-891b-eec9cbfc423f" providerId="ADAL" clId="{EA4146F4-1B7F-4DE2-8CED-541E46BBF44B}" dt="2022-05-10T09:53:14.148" v="680"/>
          <ac:spMkLst>
            <pc:docMk/>
            <pc:sldMk cId="2185296429" sldId="283"/>
            <ac:spMk id="28" creationId="{A211A11A-7569-85E5-F6CA-8AEDC235CD1F}"/>
          </ac:spMkLst>
        </pc:spChg>
        <pc:spChg chg="add del mod">
          <ac:chgData name="Timm Ziarnetzky" userId="aec35307-a43a-4d63-891b-eec9cbfc423f" providerId="ADAL" clId="{EA4146F4-1B7F-4DE2-8CED-541E46BBF44B}" dt="2022-05-10T09:53:14.148" v="680"/>
          <ac:spMkLst>
            <pc:docMk/>
            <pc:sldMk cId="2185296429" sldId="283"/>
            <ac:spMk id="29" creationId="{7C9463A6-A7BF-A734-40B1-5DFE4C603E06}"/>
          </ac:spMkLst>
        </pc:spChg>
        <pc:spChg chg="add del mod">
          <ac:chgData name="Timm Ziarnetzky" userId="aec35307-a43a-4d63-891b-eec9cbfc423f" providerId="ADAL" clId="{EA4146F4-1B7F-4DE2-8CED-541E46BBF44B}" dt="2022-05-10T09:53:14.148" v="680"/>
          <ac:spMkLst>
            <pc:docMk/>
            <pc:sldMk cId="2185296429" sldId="283"/>
            <ac:spMk id="30" creationId="{835F16EE-9737-E535-71E9-AACDE3C8F293}"/>
          </ac:spMkLst>
        </pc:spChg>
        <pc:spChg chg="add del mod">
          <ac:chgData name="Timm Ziarnetzky" userId="aec35307-a43a-4d63-891b-eec9cbfc423f" providerId="ADAL" clId="{EA4146F4-1B7F-4DE2-8CED-541E46BBF44B}" dt="2022-05-10T09:53:14.148" v="680"/>
          <ac:spMkLst>
            <pc:docMk/>
            <pc:sldMk cId="2185296429" sldId="283"/>
            <ac:spMk id="31" creationId="{0A21A270-F870-9828-D183-CCB9D2F5E47D}"/>
          </ac:spMkLst>
        </pc:spChg>
        <pc:spChg chg="add del mod">
          <ac:chgData name="Timm Ziarnetzky" userId="aec35307-a43a-4d63-891b-eec9cbfc423f" providerId="ADAL" clId="{EA4146F4-1B7F-4DE2-8CED-541E46BBF44B}" dt="2022-05-10T09:53:14.148" v="680"/>
          <ac:spMkLst>
            <pc:docMk/>
            <pc:sldMk cId="2185296429" sldId="283"/>
            <ac:spMk id="32" creationId="{80E5A0BF-D42A-9C0C-159F-CA3FC1B19E7D}"/>
          </ac:spMkLst>
        </pc:spChg>
        <pc:spChg chg="add del mod">
          <ac:chgData name="Timm Ziarnetzky" userId="aec35307-a43a-4d63-891b-eec9cbfc423f" providerId="ADAL" clId="{EA4146F4-1B7F-4DE2-8CED-541E46BBF44B}" dt="2022-05-10T09:53:14.148" v="680"/>
          <ac:spMkLst>
            <pc:docMk/>
            <pc:sldMk cId="2185296429" sldId="283"/>
            <ac:spMk id="33" creationId="{1F49439F-26E4-B6EA-7308-E94A0FC8EB8D}"/>
          </ac:spMkLst>
        </pc:spChg>
        <pc:spChg chg="add del mod">
          <ac:chgData name="Timm Ziarnetzky" userId="aec35307-a43a-4d63-891b-eec9cbfc423f" providerId="ADAL" clId="{EA4146F4-1B7F-4DE2-8CED-541E46BBF44B}" dt="2022-05-10T09:53:14.148" v="680"/>
          <ac:spMkLst>
            <pc:docMk/>
            <pc:sldMk cId="2185296429" sldId="283"/>
            <ac:spMk id="34" creationId="{7B2F43D2-E350-3404-346A-415931E9E3E0}"/>
          </ac:spMkLst>
        </pc:spChg>
        <pc:spChg chg="add del mod">
          <ac:chgData name="Timm Ziarnetzky" userId="aec35307-a43a-4d63-891b-eec9cbfc423f" providerId="ADAL" clId="{EA4146F4-1B7F-4DE2-8CED-541E46BBF44B}" dt="2022-05-10T09:53:14.148" v="680"/>
          <ac:spMkLst>
            <pc:docMk/>
            <pc:sldMk cId="2185296429" sldId="283"/>
            <ac:spMk id="35" creationId="{0C48525F-9A87-C4A2-FB51-C861A5195347}"/>
          </ac:spMkLst>
        </pc:spChg>
        <pc:spChg chg="add del mod">
          <ac:chgData name="Timm Ziarnetzky" userId="aec35307-a43a-4d63-891b-eec9cbfc423f" providerId="ADAL" clId="{EA4146F4-1B7F-4DE2-8CED-541E46BBF44B}" dt="2022-05-10T09:53:14.148" v="680"/>
          <ac:spMkLst>
            <pc:docMk/>
            <pc:sldMk cId="2185296429" sldId="283"/>
            <ac:spMk id="36" creationId="{1956062D-0478-F436-339C-3C5ED6FDCA5D}"/>
          </ac:spMkLst>
        </pc:spChg>
        <pc:spChg chg="add del mod">
          <ac:chgData name="Timm Ziarnetzky" userId="aec35307-a43a-4d63-891b-eec9cbfc423f" providerId="ADAL" clId="{EA4146F4-1B7F-4DE2-8CED-541E46BBF44B}" dt="2022-05-10T09:53:14.148" v="680"/>
          <ac:spMkLst>
            <pc:docMk/>
            <pc:sldMk cId="2185296429" sldId="283"/>
            <ac:spMk id="37" creationId="{5694E9A3-354E-EA00-6A9C-A14EA24C1E6B}"/>
          </ac:spMkLst>
        </pc:spChg>
        <pc:spChg chg="add del mod">
          <ac:chgData name="Timm Ziarnetzky" userId="aec35307-a43a-4d63-891b-eec9cbfc423f" providerId="ADAL" clId="{EA4146F4-1B7F-4DE2-8CED-541E46BBF44B}" dt="2022-05-10T09:53:14.148" v="680"/>
          <ac:spMkLst>
            <pc:docMk/>
            <pc:sldMk cId="2185296429" sldId="283"/>
            <ac:spMk id="38" creationId="{94108782-8817-93B9-8D6C-29625FEFEBB2}"/>
          </ac:spMkLst>
        </pc:spChg>
        <pc:spChg chg="add del mod">
          <ac:chgData name="Timm Ziarnetzky" userId="aec35307-a43a-4d63-891b-eec9cbfc423f" providerId="ADAL" clId="{EA4146F4-1B7F-4DE2-8CED-541E46BBF44B}" dt="2022-05-10T09:53:14.148" v="680"/>
          <ac:spMkLst>
            <pc:docMk/>
            <pc:sldMk cId="2185296429" sldId="283"/>
            <ac:spMk id="39" creationId="{C30F5466-F497-955B-9F04-C29C8A9288EC}"/>
          </ac:spMkLst>
        </pc:spChg>
        <pc:spChg chg="add del mod">
          <ac:chgData name="Timm Ziarnetzky" userId="aec35307-a43a-4d63-891b-eec9cbfc423f" providerId="ADAL" clId="{EA4146F4-1B7F-4DE2-8CED-541E46BBF44B}" dt="2022-05-10T09:53:14.148" v="680"/>
          <ac:spMkLst>
            <pc:docMk/>
            <pc:sldMk cId="2185296429" sldId="283"/>
            <ac:spMk id="40" creationId="{771DA5A1-ECAB-DC1E-B881-55A5E7B47DA6}"/>
          </ac:spMkLst>
        </pc:spChg>
        <pc:spChg chg="add del mod">
          <ac:chgData name="Timm Ziarnetzky" userId="aec35307-a43a-4d63-891b-eec9cbfc423f" providerId="ADAL" clId="{EA4146F4-1B7F-4DE2-8CED-541E46BBF44B}" dt="2022-05-10T09:53:14.148" v="680"/>
          <ac:spMkLst>
            <pc:docMk/>
            <pc:sldMk cId="2185296429" sldId="283"/>
            <ac:spMk id="41" creationId="{5BFC3E62-2057-7D0A-CB14-EDD0BA4AD9B6}"/>
          </ac:spMkLst>
        </pc:spChg>
        <pc:spChg chg="add del mod">
          <ac:chgData name="Timm Ziarnetzky" userId="aec35307-a43a-4d63-891b-eec9cbfc423f" providerId="ADAL" clId="{EA4146F4-1B7F-4DE2-8CED-541E46BBF44B}" dt="2022-05-10T09:53:14.148" v="680"/>
          <ac:spMkLst>
            <pc:docMk/>
            <pc:sldMk cId="2185296429" sldId="283"/>
            <ac:spMk id="42" creationId="{F054EBFC-C889-1F50-E34B-0D10507F1409}"/>
          </ac:spMkLst>
        </pc:spChg>
        <pc:spChg chg="add del mod">
          <ac:chgData name="Timm Ziarnetzky" userId="aec35307-a43a-4d63-891b-eec9cbfc423f" providerId="ADAL" clId="{EA4146F4-1B7F-4DE2-8CED-541E46BBF44B}" dt="2022-05-10T09:53:14.148" v="680"/>
          <ac:spMkLst>
            <pc:docMk/>
            <pc:sldMk cId="2185296429" sldId="283"/>
            <ac:spMk id="43" creationId="{7D633BB9-9569-3EAA-AD63-6EA4B9D8598D}"/>
          </ac:spMkLst>
        </pc:spChg>
        <pc:spChg chg="add del mod">
          <ac:chgData name="Timm Ziarnetzky" userId="aec35307-a43a-4d63-891b-eec9cbfc423f" providerId="ADAL" clId="{EA4146F4-1B7F-4DE2-8CED-541E46BBF44B}" dt="2022-05-10T09:53:14.148" v="680"/>
          <ac:spMkLst>
            <pc:docMk/>
            <pc:sldMk cId="2185296429" sldId="283"/>
            <ac:spMk id="44" creationId="{69F92E07-DE9B-8AE8-9934-CC00B5C3CD33}"/>
          </ac:spMkLst>
        </pc:spChg>
        <pc:spChg chg="add del mod">
          <ac:chgData name="Timm Ziarnetzky" userId="aec35307-a43a-4d63-891b-eec9cbfc423f" providerId="ADAL" clId="{EA4146F4-1B7F-4DE2-8CED-541E46BBF44B}" dt="2022-05-10T09:53:14.148" v="680"/>
          <ac:spMkLst>
            <pc:docMk/>
            <pc:sldMk cId="2185296429" sldId="283"/>
            <ac:spMk id="45" creationId="{D0533CCA-6FCD-12C1-1061-B52287AB852C}"/>
          </ac:spMkLst>
        </pc:spChg>
        <pc:spChg chg="add del mod">
          <ac:chgData name="Timm Ziarnetzky" userId="aec35307-a43a-4d63-891b-eec9cbfc423f" providerId="ADAL" clId="{EA4146F4-1B7F-4DE2-8CED-541E46BBF44B}" dt="2022-05-10T09:53:14.148" v="680"/>
          <ac:spMkLst>
            <pc:docMk/>
            <pc:sldMk cId="2185296429" sldId="283"/>
            <ac:spMk id="46" creationId="{8DBC8EC2-3E2A-74CC-6098-9AA441E4E188}"/>
          </ac:spMkLst>
        </pc:spChg>
        <pc:spChg chg="add del mod">
          <ac:chgData name="Timm Ziarnetzky" userId="aec35307-a43a-4d63-891b-eec9cbfc423f" providerId="ADAL" clId="{EA4146F4-1B7F-4DE2-8CED-541E46BBF44B}" dt="2022-05-10T09:53:14.148" v="680"/>
          <ac:spMkLst>
            <pc:docMk/>
            <pc:sldMk cId="2185296429" sldId="283"/>
            <ac:spMk id="47" creationId="{DF4EDB45-F014-24E5-284F-2F92612B6A43}"/>
          </ac:spMkLst>
        </pc:spChg>
        <pc:spChg chg="add del mod">
          <ac:chgData name="Timm Ziarnetzky" userId="aec35307-a43a-4d63-891b-eec9cbfc423f" providerId="ADAL" clId="{EA4146F4-1B7F-4DE2-8CED-541E46BBF44B}" dt="2022-05-10T09:53:14.148" v="680"/>
          <ac:spMkLst>
            <pc:docMk/>
            <pc:sldMk cId="2185296429" sldId="283"/>
            <ac:spMk id="48" creationId="{E3987B1C-1364-6B0C-02EA-013CFDEED80E}"/>
          </ac:spMkLst>
        </pc:spChg>
        <pc:spChg chg="add del mod">
          <ac:chgData name="Timm Ziarnetzky" userId="aec35307-a43a-4d63-891b-eec9cbfc423f" providerId="ADAL" clId="{EA4146F4-1B7F-4DE2-8CED-541E46BBF44B}" dt="2022-05-10T09:53:14.148" v="680"/>
          <ac:spMkLst>
            <pc:docMk/>
            <pc:sldMk cId="2185296429" sldId="283"/>
            <ac:spMk id="49" creationId="{52236E12-5967-C2D3-AD16-E21821A5AB81}"/>
          </ac:spMkLst>
        </pc:spChg>
        <pc:spChg chg="add del mod">
          <ac:chgData name="Timm Ziarnetzky" userId="aec35307-a43a-4d63-891b-eec9cbfc423f" providerId="ADAL" clId="{EA4146F4-1B7F-4DE2-8CED-541E46BBF44B}" dt="2022-05-10T09:53:14.148" v="680"/>
          <ac:spMkLst>
            <pc:docMk/>
            <pc:sldMk cId="2185296429" sldId="283"/>
            <ac:spMk id="50" creationId="{648EE346-68F5-2BE1-A2E5-DCA43D3FBAFA}"/>
          </ac:spMkLst>
        </pc:spChg>
        <pc:spChg chg="add del mod">
          <ac:chgData name="Timm Ziarnetzky" userId="aec35307-a43a-4d63-891b-eec9cbfc423f" providerId="ADAL" clId="{EA4146F4-1B7F-4DE2-8CED-541E46BBF44B}" dt="2022-05-10T09:53:14.148" v="680"/>
          <ac:spMkLst>
            <pc:docMk/>
            <pc:sldMk cId="2185296429" sldId="283"/>
            <ac:spMk id="51" creationId="{A36ECFB2-9E95-B0BC-B809-3E24A9B1B2E1}"/>
          </ac:spMkLst>
        </pc:spChg>
        <pc:spChg chg="add del mod">
          <ac:chgData name="Timm Ziarnetzky" userId="aec35307-a43a-4d63-891b-eec9cbfc423f" providerId="ADAL" clId="{EA4146F4-1B7F-4DE2-8CED-541E46BBF44B}" dt="2022-05-10T09:53:14.148" v="680"/>
          <ac:spMkLst>
            <pc:docMk/>
            <pc:sldMk cId="2185296429" sldId="283"/>
            <ac:spMk id="52" creationId="{B88DAD44-D5B8-BC54-179F-1BA3AF31111D}"/>
          </ac:spMkLst>
        </pc:spChg>
        <pc:spChg chg="add mod">
          <ac:chgData name="Timm Ziarnetzky" userId="aec35307-a43a-4d63-891b-eec9cbfc423f" providerId="ADAL" clId="{EA4146F4-1B7F-4DE2-8CED-541E46BBF44B}" dt="2022-05-10T09:59:44.151" v="884" actId="1038"/>
          <ac:spMkLst>
            <pc:docMk/>
            <pc:sldMk cId="2185296429" sldId="283"/>
            <ac:spMk id="53" creationId="{5A9D1141-50A1-793D-DA98-D1E2C0B09AA7}"/>
          </ac:spMkLst>
        </pc:spChg>
        <pc:spChg chg="add mod">
          <ac:chgData name="Timm Ziarnetzky" userId="aec35307-a43a-4d63-891b-eec9cbfc423f" providerId="ADAL" clId="{EA4146F4-1B7F-4DE2-8CED-541E46BBF44B}" dt="2022-05-10T09:59:44.151" v="884" actId="1038"/>
          <ac:spMkLst>
            <pc:docMk/>
            <pc:sldMk cId="2185296429" sldId="283"/>
            <ac:spMk id="54" creationId="{169A6E1E-81E1-A83D-4504-D214E3E8C539}"/>
          </ac:spMkLst>
        </pc:spChg>
        <pc:spChg chg="add mod">
          <ac:chgData name="Timm Ziarnetzky" userId="aec35307-a43a-4d63-891b-eec9cbfc423f" providerId="ADAL" clId="{EA4146F4-1B7F-4DE2-8CED-541E46BBF44B}" dt="2022-05-10T09:59:44.151" v="884" actId="1038"/>
          <ac:spMkLst>
            <pc:docMk/>
            <pc:sldMk cId="2185296429" sldId="283"/>
            <ac:spMk id="55" creationId="{A376E6FD-B0FD-930C-0CD1-F909438C1CE0}"/>
          </ac:spMkLst>
        </pc:spChg>
        <pc:spChg chg="add mod">
          <ac:chgData name="Timm Ziarnetzky" userId="aec35307-a43a-4d63-891b-eec9cbfc423f" providerId="ADAL" clId="{EA4146F4-1B7F-4DE2-8CED-541E46BBF44B}" dt="2022-05-10T09:59:44.151" v="884" actId="1038"/>
          <ac:spMkLst>
            <pc:docMk/>
            <pc:sldMk cId="2185296429" sldId="283"/>
            <ac:spMk id="56" creationId="{95520859-CAB1-9507-388D-E26C571061E5}"/>
          </ac:spMkLst>
        </pc:spChg>
        <pc:spChg chg="add mod">
          <ac:chgData name="Timm Ziarnetzky" userId="aec35307-a43a-4d63-891b-eec9cbfc423f" providerId="ADAL" clId="{EA4146F4-1B7F-4DE2-8CED-541E46BBF44B}" dt="2022-05-10T09:59:44.151" v="884" actId="1038"/>
          <ac:spMkLst>
            <pc:docMk/>
            <pc:sldMk cId="2185296429" sldId="283"/>
            <ac:spMk id="57" creationId="{87612A98-A84E-C765-1E2F-F9E55052EE99}"/>
          </ac:spMkLst>
        </pc:spChg>
        <pc:spChg chg="add mod">
          <ac:chgData name="Timm Ziarnetzky" userId="aec35307-a43a-4d63-891b-eec9cbfc423f" providerId="ADAL" clId="{EA4146F4-1B7F-4DE2-8CED-541E46BBF44B}" dt="2022-05-10T09:59:44.151" v="884" actId="1038"/>
          <ac:spMkLst>
            <pc:docMk/>
            <pc:sldMk cId="2185296429" sldId="283"/>
            <ac:spMk id="58" creationId="{AE1E2D64-0CF0-4546-27C1-05413BADE0C4}"/>
          </ac:spMkLst>
        </pc:spChg>
        <pc:spChg chg="add mod">
          <ac:chgData name="Timm Ziarnetzky" userId="aec35307-a43a-4d63-891b-eec9cbfc423f" providerId="ADAL" clId="{EA4146F4-1B7F-4DE2-8CED-541E46BBF44B}" dt="2022-05-10T09:59:44.151" v="884" actId="1038"/>
          <ac:spMkLst>
            <pc:docMk/>
            <pc:sldMk cId="2185296429" sldId="283"/>
            <ac:spMk id="59" creationId="{27371B87-B177-392B-A3ED-B24435DC316D}"/>
          </ac:spMkLst>
        </pc:spChg>
        <pc:spChg chg="add mod">
          <ac:chgData name="Timm Ziarnetzky" userId="aec35307-a43a-4d63-891b-eec9cbfc423f" providerId="ADAL" clId="{EA4146F4-1B7F-4DE2-8CED-541E46BBF44B}" dt="2022-05-10T09:59:44.151" v="884" actId="1038"/>
          <ac:spMkLst>
            <pc:docMk/>
            <pc:sldMk cId="2185296429" sldId="283"/>
            <ac:spMk id="60" creationId="{AB7BAE0E-CD90-49D9-B4A1-DF5B3B0B17C1}"/>
          </ac:spMkLst>
        </pc:spChg>
        <pc:spChg chg="add mod">
          <ac:chgData name="Timm Ziarnetzky" userId="aec35307-a43a-4d63-891b-eec9cbfc423f" providerId="ADAL" clId="{EA4146F4-1B7F-4DE2-8CED-541E46BBF44B}" dt="2022-05-10T09:59:44.151" v="884" actId="1038"/>
          <ac:spMkLst>
            <pc:docMk/>
            <pc:sldMk cId="2185296429" sldId="283"/>
            <ac:spMk id="61" creationId="{065174BE-E3EC-C2FA-3144-D260F4CC91D4}"/>
          </ac:spMkLst>
        </pc:spChg>
        <pc:spChg chg="add mod">
          <ac:chgData name="Timm Ziarnetzky" userId="aec35307-a43a-4d63-891b-eec9cbfc423f" providerId="ADAL" clId="{EA4146F4-1B7F-4DE2-8CED-541E46BBF44B}" dt="2022-05-10T09:59:44.151" v="884" actId="1038"/>
          <ac:spMkLst>
            <pc:docMk/>
            <pc:sldMk cId="2185296429" sldId="283"/>
            <ac:spMk id="62" creationId="{1A880A9B-56CF-69FB-34E8-AB836CFFD8EE}"/>
          </ac:spMkLst>
        </pc:spChg>
        <pc:spChg chg="add mod">
          <ac:chgData name="Timm Ziarnetzky" userId="aec35307-a43a-4d63-891b-eec9cbfc423f" providerId="ADAL" clId="{EA4146F4-1B7F-4DE2-8CED-541E46BBF44B}" dt="2022-05-10T09:59:44.151" v="884" actId="1038"/>
          <ac:spMkLst>
            <pc:docMk/>
            <pc:sldMk cId="2185296429" sldId="283"/>
            <ac:spMk id="63" creationId="{C1541120-643C-ACAF-6B2A-488F3BDCB430}"/>
          </ac:spMkLst>
        </pc:spChg>
        <pc:spChg chg="add mod">
          <ac:chgData name="Timm Ziarnetzky" userId="aec35307-a43a-4d63-891b-eec9cbfc423f" providerId="ADAL" clId="{EA4146F4-1B7F-4DE2-8CED-541E46BBF44B}" dt="2022-05-10T09:59:44.151" v="884" actId="1038"/>
          <ac:spMkLst>
            <pc:docMk/>
            <pc:sldMk cId="2185296429" sldId="283"/>
            <ac:spMk id="64" creationId="{CB68500F-EAF6-AE09-A385-9BEF58ADCA84}"/>
          </ac:spMkLst>
        </pc:spChg>
        <pc:spChg chg="add mod">
          <ac:chgData name="Timm Ziarnetzky" userId="aec35307-a43a-4d63-891b-eec9cbfc423f" providerId="ADAL" clId="{EA4146F4-1B7F-4DE2-8CED-541E46BBF44B}" dt="2022-05-10T09:59:44.151" v="884" actId="1038"/>
          <ac:spMkLst>
            <pc:docMk/>
            <pc:sldMk cId="2185296429" sldId="283"/>
            <ac:spMk id="65" creationId="{39C26BB6-F007-A35A-9DB9-124BDDBB44E3}"/>
          </ac:spMkLst>
        </pc:spChg>
        <pc:spChg chg="add mod">
          <ac:chgData name="Timm Ziarnetzky" userId="aec35307-a43a-4d63-891b-eec9cbfc423f" providerId="ADAL" clId="{EA4146F4-1B7F-4DE2-8CED-541E46BBF44B}" dt="2022-05-10T09:59:44.151" v="884" actId="1038"/>
          <ac:spMkLst>
            <pc:docMk/>
            <pc:sldMk cId="2185296429" sldId="283"/>
            <ac:spMk id="66" creationId="{9022E0F6-7D89-6D52-C532-46AAE29F90CB}"/>
          </ac:spMkLst>
        </pc:spChg>
        <pc:spChg chg="add mod">
          <ac:chgData name="Timm Ziarnetzky" userId="aec35307-a43a-4d63-891b-eec9cbfc423f" providerId="ADAL" clId="{EA4146F4-1B7F-4DE2-8CED-541E46BBF44B}" dt="2022-05-10T09:59:44.151" v="884" actId="1038"/>
          <ac:spMkLst>
            <pc:docMk/>
            <pc:sldMk cId="2185296429" sldId="283"/>
            <ac:spMk id="67" creationId="{3DE0018B-ADE3-2AAD-5262-BE1912024F6E}"/>
          </ac:spMkLst>
        </pc:spChg>
        <pc:spChg chg="add mod">
          <ac:chgData name="Timm Ziarnetzky" userId="aec35307-a43a-4d63-891b-eec9cbfc423f" providerId="ADAL" clId="{EA4146F4-1B7F-4DE2-8CED-541E46BBF44B}" dt="2022-05-10T09:59:44.151" v="884" actId="1038"/>
          <ac:spMkLst>
            <pc:docMk/>
            <pc:sldMk cId="2185296429" sldId="283"/>
            <ac:spMk id="68" creationId="{56BE37F2-7D57-C0C9-A857-70639443E5B4}"/>
          </ac:spMkLst>
        </pc:spChg>
        <pc:spChg chg="add mod">
          <ac:chgData name="Timm Ziarnetzky" userId="aec35307-a43a-4d63-891b-eec9cbfc423f" providerId="ADAL" clId="{EA4146F4-1B7F-4DE2-8CED-541E46BBF44B}" dt="2022-05-10T09:59:44.151" v="884" actId="1038"/>
          <ac:spMkLst>
            <pc:docMk/>
            <pc:sldMk cId="2185296429" sldId="283"/>
            <ac:spMk id="69" creationId="{9BAF7458-7287-4C05-6FF5-A664DEDC7DCB}"/>
          </ac:spMkLst>
        </pc:spChg>
        <pc:spChg chg="add mod">
          <ac:chgData name="Timm Ziarnetzky" userId="aec35307-a43a-4d63-891b-eec9cbfc423f" providerId="ADAL" clId="{EA4146F4-1B7F-4DE2-8CED-541E46BBF44B}" dt="2022-05-10T09:59:44.151" v="884" actId="1038"/>
          <ac:spMkLst>
            <pc:docMk/>
            <pc:sldMk cId="2185296429" sldId="283"/>
            <ac:spMk id="70" creationId="{CB789903-9A0E-AE63-96BF-F8378B6C06CB}"/>
          </ac:spMkLst>
        </pc:spChg>
        <pc:spChg chg="add mod">
          <ac:chgData name="Timm Ziarnetzky" userId="aec35307-a43a-4d63-891b-eec9cbfc423f" providerId="ADAL" clId="{EA4146F4-1B7F-4DE2-8CED-541E46BBF44B}" dt="2022-05-10T09:59:44.151" v="884" actId="1038"/>
          <ac:spMkLst>
            <pc:docMk/>
            <pc:sldMk cId="2185296429" sldId="283"/>
            <ac:spMk id="71" creationId="{DD930249-6F34-0081-4D2F-EE481D5C88AA}"/>
          </ac:spMkLst>
        </pc:spChg>
        <pc:spChg chg="add mod">
          <ac:chgData name="Timm Ziarnetzky" userId="aec35307-a43a-4d63-891b-eec9cbfc423f" providerId="ADAL" clId="{EA4146F4-1B7F-4DE2-8CED-541E46BBF44B}" dt="2022-05-10T09:59:44.151" v="884" actId="1038"/>
          <ac:spMkLst>
            <pc:docMk/>
            <pc:sldMk cId="2185296429" sldId="283"/>
            <ac:spMk id="72" creationId="{A731ABD6-173A-ED8B-9667-21C30C3A14CB}"/>
          </ac:spMkLst>
        </pc:spChg>
        <pc:spChg chg="add mod">
          <ac:chgData name="Timm Ziarnetzky" userId="aec35307-a43a-4d63-891b-eec9cbfc423f" providerId="ADAL" clId="{EA4146F4-1B7F-4DE2-8CED-541E46BBF44B}" dt="2022-05-10T09:59:44.151" v="884" actId="1038"/>
          <ac:spMkLst>
            <pc:docMk/>
            <pc:sldMk cId="2185296429" sldId="283"/>
            <ac:spMk id="73" creationId="{969CF727-D324-A080-83A7-7D4653474F81}"/>
          </ac:spMkLst>
        </pc:spChg>
        <pc:spChg chg="add mod">
          <ac:chgData name="Timm Ziarnetzky" userId="aec35307-a43a-4d63-891b-eec9cbfc423f" providerId="ADAL" clId="{EA4146F4-1B7F-4DE2-8CED-541E46BBF44B}" dt="2022-05-10T09:59:44.151" v="884" actId="1038"/>
          <ac:spMkLst>
            <pc:docMk/>
            <pc:sldMk cId="2185296429" sldId="283"/>
            <ac:spMk id="74" creationId="{420B8D98-279F-FA32-E107-94DC3A0E3E66}"/>
          </ac:spMkLst>
        </pc:spChg>
        <pc:spChg chg="add mod">
          <ac:chgData name="Timm Ziarnetzky" userId="aec35307-a43a-4d63-891b-eec9cbfc423f" providerId="ADAL" clId="{EA4146F4-1B7F-4DE2-8CED-541E46BBF44B}" dt="2022-05-10T09:59:44.151" v="884" actId="1038"/>
          <ac:spMkLst>
            <pc:docMk/>
            <pc:sldMk cId="2185296429" sldId="283"/>
            <ac:spMk id="75" creationId="{C28641EF-8E59-E0F3-5704-383125734DD5}"/>
          </ac:spMkLst>
        </pc:spChg>
        <pc:spChg chg="add mod">
          <ac:chgData name="Timm Ziarnetzky" userId="aec35307-a43a-4d63-891b-eec9cbfc423f" providerId="ADAL" clId="{EA4146F4-1B7F-4DE2-8CED-541E46BBF44B}" dt="2022-05-10T09:59:44.151" v="884" actId="1038"/>
          <ac:spMkLst>
            <pc:docMk/>
            <pc:sldMk cId="2185296429" sldId="283"/>
            <ac:spMk id="76" creationId="{AE183EC4-1A96-4A5E-02EA-D3F0FE49FB22}"/>
          </ac:spMkLst>
        </pc:spChg>
        <pc:spChg chg="add mod">
          <ac:chgData name="Timm Ziarnetzky" userId="aec35307-a43a-4d63-891b-eec9cbfc423f" providerId="ADAL" clId="{EA4146F4-1B7F-4DE2-8CED-541E46BBF44B}" dt="2022-05-10T09:59:44.151" v="884" actId="1038"/>
          <ac:spMkLst>
            <pc:docMk/>
            <pc:sldMk cId="2185296429" sldId="283"/>
            <ac:spMk id="77" creationId="{D50BE2D8-15AE-6AEF-3871-445CDE65FA78}"/>
          </ac:spMkLst>
        </pc:spChg>
        <pc:spChg chg="add mod">
          <ac:chgData name="Timm Ziarnetzky" userId="aec35307-a43a-4d63-891b-eec9cbfc423f" providerId="ADAL" clId="{EA4146F4-1B7F-4DE2-8CED-541E46BBF44B}" dt="2022-05-10T09:59:44.151" v="884" actId="1038"/>
          <ac:spMkLst>
            <pc:docMk/>
            <pc:sldMk cId="2185296429" sldId="283"/>
            <ac:spMk id="78" creationId="{631929C6-B69D-3168-41FD-3B03531E9177}"/>
          </ac:spMkLst>
        </pc:spChg>
        <pc:spChg chg="add mod">
          <ac:chgData name="Timm Ziarnetzky" userId="aec35307-a43a-4d63-891b-eec9cbfc423f" providerId="ADAL" clId="{EA4146F4-1B7F-4DE2-8CED-541E46BBF44B}" dt="2022-05-10T09:59:44.151" v="884" actId="1038"/>
          <ac:spMkLst>
            <pc:docMk/>
            <pc:sldMk cId="2185296429" sldId="283"/>
            <ac:spMk id="79" creationId="{49EC1C24-B2E6-EE6D-4EE3-653892C547EF}"/>
          </ac:spMkLst>
        </pc:spChg>
        <pc:spChg chg="add mod">
          <ac:chgData name="Timm Ziarnetzky" userId="aec35307-a43a-4d63-891b-eec9cbfc423f" providerId="ADAL" clId="{EA4146F4-1B7F-4DE2-8CED-541E46BBF44B}" dt="2022-05-10T09:59:44.151" v="884" actId="1038"/>
          <ac:spMkLst>
            <pc:docMk/>
            <pc:sldMk cId="2185296429" sldId="283"/>
            <ac:spMk id="80" creationId="{E8FE9C4F-EDF5-784D-461A-00AF1276BB76}"/>
          </ac:spMkLst>
        </pc:spChg>
        <pc:spChg chg="add mod">
          <ac:chgData name="Timm Ziarnetzky" userId="aec35307-a43a-4d63-891b-eec9cbfc423f" providerId="ADAL" clId="{EA4146F4-1B7F-4DE2-8CED-541E46BBF44B}" dt="2022-05-10T09:59:44.151" v="884" actId="1038"/>
          <ac:spMkLst>
            <pc:docMk/>
            <pc:sldMk cId="2185296429" sldId="283"/>
            <ac:spMk id="81" creationId="{1DD19F6E-98B3-2FCE-E980-79ECEEAF574E}"/>
          </ac:spMkLst>
        </pc:spChg>
        <pc:spChg chg="add mod">
          <ac:chgData name="Timm Ziarnetzky" userId="aec35307-a43a-4d63-891b-eec9cbfc423f" providerId="ADAL" clId="{EA4146F4-1B7F-4DE2-8CED-541E46BBF44B}" dt="2022-05-10T09:59:44.151" v="884" actId="1038"/>
          <ac:spMkLst>
            <pc:docMk/>
            <pc:sldMk cId="2185296429" sldId="283"/>
            <ac:spMk id="82" creationId="{DD59C9BB-28C1-08B3-B737-A6E1D73C38A1}"/>
          </ac:spMkLst>
        </pc:spChg>
        <pc:spChg chg="add mod">
          <ac:chgData name="Timm Ziarnetzky" userId="aec35307-a43a-4d63-891b-eec9cbfc423f" providerId="ADAL" clId="{EA4146F4-1B7F-4DE2-8CED-541E46BBF44B}" dt="2022-05-10T09:59:44.151" v="884" actId="1038"/>
          <ac:spMkLst>
            <pc:docMk/>
            <pc:sldMk cId="2185296429" sldId="283"/>
            <ac:spMk id="83" creationId="{656071F3-86CB-C1BE-A63F-C3CF12255630}"/>
          </ac:spMkLst>
        </pc:spChg>
        <pc:spChg chg="add mod">
          <ac:chgData name="Timm Ziarnetzky" userId="aec35307-a43a-4d63-891b-eec9cbfc423f" providerId="ADAL" clId="{EA4146F4-1B7F-4DE2-8CED-541E46BBF44B}" dt="2022-05-10T09:59:44.151" v="884" actId="1038"/>
          <ac:spMkLst>
            <pc:docMk/>
            <pc:sldMk cId="2185296429" sldId="283"/>
            <ac:spMk id="84" creationId="{5958C7A4-86B1-FAC5-E51C-BF72DB960D14}"/>
          </ac:spMkLst>
        </pc:spChg>
        <pc:spChg chg="add mod">
          <ac:chgData name="Timm Ziarnetzky" userId="aec35307-a43a-4d63-891b-eec9cbfc423f" providerId="ADAL" clId="{EA4146F4-1B7F-4DE2-8CED-541E46BBF44B}" dt="2022-05-10T09:59:44.151" v="884" actId="1038"/>
          <ac:spMkLst>
            <pc:docMk/>
            <pc:sldMk cId="2185296429" sldId="283"/>
            <ac:spMk id="85" creationId="{B1FD44A3-2F01-D462-221F-7D7DB7461E97}"/>
          </ac:spMkLst>
        </pc:spChg>
        <pc:spChg chg="add mod">
          <ac:chgData name="Timm Ziarnetzky" userId="aec35307-a43a-4d63-891b-eec9cbfc423f" providerId="ADAL" clId="{EA4146F4-1B7F-4DE2-8CED-541E46BBF44B}" dt="2022-05-10T09:59:44.151" v="884" actId="1038"/>
          <ac:spMkLst>
            <pc:docMk/>
            <pc:sldMk cId="2185296429" sldId="283"/>
            <ac:spMk id="86" creationId="{9E14D482-BD37-B58C-5254-CE85C581CFF0}"/>
          </ac:spMkLst>
        </pc:spChg>
        <pc:spChg chg="add mod">
          <ac:chgData name="Timm Ziarnetzky" userId="aec35307-a43a-4d63-891b-eec9cbfc423f" providerId="ADAL" clId="{EA4146F4-1B7F-4DE2-8CED-541E46BBF44B}" dt="2022-05-10T09:59:44.151" v="884" actId="1038"/>
          <ac:spMkLst>
            <pc:docMk/>
            <pc:sldMk cId="2185296429" sldId="283"/>
            <ac:spMk id="87" creationId="{7D470C4C-3355-4481-BFFD-2298FE6F5FE9}"/>
          </ac:spMkLst>
        </pc:spChg>
        <pc:spChg chg="add mod">
          <ac:chgData name="Timm Ziarnetzky" userId="aec35307-a43a-4d63-891b-eec9cbfc423f" providerId="ADAL" clId="{EA4146F4-1B7F-4DE2-8CED-541E46BBF44B}" dt="2022-05-10T09:59:44.151" v="884" actId="1038"/>
          <ac:spMkLst>
            <pc:docMk/>
            <pc:sldMk cId="2185296429" sldId="283"/>
            <ac:spMk id="88" creationId="{18367A81-7AD5-266D-E586-D9BED1C8203E}"/>
          </ac:spMkLst>
        </pc:spChg>
        <pc:spChg chg="add mod">
          <ac:chgData name="Timm Ziarnetzky" userId="aec35307-a43a-4d63-891b-eec9cbfc423f" providerId="ADAL" clId="{EA4146F4-1B7F-4DE2-8CED-541E46BBF44B}" dt="2022-05-10T09:59:44.151" v="884" actId="1038"/>
          <ac:spMkLst>
            <pc:docMk/>
            <pc:sldMk cId="2185296429" sldId="283"/>
            <ac:spMk id="89" creationId="{61F27E73-914F-94A3-5C9B-B16E6BFE76E4}"/>
          </ac:spMkLst>
        </pc:spChg>
        <pc:spChg chg="add mod">
          <ac:chgData name="Timm Ziarnetzky" userId="aec35307-a43a-4d63-891b-eec9cbfc423f" providerId="ADAL" clId="{EA4146F4-1B7F-4DE2-8CED-541E46BBF44B}" dt="2022-05-10T09:59:44.151" v="884" actId="1038"/>
          <ac:spMkLst>
            <pc:docMk/>
            <pc:sldMk cId="2185296429" sldId="283"/>
            <ac:spMk id="90" creationId="{F9F1FE6B-FAC4-1027-8ADA-C5975F42FEE6}"/>
          </ac:spMkLst>
        </pc:spChg>
        <pc:spChg chg="add mod">
          <ac:chgData name="Timm Ziarnetzky" userId="aec35307-a43a-4d63-891b-eec9cbfc423f" providerId="ADAL" clId="{EA4146F4-1B7F-4DE2-8CED-541E46BBF44B}" dt="2022-05-10T09:59:44.151" v="884" actId="1038"/>
          <ac:spMkLst>
            <pc:docMk/>
            <pc:sldMk cId="2185296429" sldId="283"/>
            <ac:spMk id="91" creationId="{B824E167-88EE-C09B-D70E-7F0744F60BF8}"/>
          </ac:spMkLst>
        </pc:spChg>
        <pc:spChg chg="add mod">
          <ac:chgData name="Timm Ziarnetzky" userId="aec35307-a43a-4d63-891b-eec9cbfc423f" providerId="ADAL" clId="{EA4146F4-1B7F-4DE2-8CED-541E46BBF44B}" dt="2022-05-10T09:59:44.151" v="884" actId="1038"/>
          <ac:spMkLst>
            <pc:docMk/>
            <pc:sldMk cId="2185296429" sldId="283"/>
            <ac:spMk id="92" creationId="{C7F21C47-FCDA-47B0-EFBC-99290A6CD420}"/>
          </ac:spMkLst>
        </pc:spChg>
        <pc:spChg chg="add mod">
          <ac:chgData name="Timm Ziarnetzky" userId="aec35307-a43a-4d63-891b-eec9cbfc423f" providerId="ADAL" clId="{EA4146F4-1B7F-4DE2-8CED-541E46BBF44B}" dt="2022-05-10T09:59:44.151" v="884" actId="1038"/>
          <ac:spMkLst>
            <pc:docMk/>
            <pc:sldMk cId="2185296429" sldId="283"/>
            <ac:spMk id="93" creationId="{4ACD4D39-BABA-65B5-1DF0-6CD55E67A263}"/>
          </ac:spMkLst>
        </pc:spChg>
        <pc:spChg chg="add mod">
          <ac:chgData name="Timm Ziarnetzky" userId="aec35307-a43a-4d63-891b-eec9cbfc423f" providerId="ADAL" clId="{EA4146F4-1B7F-4DE2-8CED-541E46BBF44B}" dt="2022-05-10T09:59:44.151" v="884" actId="1038"/>
          <ac:spMkLst>
            <pc:docMk/>
            <pc:sldMk cId="2185296429" sldId="283"/>
            <ac:spMk id="94" creationId="{8E2D0EE3-60C7-02C2-36E1-6767C80E6542}"/>
          </ac:spMkLst>
        </pc:spChg>
        <pc:spChg chg="add mod">
          <ac:chgData name="Timm Ziarnetzky" userId="aec35307-a43a-4d63-891b-eec9cbfc423f" providerId="ADAL" clId="{EA4146F4-1B7F-4DE2-8CED-541E46BBF44B}" dt="2022-05-10T09:59:44.151" v="884" actId="1038"/>
          <ac:spMkLst>
            <pc:docMk/>
            <pc:sldMk cId="2185296429" sldId="283"/>
            <ac:spMk id="95" creationId="{523F5D96-CE1C-8C1B-05A6-DA93830DBA18}"/>
          </ac:spMkLst>
        </pc:spChg>
        <pc:spChg chg="add mod">
          <ac:chgData name="Timm Ziarnetzky" userId="aec35307-a43a-4d63-891b-eec9cbfc423f" providerId="ADAL" clId="{EA4146F4-1B7F-4DE2-8CED-541E46BBF44B}" dt="2022-05-10T09:59:44.151" v="884" actId="1038"/>
          <ac:spMkLst>
            <pc:docMk/>
            <pc:sldMk cId="2185296429" sldId="283"/>
            <ac:spMk id="96" creationId="{9011059F-E60F-490E-BF48-65061949F31D}"/>
          </ac:spMkLst>
        </pc:spChg>
        <pc:spChg chg="add mod">
          <ac:chgData name="Timm Ziarnetzky" userId="aec35307-a43a-4d63-891b-eec9cbfc423f" providerId="ADAL" clId="{EA4146F4-1B7F-4DE2-8CED-541E46BBF44B}" dt="2022-05-10T09:59:44.151" v="884" actId="1038"/>
          <ac:spMkLst>
            <pc:docMk/>
            <pc:sldMk cId="2185296429" sldId="283"/>
            <ac:spMk id="97" creationId="{C37B9874-DD8E-90A9-BFB7-175C2512852B}"/>
          </ac:spMkLst>
        </pc:spChg>
        <pc:spChg chg="add mod">
          <ac:chgData name="Timm Ziarnetzky" userId="aec35307-a43a-4d63-891b-eec9cbfc423f" providerId="ADAL" clId="{EA4146F4-1B7F-4DE2-8CED-541E46BBF44B}" dt="2022-05-10T10:00:05.335" v="885" actId="1076"/>
          <ac:spMkLst>
            <pc:docMk/>
            <pc:sldMk cId="2185296429" sldId="283"/>
            <ac:spMk id="98" creationId="{DD1EB08A-DDBE-CAD1-9941-F093D8F3193F}"/>
          </ac:spMkLst>
        </pc:spChg>
      </pc:sldChg>
      <pc:sldChg chg="addSp delSp modSp add mod modAnim">
        <pc:chgData name="Timm Ziarnetzky" userId="aec35307-a43a-4d63-891b-eec9cbfc423f" providerId="ADAL" clId="{EA4146F4-1B7F-4DE2-8CED-541E46BBF44B}" dt="2022-05-10T11:12:44.762" v="1032" actId="20577"/>
        <pc:sldMkLst>
          <pc:docMk/>
          <pc:sldMk cId="1458725811" sldId="284"/>
        </pc:sldMkLst>
        <pc:spChg chg="add mod">
          <ac:chgData name="Timm Ziarnetzky" userId="aec35307-a43a-4d63-891b-eec9cbfc423f" providerId="ADAL" clId="{EA4146F4-1B7F-4DE2-8CED-541E46BBF44B}" dt="2022-05-10T11:04:53.178" v="962" actId="2711"/>
          <ac:spMkLst>
            <pc:docMk/>
            <pc:sldMk cId="1458725811" sldId="284"/>
            <ac:spMk id="9" creationId="{2B42D9B0-DE51-C76E-BAA8-FDA7FBBA335F}"/>
          </ac:spMkLst>
        </pc:spChg>
        <pc:spChg chg="add mod">
          <ac:chgData name="Timm Ziarnetzky" userId="aec35307-a43a-4d63-891b-eec9cbfc423f" providerId="ADAL" clId="{EA4146F4-1B7F-4DE2-8CED-541E46BBF44B}" dt="2022-05-10T11:04:57.428" v="963" actId="2711"/>
          <ac:spMkLst>
            <pc:docMk/>
            <pc:sldMk cId="1458725811" sldId="284"/>
            <ac:spMk id="10" creationId="{D3A77D08-2368-A7C2-5E42-6125FE896EE7}"/>
          </ac:spMkLst>
        </pc:spChg>
        <pc:spChg chg="mod">
          <ac:chgData name="Timm Ziarnetzky" userId="aec35307-a43a-4d63-891b-eec9cbfc423f" providerId="ADAL" clId="{EA4146F4-1B7F-4DE2-8CED-541E46BBF44B}" dt="2022-05-10T11:01:57.443" v="925" actId="20577"/>
          <ac:spMkLst>
            <pc:docMk/>
            <pc:sldMk cId="1458725811" sldId="284"/>
            <ac:spMk id="12" creationId="{D17C78FA-6558-49E1-A947-A702203CBA50}"/>
          </ac:spMkLst>
        </pc:spChg>
        <pc:spChg chg="mod">
          <ac:chgData name="Timm Ziarnetzky" userId="aec35307-a43a-4d63-891b-eec9cbfc423f" providerId="ADAL" clId="{EA4146F4-1B7F-4DE2-8CED-541E46BBF44B}" dt="2022-05-10T11:12:44.762" v="1032" actId="20577"/>
          <ac:spMkLst>
            <pc:docMk/>
            <pc:sldMk cId="1458725811" sldId="284"/>
            <ac:spMk id="13" creationId="{9EFE2027-5700-4C3D-BDF6-799D626AF7C2}"/>
          </ac:spMkLst>
        </pc:spChg>
        <pc:spChg chg="add mod">
          <ac:chgData name="Timm Ziarnetzky" userId="aec35307-a43a-4d63-891b-eec9cbfc423f" providerId="ADAL" clId="{EA4146F4-1B7F-4DE2-8CED-541E46BBF44B}" dt="2022-05-10T11:05:01.258" v="964" actId="2711"/>
          <ac:spMkLst>
            <pc:docMk/>
            <pc:sldMk cId="1458725811" sldId="284"/>
            <ac:spMk id="14" creationId="{29FAEDCD-BD27-1DD8-C300-25AE25D9A6D0}"/>
          </ac:spMkLst>
        </pc:spChg>
        <pc:spChg chg="add mod">
          <ac:chgData name="Timm Ziarnetzky" userId="aec35307-a43a-4d63-891b-eec9cbfc423f" providerId="ADAL" clId="{EA4146F4-1B7F-4DE2-8CED-541E46BBF44B}" dt="2022-05-10T11:03:29.557" v="941" actId="207"/>
          <ac:spMkLst>
            <pc:docMk/>
            <pc:sldMk cId="1458725811" sldId="284"/>
            <ac:spMk id="17" creationId="{7246AFFA-E432-8EF2-027A-08A44D742209}"/>
          </ac:spMkLst>
        </pc:spChg>
        <pc:spChg chg="add mod">
          <ac:chgData name="Timm Ziarnetzky" userId="aec35307-a43a-4d63-891b-eec9cbfc423f" providerId="ADAL" clId="{EA4146F4-1B7F-4DE2-8CED-541E46BBF44B}" dt="2022-05-10T11:03:29.557" v="941" actId="207"/>
          <ac:spMkLst>
            <pc:docMk/>
            <pc:sldMk cId="1458725811" sldId="284"/>
            <ac:spMk id="18" creationId="{5968481E-3482-265F-1061-58A3E3134102}"/>
          </ac:spMkLst>
        </pc:spChg>
        <pc:spChg chg="mod">
          <ac:chgData name="Timm Ziarnetzky" userId="aec35307-a43a-4d63-891b-eec9cbfc423f" providerId="ADAL" clId="{EA4146F4-1B7F-4DE2-8CED-541E46BBF44B}" dt="2022-05-10T11:03:22.430" v="940" actId="1076"/>
          <ac:spMkLst>
            <pc:docMk/>
            <pc:sldMk cId="1458725811" sldId="284"/>
            <ac:spMk id="20" creationId="{A6F77B9B-87E4-85DE-8546-102C3C46D343}"/>
          </ac:spMkLst>
        </pc:spChg>
        <pc:spChg chg="mod">
          <ac:chgData name="Timm Ziarnetzky" userId="aec35307-a43a-4d63-891b-eec9cbfc423f" providerId="ADAL" clId="{EA4146F4-1B7F-4DE2-8CED-541E46BBF44B}" dt="2022-05-10T11:03:22.430" v="940" actId="1076"/>
          <ac:spMkLst>
            <pc:docMk/>
            <pc:sldMk cId="1458725811" sldId="284"/>
            <ac:spMk id="21" creationId="{B41E56A7-6896-3980-181F-484ACE8DB46B}"/>
          </ac:spMkLst>
        </pc:spChg>
        <pc:spChg chg="del">
          <ac:chgData name="Timm Ziarnetzky" userId="aec35307-a43a-4d63-891b-eec9cbfc423f" providerId="ADAL" clId="{EA4146F4-1B7F-4DE2-8CED-541E46BBF44B}" dt="2022-05-10T11:02:33.135" v="932" actId="478"/>
          <ac:spMkLst>
            <pc:docMk/>
            <pc:sldMk cId="1458725811" sldId="284"/>
            <ac:spMk id="22" creationId="{7E1CB7A5-C7BA-4F51-95CC-91AF3D5F1306}"/>
          </ac:spMkLst>
        </pc:spChg>
        <pc:spChg chg="del">
          <ac:chgData name="Timm Ziarnetzky" userId="aec35307-a43a-4d63-891b-eec9cbfc423f" providerId="ADAL" clId="{EA4146F4-1B7F-4DE2-8CED-541E46BBF44B}" dt="2022-05-10T11:02:33.829" v="933" actId="478"/>
          <ac:spMkLst>
            <pc:docMk/>
            <pc:sldMk cId="1458725811" sldId="284"/>
            <ac:spMk id="23" creationId="{0F8121F3-7C81-4F6C-8899-FD5A2517FFD7}"/>
          </ac:spMkLst>
        </pc:spChg>
        <pc:spChg chg="del">
          <ac:chgData name="Timm Ziarnetzky" userId="aec35307-a43a-4d63-891b-eec9cbfc423f" providerId="ADAL" clId="{EA4146F4-1B7F-4DE2-8CED-541E46BBF44B}" dt="2022-05-10T11:02:32.623" v="931" actId="478"/>
          <ac:spMkLst>
            <pc:docMk/>
            <pc:sldMk cId="1458725811" sldId="284"/>
            <ac:spMk id="24" creationId="{8B1AF901-E4F8-4E21-97E8-9F58B5E81B8F}"/>
          </ac:spMkLst>
        </pc:spChg>
        <pc:spChg chg="mod">
          <ac:chgData name="Timm Ziarnetzky" userId="aec35307-a43a-4d63-891b-eec9cbfc423f" providerId="ADAL" clId="{EA4146F4-1B7F-4DE2-8CED-541E46BBF44B}" dt="2022-05-10T11:03:22.430" v="940" actId="1076"/>
          <ac:spMkLst>
            <pc:docMk/>
            <pc:sldMk cId="1458725811" sldId="284"/>
            <ac:spMk id="25" creationId="{3BFDC680-345A-CD42-1EAE-FDC566A71D0D}"/>
          </ac:spMkLst>
        </pc:spChg>
        <pc:spChg chg="mod">
          <ac:chgData name="Timm Ziarnetzky" userId="aec35307-a43a-4d63-891b-eec9cbfc423f" providerId="ADAL" clId="{EA4146F4-1B7F-4DE2-8CED-541E46BBF44B}" dt="2022-05-10T11:03:22.430" v="940" actId="1076"/>
          <ac:spMkLst>
            <pc:docMk/>
            <pc:sldMk cId="1458725811" sldId="284"/>
            <ac:spMk id="27" creationId="{360FF65B-F1D0-0651-64A6-E043CC041B40}"/>
          </ac:spMkLst>
        </pc:spChg>
        <pc:spChg chg="mod">
          <ac:chgData name="Timm Ziarnetzky" userId="aec35307-a43a-4d63-891b-eec9cbfc423f" providerId="ADAL" clId="{EA4146F4-1B7F-4DE2-8CED-541E46BBF44B}" dt="2022-05-10T11:03:22.430" v="940" actId="1076"/>
          <ac:spMkLst>
            <pc:docMk/>
            <pc:sldMk cId="1458725811" sldId="284"/>
            <ac:spMk id="28" creationId="{EF091084-A689-DF99-EE69-C450EEFD12B8}"/>
          </ac:spMkLst>
        </pc:spChg>
        <pc:spChg chg="mod">
          <ac:chgData name="Timm Ziarnetzky" userId="aec35307-a43a-4d63-891b-eec9cbfc423f" providerId="ADAL" clId="{EA4146F4-1B7F-4DE2-8CED-541E46BBF44B}" dt="2022-05-10T11:03:22.430" v="940" actId="1076"/>
          <ac:spMkLst>
            <pc:docMk/>
            <pc:sldMk cId="1458725811" sldId="284"/>
            <ac:spMk id="29" creationId="{CE029721-AF67-E608-E5DC-462849F6455E}"/>
          </ac:spMkLst>
        </pc:spChg>
        <pc:spChg chg="mod">
          <ac:chgData name="Timm Ziarnetzky" userId="aec35307-a43a-4d63-891b-eec9cbfc423f" providerId="ADAL" clId="{EA4146F4-1B7F-4DE2-8CED-541E46BBF44B}" dt="2022-05-10T11:03:22.430" v="940" actId="1076"/>
          <ac:spMkLst>
            <pc:docMk/>
            <pc:sldMk cId="1458725811" sldId="284"/>
            <ac:spMk id="31" creationId="{D2EBA2D7-1435-5E56-9307-2D20518F33A1}"/>
          </ac:spMkLst>
        </pc:spChg>
        <pc:spChg chg="mod">
          <ac:chgData name="Timm Ziarnetzky" userId="aec35307-a43a-4d63-891b-eec9cbfc423f" providerId="ADAL" clId="{EA4146F4-1B7F-4DE2-8CED-541E46BBF44B}" dt="2022-05-10T11:03:22.430" v="940" actId="1076"/>
          <ac:spMkLst>
            <pc:docMk/>
            <pc:sldMk cId="1458725811" sldId="284"/>
            <ac:spMk id="32" creationId="{411B7F07-C6CC-037D-99CF-18785F838DFE}"/>
          </ac:spMkLst>
        </pc:spChg>
        <pc:spChg chg="mod">
          <ac:chgData name="Timm Ziarnetzky" userId="aec35307-a43a-4d63-891b-eec9cbfc423f" providerId="ADAL" clId="{EA4146F4-1B7F-4DE2-8CED-541E46BBF44B}" dt="2022-05-10T11:03:22.430" v="940" actId="1076"/>
          <ac:spMkLst>
            <pc:docMk/>
            <pc:sldMk cId="1458725811" sldId="284"/>
            <ac:spMk id="33" creationId="{567E5890-670A-635A-2E63-E56A24AAB859}"/>
          </ac:spMkLst>
        </pc:spChg>
        <pc:spChg chg="mod">
          <ac:chgData name="Timm Ziarnetzky" userId="aec35307-a43a-4d63-891b-eec9cbfc423f" providerId="ADAL" clId="{EA4146F4-1B7F-4DE2-8CED-541E46BBF44B}" dt="2022-05-10T11:03:22.430" v="940" actId="1076"/>
          <ac:spMkLst>
            <pc:docMk/>
            <pc:sldMk cId="1458725811" sldId="284"/>
            <ac:spMk id="35" creationId="{F7C105DE-5146-7850-454F-6ABB2ED7E1EF}"/>
          </ac:spMkLst>
        </pc:spChg>
        <pc:spChg chg="mod">
          <ac:chgData name="Timm Ziarnetzky" userId="aec35307-a43a-4d63-891b-eec9cbfc423f" providerId="ADAL" clId="{EA4146F4-1B7F-4DE2-8CED-541E46BBF44B}" dt="2022-05-10T11:03:22.430" v="940" actId="1076"/>
          <ac:spMkLst>
            <pc:docMk/>
            <pc:sldMk cId="1458725811" sldId="284"/>
            <ac:spMk id="36" creationId="{08E83A24-7CAB-0994-1F9B-5873C0E70069}"/>
          </ac:spMkLst>
        </pc:spChg>
        <pc:spChg chg="mod">
          <ac:chgData name="Timm Ziarnetzky" userId="aec35307-a43a-4d63-891b-eec9cbfc423f" providerId="ADAL" clId="{EA4146F4-1B7F-4DE2-8CED-541E46BBF44B}" dt="2022-05-10T11:03:22.430" v="940" actId="1076"/>
          <ac:spMkLst>
            <pc:docMk/>
            <pc:sldMk cId="1458725811" sldId="284"/>
            <ac:spMk id="37" creationId="{2DD6D8DB-D70D-095D-13D4-ED9C08ABDA0C}"/>
          </ac:spMkLst>
        </pc:spChg>
        <pc:spChg chg="add mod">
          <ac:chgData name="Timm Ziarnetzky" userId="aec35307-a43a-4d63-891b-eec9cbfc423f" providerId="ADAL" clId="{EA4146F4-1B7F-4DE2-8CED-541E46BBF44B}" dt="2022-05-10T11:07:21.655" v="972" actId="1076"/>
          <ac:spMkLst>
            <pc:docMk/>
            <pc:sldMk cId="1458725811" sldId="284"/>
            <ac:spMk id="39" creationId="{4CE826BB-3DFA-E2C2-E454-948C5D21AE47}"/>
          </ac:spMkLst>
        </pc:spChg>
        <pc:spChg chg="add mod">
          <ac:chgData name="Timm Ziarnetzky" userId="aec35307-a43a-4d63-891b-eec9cbfc423f" providerId="ADAL" clId="{EA4146F4-1B7F-4DE2-8CED-541E46BBF44B}" dt="2022-05-10T11:11:28.918" v="990" actId="14861"/>
          <ac:spMkLst>
            <pc:docMk/>
            <pc:sldMk cId="1458725811" sldId="284"/>
            <ac:spMk id="40" creationId="{71724761-580F-A0E1-885A-55B67784E472}"/>
          </ac:spMkLst>
        </pc:spChg>
        <pc:spChg chg="add mod">
          <ac:chgData name="Timm Ziarnetzky" userId="aec35307-a43a-4d63-891b-eec9cbfc423f" providerId="ADAL" clId="{EA4146F4-1B7F-4DE2-8CED-541E46BBF44B}" dt="2022-05-10T11:11:28.918" v="990" actId="14861"/>
          <ac:spMkLst>
            <pc:docMk/>
            <pc:sldMk cId="1458725811" sldId="284"/>
            <ac:spMk id="41" creationId="{E8B54AA2-FCDD-4189-30B7-AB541B3D3CD2}"/>
          </ac:spMkLst>
        </pc:spChg>
        <pc:spChg chg="add mod">
          <ac:chgData name="Timm Ziarnetzky" userId="aec35307-a43a-4d63-891b-eec9cbfc423f" providerId="ADAL" clId="{EA4146F4-1B7F-4DE2-8CED-541E46BBF44B}" dt="2022-05-10T11:11:28.918" v="990" actId="14861"/>
          <ac:spMkLst>
            <pc:docMk/>
            <pc:sldMk cId="1458725811" sldId="284"/>
            <ac:spMk id="42" creationId="{F0B2593A-56B0-DF07-42E0-80AA506FC40A}"/>
          </ac:spMkLst>
        </pc:spChg>
        <pc:grpChg chg="add del mod">
          <ac:chgData name="Timm Ziarnetzky" userId="aec35307-a43a-4d63-891b-eec9cbfc423f" providerId="ADAL" clId="{EA4146F4-1B7F-4DE2-8CED-541E46BBF44B}" dt="2022-05-10T11:10:31.118" v="975" actId="478"/>
          <ac:grpSpMkLst>
            <pc:docMk/>
            <pc:sldMk cId="1458725811" sldId="284"/>
            <ac:grpSpMk id="19" creationId="{901CFE12-7AF8-2A0B-E8D2-7784F5C1A766}"/>
          </ac:grpSpMkLst>
        </pc:grpChg>
        <pc:grpChg chg="add del mod">
          <ac:chgData name="Timm Ziarnetzky" userId="aec35307-a43a-4d63-891b-eec9cbfc423f" providerId="ADAL" clId="{EA4146F4-1B7F-4DE2-8CED-541E46BBF44B}" dt="2022-05-10T11:11:10.472" v="988" actId="478"/>
          <ac:grpSpMkLst>
            <pc:docMk/>
            <pc:sldMk cId="1458725811" sldId="284"/>
            <ac:grpSpMk id="26" creationId="{072E5269-4F29-4062-4E6B-02CAE6B2BEA9}"/>
          </ac:grpSpMkLst>
        </pc:grpChg>
        <pc:grpChg chg="add del mod">
          <ac:chgData name="Timm Ziarnetzky" userId="aec35307-a43a-4d63-891b-eec9cbfc423f" providerId="ADAL" clId="{EA4146F4-1B7F-4DE2-8CED-541E46BBF44B}" dt="2022-05-10T11:10:51.871" v="982" actId="478"/>
          <ac:grpSpMkLst>
            <pc:docMk/>
            <pc:sldMk cId="1458725811" sldId="284"/>
            <ac:grpSpMk id="30" creationId="{42F8D233-8D67-7032-0A02-31CC57C14DD5}"/>
          </ac:grpSpMkLst>
        </pc:grpChg>
        <pc:grpChg chg="add del mod">
          <ac:chgData name="Timm Ziarnetzky" userId="aec35307-a43a-4d63-891b-eec9cbfc423f" providerId="ADAL" clId="{EA4146F4-1B7F-4DE2-8CED-541E46BBF44B}" dt="2022-05-10T11:07:14.416" v="971" actId="478"/>
          <ac:grpSpMkLst>
            <pc:docMk/>
            <pc:sldMk cId="1458725811" sldId="284"/>
            <ac:grpSpMk id="34" creationId="{A001711C-F176-D401-4ADE-AAC39D8E362E}"/>
          </ac:grpSpMkLst>
        </pc:grpChg>
        <pc:cxnChg chg="add mod">
          <ac:chgData name="Timm Ziarnetzky" userId="aec35307-a43a-4d63-891b-eec9cbfc423f" providerId="ADAL" clId="{EA4146F4-1B7F-4DE2-8CED-541E46BBF44B}" dt="2022-05-10T11:03:22.430" v="940" actId="1076"/>
          <ac:cxnSpMkLst>
            <pc:docMk/>
            <pc:sldMk cId="1458725811" sldId="284"/>
            <ac:cxnSpMk id="7" creationId="{AEA8F3E6-E3ED-0580-F98F-48ABCAACBBFC}"/>
          </ac:cxnSpMkLst>
        </pc:cxnChg>
        <pc:cxnChg chg="add mod">
          <ac:chgData name="Timm Ziarnetzky" userId="aec35307-a43a-4d63-891b-eec9cbfc423f" providerId="ADAL" clId="{EA4146F4-1B7F-4DE2-8CED-541E46BBF44B}" dt="2022-05-10T11:03:22.430" v="940" actId="1076"/>
          <ac:cxnSpMkLst>
            <pc:docMk/>
            <pc:sldMk cId="1458725811" sldId="284"/>
            <ac:cxnSpMk id="8" creationId="{9FA69E38-16DA-E6E2-14EB-F89A1056C248}"/>
          </ac:cxnSpMkLst>
        </pc:cxnChg>
        <pc:cxnChg chg="add mod">
          <ac:chgData name="Timm Ziarnetzky" userId="aec35307-a43a-4d63-891b-eec9cbfc423f" providerId="ADAL" clId="{EA4146F4-1B7F-4DE2-8CED-541E46BBF44B}" dt="2022-05-10T11:03:22.430" v="940" actId="1076"/>
          <ac:cxnSpMkLst>
            <pc:docMk/>
            <pc:sldMk cId="1458725811" sldId="284"/>
            <ac:cxnSpMk id="11" creationId="{4164C572-C939-5629-65A1-C5E7F27FBC21}"/>
          </ac:cxnSpMkLst>
        </pc:cxnChg>
        <pc:cxnChg chg="add mod">
          <ac:chgData name="Timm Ziarnetzky" userId="aec35307-a43a-4d63-891b-eec9cbfc423f" providerId="ADAL" clId="{EA4146F4-1B7F-4DE2-8CED-541E46BBF44B}" dt="2022-05-10T11:03:22.430" v="940" actId="1076"/>
          <ac:cxnSpMkLst>
            <pc:docMk/>
            <pc:sldMk cId="1458725811" sldId="284"/>
            <ac:cxnSpMk id="15" creationId="{8B814376-E593-218B-EDF5-A03CACEA242F}"/>
          </ac:cxnSpMkLst>
        </pc:cxnChg>
        <pc:cxnChg chg="add mod">
          <ac:chgData name="Timm Ziarnetzky" userId="aec35307-a43a-4d63-891b-eec9cbfc423f" providerId="ADAL" clId="{EA4146F4-1B7F-4DE2-8CED-541E46BBF44B}" dt="2022-05-10T11:03:22.430" v="940" actId="1076"/>
          <ac:cxnSpMkLst>
            <pc:docMk/>
            <pc:sldMk cId="1458725811" sldId="284"/>
            <ac:cxnSpMk id="16" creationId="{408F82CF-A0F9-0E06-BDFD-EA1673A2A9F7}"/>
          </ac:cxnSpMkLst>
        </pc:cxnChg>
        <pc:cxnChg chg="add mod">
          <ac:chgData name="Timm Ziarnetzky" userId="aec35307-a43a-4d63-891b-eec9cbfc423f" providerId="ADAL" clId="{EA4146F4-1B7F-4DE2-8CED-541E46BBF44B}" dt="2022-05-10T11:03:22.430" v="940" actId="1076"/>
          <ac:cxnSpMkLst>
            <pc:docMk/>
            <pc:sldMk cId="1458725811" sldId="284"/>
            <ac:cxnSpMk id="38" creationId="{68512CF3-2CF0-ABE3-1078-C4E4C524A995}"/>
          </ac:cxnSpMkLst>
        </pc:cxnChg>
      </pc:sldChg>
      <pc:sldChg chg="addSp delSp modSp add mod modAnim">
        <pc:chgData name="Timm Ziarnetzky" userId="aec35307-a43a-4d63-891b-eec9cbfc423f" providerId="ADAL" clId="{EA4146F4-1B7F-4DE2-8CED-541E46BBF44B}" dt="2022-05-10T12:06:32.466" v="2252" actId="1076"/>
        <pc:sldMkLst>
          <pc:docMk/>
          <pc:sldMk cId="1578875486" sldId="285"/>
        </pc:sldMkLst>
        <pc:spChg chg="del">
          <ac:chgData name="Timm Ziarnetzky" userId="aec35307-a43a-4d63-891b-eec9cbfc423f" providerId="ADAL" clId="{EA4146F4-1B7F-4DE2-8CED-541E46BBF44B}" dt="2022-05-10T11:11:57.607" v="1015" actId="478"/>
          <ac:spMkLst>
            <pc:docMk/>
            <pc:sldMk cId="1578875486" sldId="285"/>
            <ac:spMk id="9" creationId="{2B42D9B0-DE51-C76E-BAA8-FDA7FBBA335F}"/>
          </ac:spMkLst>
        </pc:spChg>
        <pc:spChg chg="del">
          <ac:chgData name="Timm Ziarnetzky" userId="aec35307-a43a-4d63-891b-eec9cbfc423f" providerId="ADAL" clId="{EA4146F4-1B7F-4DE2-8CED-541E46BBF44B}" dt="2022-05-10T11:11:57.607" v="1015" actId="478"/>
          <ac:spMkLst>
            <pc:docMk/>
            <pc:sldMk cId="1578875486" sldId="285"/>
            <ac:spMk id="10" creationId="{D3A77D08-2368-A7C2-5E42-6125FE896EE7}"/>
          </ac:spMkLst>
        </pc:spChg>
        <pc:spChg chg="mod">
          <ac:chgData name="Timm Ziarnetzky" userId="aec35307-a43a-4d63-891b-eec9cbfc423f" providerId="ADAL" clId="{EA4146F4-1B7F-4DE2-8CED-541E46BBF44B}" dt="2022-05-10T11:12:15.473" v="1022"/>
          <ac:spMkLst>
            <pc:docMk/>
            <pc:sldMk cId="1578875486" sldId="285"/>
            <ac:spMk id="12" creationId="{D17C78FA-6558-49E1-A947-A702203CBA50}"/>
          </ac:spMkLst>
        </pc:spChg>
        <pc:spChg chg="mod">
          <ac:chgData name="Timm Ziarnetzky" userId="aec35307-a43a-4d63-891b-eec9cbfc423f" providerId="ADAL" clId="{EA4146F4-1B7F-4DE2-8CED-541E46BBF44B}" dt="2022-05-10T11:49:09.856" v="2029" actId="948"/>
          <ac:spMkLst>
            <pc:docMk/>
            <pc:sldMk cId="1578875486" sldId="285"/>
            <ac:spMk id="13" creationId="{9EFE2027-5700-4C3D-BDF6-799D626AF7C2}"/>
          </ac:spMkLst>
        </pc:spChg>
        <pc:spChg chg="del">
          <ac:chgData name="Timm Ziarnetzky" userId="aec35307-a43a-4d63-891b-eec9cbfc423f" providerId="ADAL" clId="{EA4146F4-1B7F-4DE2-8CED-541E46BBF44B}" dt="2022-05-10T11:11:55.412" v="1014" actId="478"/>
          <ac:spMkLst>
            <pc:docMk/>
            <pc:sldMk cId="1578875486" sldId="285"/>
            <ac:spMk id="14" creationId="{29FAEDCD-BD27-1DD8-C300-25AE25D9A6D0}"/>
          </ac:spMkLst>
        </pc:spChg>
        <pc:spChg chg="del">
          <ac:chgData name="Timm Ziarnetzky" userId="aec35307-a43a-4d63-891b-eec9cbfc423f" providerId="ADAL" clId="{EA4146F4-1B7F-4DE2-8CED-541E46BBF44B}" dt="2022-05-10T11:11:55.412" v="1014" actId="478"/>
          <ac:spMkLst>
            <pc:docMk/>
            <pc:sldMk cId="1578875486" sldId="285"/>
            <ac:spMk id="17" creationId="{7246AFFA-E432-8EF2-027A-08A44D742209}"/>
          </ac:spMkLst>
        </pc:spChg>
        <pc:spChg chg="del">
          <ac:chgData name="Timm Ziarnetzky" userId="aec35307-a43a-4d63-891b-eec9cbfc423f" providerId="ADAL" clId="{EA4146F4-1B7F-4DE2-8CED-541E46BBF44B}" dt="2022-05-10T11:13:07.651" v="1044" actId="478"/>
          <ac:spMkLst>
            <pc:docMk/>
            <pc:sldMk cId="1578875486" sldId="285"/>
            <ac:spMk id="18" creationId="{5968481E-3482-265F-1061-58A3E3134102}"/>
          </ac:spMkLst>
        </pc:spChg>
        <pc:spChg chg="add del mod">
          <ac:chgData name="Timm Ziarnetzky" userId="aec35307-a43a-4d63-891b-eec9cbfc423f" providerId="ADAL" clId="{EA4146F4-1B7F-4DE2-8CED-541E46BBF44B}" dt="2022-05-10T11:13:28.068" v="1046" actId="478"/>
          <ac:spMkLst>
            <pc:docMk/>
            <pc:sldMk cId="1578875486" sldId="285"/>
            <ac:spMk id="25" creationId="{F1E33DD3-AAC0-D26D-B172-97646BC07EA1}"/>
          </ac:spMkLst>
        </pc:spChg>
        <pc:spChg chg="add del mod">
          <ac:chgData name="Timm Ziarnetzky" userId="aec35307-a43a-4d63-891b-eec9cbfc423f" providerId="ADAL" clId="{EA4146F4-1B7F-4DE2-8CED-541E46BBF44B}" dt="2022-05-10T11:13:28.068" v="1046" actId="478"/>
          <ac:spMkLst>
            <pc:docMk/>
            <pc:sldMk cId="1578875486" sldId="285"/>
            <ac:spMk id="26" creationId="{7D7DE51A-D7E0-FA25-1C5B-90FBB50F87A7}"/>
          </ac:spMkLst>
        </pc:spChg>
        <pc:spChg chg="add del mod">
          <ac:chgData name="Timm Ziarnetzky" userId="aec35307-a43a-4d63-891b-eec9cbfc423f" providerId="ADAL" clId="{EA4146F4-1B7F-4DE2-8CED-541E46BBF44B}" dt="2022-05-10T11:13:28.068" v="1046" actId="478"/>
          <ac:spMkLst>
            <pc:docMk/>
            <pc:sldMk cId="1578875486" sldId="285"/>
            <ac:spMk id="27" creationId="{1159B64C-33E5-65DC-47D6-1FFFD0A58160}"/>
          </ac:spMkLst>
        </pc:spChg>
        <pc:spChg chg="add del mod">
          <ac:chgData name="Timm Ziarnetzky" userId="aec35307-a43a-4d63-891b-eec9cbfc423f" providerId="ADAL" clId="{EA4146F4-1B7F-4DE2-8CED-541E46BBF44B}" dt="2022-05-10T11:13:28.068" v="1046" actId="478"/>
          <ac:spMkLst>
            <pc:docMk/>
            <pc:sldMk cId="1578875486" sldId="285"/>
            <ac:spMk id="28" creationId="{25B44C04-6679-380F-5C97-5DC3F240AD53}"/>
          </ac:spMkLst>
        </pc:spChg>
        <pc:spChg chg="add del mod">
          <ac:chgData name="Timm Ziarnetzky" userId="aec35307-a43a-4d63-891b-eec9cbfc423f" providerId="ADAL" clId="{EA4146F4-1B7F-4DE2-8CED-541E46BBF44B}" dt="2022-05-10T11:13:28.068" v="1046" actId="478"/>
          <ac:spMkLst>
            <pc:docMk/>
            <pc:sldMk cId="1578875486" sldId="285"/>
            <ac:spMk id="29" creationId="{1612E04D-0E48-62DC-F66B-8E6912591BCA}"/>
          </ac:spMkLst>
        </pc:spChg>
        <pc:spChg chg="add del mod">
          <ac:chgData name="Timm Ziarnetzky" userId="aec35307-a43a-4d63-891b-eec9cbfc423f" providerId="ADAL" clId="{EA4146F4-1B7F-4DE2-8CED-541E46BBF44B}" dt="2022-05-10T11:13:28.068" v="1046" actId="478"/>
          <ac:spMkLst>
            <pc:docMk/>
            <pc:sldMk cId="1578875486" sldId="285"/>
            <ac:spMk id="30" creationId="{84ED1351-6EA2-3E91-51DE-124ADB88C9B7}"/>
          </ac:spMkLst>
        </pc:spChg>
        <pc:spChg chg="add del mod">
          <ac:chgData name="Timm Ziarnetzky" userId="aec35307-a43a-4d63-891b-eec9cbfc423f" providerId="ADAL" clId="{EA4146F4-1B7F-4DE2-8CED-541E46BBF44B}" dt="2022-05-10T11:13:28.068" v="1046" actId="478"/>
          <ac:spMkLst>
            <pc:docMk/>
            <pc:sldMk cId="1578875486" sldId="285"/>
            <ac:spMk id="32" creationId="{F57CD218-ED13-61BD-5E2E-C2F74C81D3E2}"/>
          </ac:spMkLst>
        </pc:spChg>
        <pc:spChg chg="add del mod">
          <ac:chgData name="Timm Ziarnetzky" userId="aec35307-a43a-4d63-891b-eec9cbfc423f" providerId="ADAL" clId="{EA4146F4-1B7F-4DE2-8CED-541E46BBF44B}" dt="2022-05-10T11:13:28.068" v="1046" actId="478"/>
          <ac:spMkLst>
            <pc:docMk/>
            <pc:sldMk cId="1578875486" sldId="285"/>
            <ac:spMk id="35" creationId="{9935044B-38E6-A6BC-DF8D-28D0E0CBBF5B}"/>
          </ac:spMkLst>
        </pc:spChg>
        <pc:spChg chg="add del mod">
          <ac:chgData name="Timm Ziarnetzky" userId="aec35307-a43a-4d63-891b-eec9cbfc423f" providerId="ADAL" clId="{EA4146F4-1B7F-4DE2-8CED-541E46BBF44B}" dt="2022-05-10T11:13:28.068" v="1046" actId="478"/>
          <ac:spMkLst>
            <pc:docMk/>
            <pc:sldMk cId="1578875486" sldId="285"/>
            <ac:spMk id="36" creationId="{4FECE21D-DBB6-AD83-44FE-A189260885BD}"/>
          </ac:spMkLst>
        </pc:spChg>
        <pc:spChg chg="add del mod">
          <ac:chgData name="Timm Ziarnetzky" userId="aec35307-a43a-4d63-891b-eec9cbfc423f" providerId="ADAL" clId="{EA4146F4-1B7F-4DE2-8CED-541E46BBF44B}" dt="2022-05-10T11:13:28.068" v="1046" actId="478"/>
          <ac:spMkLst>
            <pc:docMk/>
            <pc:sldMk cId="1578875486" sldId="285"/>
            <ac:spMk id="37" creationId="{36326B10-7EA0-4736-B25B-758EE0E3DCD3}"/>
          </ac:spMkLst>
        </pc:spChg>
        <pc:spChg chg="del">
          <ac:chgData name="Timm Ziarnetzky" userId="aec35307-a43a-4d63-891b-eec9cbfc423f" providerId="ADAL" clId="{EA4146F4-1B7F-4DE2-8CED-541E46BBF44B}" dt="2022-05-10T11:11:55.412" v="1014" actId="478"/>
          <ac:spMkLst>
            <pc:docMk/>
            <pc:sldMk cId="1578875486" sldId="285"/>
            <ac:spMk id="39" creationId="{4CE826BB-3DFA-E2C2-E454-948C5D21AE47}"/>
          </ac:spMkLst>
        </pc:spChg>
        <pc:spChg chg="del">
          <ac:chgData name="Timm Ziarnetzky" userId="aec35307-a43a-4d63-891b-eec9cbfc423f" providerId="ADAL" clId="{EA4146F4-1B7F-4DE2-8CED-541E46BBF44B}" dt="2022-05-10T11:11:55.412" v="1014" actId="478"/>
          <ac:spMkLst>
            <pc:docMk/>
            <pc:sldMk cId="1578875486" sldId="285"/>
            <ac:spMk id="40" creationId="{71724761-580F-A0E1-885A-55B67784E472}"/>
          </ac:spMkLst>
        </pc:spChg>
        <pc:spChg chg="del">
          <ac:chgData name="Timm Ziarnetzky" userId="aec35307-a43a-4d63-891b-eec9cbfc423f" providerId="ADAL" clId="{EA4146F4-1B7F-4DE2-8CED-541E46BBF44B}" dt="2022-05-10T11:11:55.412" v="1014" actId="478"/>
          <ac:spMkLst>
            <pc:docMk/>
            <pc:sldMk cId="1578875486" sldId="285"/>
            <ac:spMk id="41" creationId="{E8B54AA2-FCDD-4189-30B7-AB541B3D3CD2}"/>
          </ac:spMkLst>
        </pc:spChg>
        <pc:spChg chg="del">
          <ac:chgData name="Timm Ziarnetzky" userId="aec35307-a43a-4d63-891b-eec9cbfc423f" providerId="ADAL" clId="{EA4146F4-1B7F-4DE2-8CED-541E46BBF44B}" dt="2022-05-10T11:11:55.412" v="1014" actId="478"/>
          <ac:spMkLst>
            <pc:docMk/>
            <pc:sldMk cId="1578875486" sldId="285"/>
            <ac:spMk id="42" creationId="{F0B2593A-56B0-DF07-42E0-80AA506FC40A}"/>
          </ac:spMkLst>
        </pc:spChg>
        <pc:spChg chg="add del mod">
          <ac:chgData name="Timm Ziarnetzky" userId="aec35307-a43a-4d63-891b-eec9cbfc423f" providerId="ADAL" clId="{EA4146F4-1B7F-4DE2-8CED-541E46BBF44B}" dt="2022-05-10T11:13:28.068" v="1046" actId="478"/>
          <ac:spMkLst>
            <pc:docMk/>
            <pc:sldMk cId="1578875486" sldId="285"/>
            <ac:spMk id="43" creationId="{15F14FAB-CC59-1238-B8FD-A366A2284D4C}"/>
          </ac:spMkLst>
        </pc:spChg>
        <pc:spChg chg="add del mod">
          <ac:chgData name="Timm Ziarnetzky" userId="aec35307-a43a-4d63-891b-eec9cbfc423f" providerId="ADAL" clId="{EA4146F4-1B7F-4DE2-8CED-541E46BBF44B}" dt="2022-05-10T11:13:28.068" v="1046" actId="478"/>
          <ac:spMkLst>
            <pc:docMk/>
            <pc:sldMk cId="1578875486" sldId="285"/>
            <ac:spMk id="44" creationId="{D4D2CCDE-099C-1FC1-CA26-ABC46B479947}"/>
          </ac:spMkLst>
        </pc:spChg>
        <pc:spChg chg="add del mod">
          <ac:chgData name="Timm Ziarnetzky" userId="aec35307-a43a-4d63-891b-eec9cbfc423f" providerId="ADAL" clId="{EA4146F4-1B7F-4DE2-8CED-541E46BBF44B}" dt="2022-05-10T11:13:28.068" v="1046" actId="478"/>
          <ac:spMkLst>
            <pc:docMk/>
            <pc:sldMk cId="1578875486" sldId="285"/>
            <ac:spMk id="45" creationId="{36A9FB12-3C35-A025-B5B0-30471275B560}"/>
          </ac:spMkLst>
        </pc:spChg>
        <pc:spChg chg="add del mod">
          <ac:chgData name="Timm Ziarnetzky" userId="aec35307-a43a-4d63-891b-eec9cbfc423f" providerId="ADAL" clId="{EA4146F4-1B7F-4DE2-8CED-541E46BBF44B}" dt="2022-05-10T11:13:28.068" v="1046" actId="478"/>
          <ac:spMkLst>
            <pc:docMk/>
            <pc:sldMk cId="1578875486" sldId="285"/>
            <ac:spMk id="47" creationId="{B4C75A8D-1AB4-BA70-BE41-DE314113A180}"/>
          </ac:spMkLst>
        </pc:spChg>
        <pc:spChg chg="add del mod">
          <ac:chgData name="Timm Ziarnetzky" userId="aec35307-a43a-4d63-891b-eec9cbfc423f" providerId="ADAL" clId="{EA4146F4-1B7F-4DE2-8CED-541E46BBF44B}" dt="2022-05-10T11:13:28.068" v="1046" actId="478"/>
          <ac:spMkLst>
            <pc:docMk/>
            <pc:sldMk cId="1578875486" sldId="285"/>
            <ac:spMk id="49" creationId="{A3D12436-D53C-CC4C-3C70-9579CF8C148D}"/>
          </ac:spMkLst>
        </pc:spChg>
        <pc:spChg chg="add del mod">
          <ac:chgData name="Timm Ziarnetzky" userId="aec35307-a43a-4d63-891b-eec9cbfc423f" providerId="ADAL" clId="{EA4146F4-1B7F-4DE2-8CED-541E46BBF44B}" dt="2022-05-10T11:13:28.068" v="1046" actId="478"/>
          <ac:spMkLst>
            <pc:docMk/>
            <pc:sldMk cId="1578875486" sldId="285"/>
            <ac:spMk id="50" creationId="{624D4B25-D8B0-0CC6-66A2-C966FD12311B}"/>
          </ac:spMkLst>
        </pc:spChg>
        <pc:spChg chg="add mod">
          <ac:chgData name="Timm Ziarnetzky" userId="aec35307-a43a-4d63-891b-eec9cbfc423f" providerId="ADAL" clId="{EA4146F4-1B7F-4DE2-8CED-541E46BBF44B}" dt="2022-05-10T11:16:48.401" v="1131" actId="1076"/>
          <ac:spMkLst>
            <pc:docMk/>
            <pc:sldMk cId="1578875486" sldId="285"/>
            <ac:spMk id="57" creationId="{A2C227B5-752A-DFFC-B562-99097F408D70}"/>
          </ac:spMkLst>
        </pc:spChg>
        <pc:spChg chg="add mod">
          <ac:chgData name="Timm Ziarnetzky" userId="aec35307-a43a-4d63-891b-eec9cbfc423f" providerId="ADAL" clId="{EA4146F4-1B7F-4DE2-8CED-541E46BBF44B}" dt="2022-05-10T11:16:32.146" v="1128" actId="1076"/>
          <ac:spMkLst>
            <pc:docMk/>
            <pc:sldMk cId="1578875486" sldId="285"/>
            <ac:spMk id="58" creationId="{30C5556E-2560-5902-DCBE-988C92F702C7}"/>
          </ac:spMkLst>
        </pc:spChg>
        <pc:spChg chg="add mod">
          <ac:chgData name="Timm Ziarnetzky" userId="aec35307-a43a-4d63-891b-eec9cbfc423f" providerId="ADAL" clId="{EA4146F4-1B7F-4DE2-8CED-541E46BBF44B}" dt="2022-05-10T11:16:23.660" v="1127" actId="1076"/>
          <ac:spMkLst>
            <pc:docMk/>
            <pc:sldMk cId="1578875486" sldId="285"/>
            <ac:spMk id="59" creationId="{D137CF4A-071B-80C3-0984-5302412442ED}"/>
          </ac:spMkLst>
        </pc:spChg>
        <pc:spChg chg="add mod">
          <ac:chgData name="Timm Ziarnetzky" userId="aec35307-a43a-4d63-891b-eec9cbfc423f" providerId="ADAL" clId="{EA4146F4-1B7F-4DE2-8CED-541E46BBF44B}" dt="2022-05-10T11:16:14.465" v="1126" actId="1076"/>
          <ac:spMkLst>
            <pc:docMk/>
            <pc:sldMk cId="1578875486" sldId="285"/>
            <ac:spMk id="60" creationId="{489C80DA-8244-1A73-7425-D55226199FF3}"/>
          </ac:spMkLst>
        </pc:spChg>
        <pc:spChg chg="add mod">
          <ac:chgData name="Timm Ziarnetzky" userId="aec35307-a43a-4d63-891b-eec9cbfc423f" providerId="ADAL" clId="{EA4146F4-1B7F-4DE2-8CED-541E46BBF44B}" dt="2022-05-10T11:14:13.962" v="1068" actId="1035"/>
          <ac:spMkLst>
            <pc:docMk/>
            <pc:sldMk cId="1578875486" sldId="285"/>
            <ac:spMk id="61" creationId="{07846E3C-7AE4-F36C-963B-095125785EBB}"/>
          </ac:spMkLst>
        </pc:spChg>
        <pc:spChg chg="add mod">
          <ac:chgData name="Timm Ziarnetzky" userId="aec35307-a43a-4d63-891b-eec9cbfc423f" providerId="ADAL" clId="{EA4146F4-1B7F-4DE2-8CED-541E46BBF44B}" dt="2022-05-10T11:14:13.962" v="1068" actId="1035"/>
          <ac:spMkLst>
            <pc:docMk/>
            <pc:sldMk cId="1578875486" sldId="285"/>
            <ac:spMk id="62" creationId="{59691DF4-FE3D-FD1B-743C-C61A8D96021D}"/>
          </ac:spMkLst>
        </pc:spChg>
        <pc:spChg chg="add mod">
          <ac:chgData name="Timm Ziarnetzky" userId="aec35307-a43a-4d63-891b-eec9cbfc423f" providerId="ADAL" clId="{EA4146F4-1B7F-4DE2-8CED-541E46BBF44B}" dt="2022-05-10T11:17:45.160" v="1167" actId="20577"/>
          <ac:spMkLst>
            <pc:docMk/>
            <pc:sldMk cId="1578875486" sldId="285"/>
            <ac:spMk id="64" creationId="{8BE20DB8-490C-4581-A16B-2E0FFA56762C}"/>
          </ac:spMkLst>
        </pc:spChg>
        <pc:spChg chg="add mod">
          <ac:chgData name="Timm Ziarnetzky" userId="aec35307-a43a-4d63-891b-eec9cbfc423f" providerId="ADAL" clId="{EA4146F4-1B7F-4DE2-8CED-541E46BBF44B}" dt="2022-05-10T11:13:42.053" v="1048" actId="1076"/>
          <ac:spMkLst>
            <pc:docMk/>
            <pc:sldMk cId="1578875486" sldId="285"/>
            <ac:spMk id="66" creationId="{01ED9B49-3782-713E-D9B8-7777C5D434B9}"/>
          </ac:spMkLst>
        </pc:spChg>
        <pc:spChg chg="add mod">
          <ac:chgData name="Timm Ziarnetzky" userId="aec35307-a43a-4d63-891b-eec9cbfc423f" providerId="ADAL" clId="{EA4146F4-1B7F-4DE2-8CED-541E46BBF44B}" dt="2022-05-10T11:16:58.717" v="1163" actId="1036"/>
          <ac:spMkLst>
            <pc:docMk/>
            <pc:sldMk cId="1578875486" sldId="285"/>
            <ac:spMk id="68" creationId="{AB067E43-7898-2775-C612-E0A021862321}"/>
          </ac:spMkLst>
        </pc:spChg>
        <pc:spChg chg="add mod">
          <ac:chgData name="Timm Ziarnetzky" userId="aec35307-a43a-4d63-891b-eec9cbfc423f" providerId="ADAL" clId="{EA4146F4-1B7F-4DE2-8CED-541E46BBF44B}" dt="2022-05-10T11:16:58.717" v="1163" actId="1036"/>
          <ac:spMkLst>
            <pc:docMk/>
            <pc:sldMk cId="1578875486" sldId="285"/>
            <ac:spMk id="69" creationId="{8B7ECBA9-FF66-C3B6-35DC-C6498E7C04CC}"/>
          </ac:spMkLst>
        </pc:spChg>
        <pc:spChg chg="add mod">
          <ac:chgData name="Timm Ziarnetzky" userId="aec35307-a43a-4d63-891b-eec9cbfc423f" providerId="ADAL" clId="{EA4146F4-1B7F-4DE2-8CED-541E46BBF44B}" dt="2022-05-10T11:16:58.717" v="1163" actId="1036"/>
          <ac:spMkLst>
            <pc:docMk/>
            <pc:sldMk cId="1578875486" sldId="285"/>
            <ac:spMk id="70" creationId="{6DA15055-1A63-2476-68B5-8CB3FEC2205B}"/>
          </ac:spMkLst>
        </pc:spChg>
        <pc:spChg chg="add mod">
          <ac:chgData name="Timm Ziarnetzky" userId="aec35307-a43a-4d63-891b-eec9cbfc423f" providerId="ADAL" clId="{EA4146F4-1B7F-4DE2-8CED-541E46BBF44B}" dt="2022-05-10T11:16:58.717" v="1163" actId="1036"/>
          <ac:spMkLst>
            <pc:docMk/>
            <pc:sldMk cId="1578875486" sldId="285"/>
            <ac:spMk id="71" creationId="{B4FA8402-50C6-0571-FA58-02561184B63E}"/>
          </ac:spMkLst>
        </pc:spChg>
        <pc:spChg chg="add mod">
          <ac:chgData name="Timm Ziarnetzky" userId="aec35307-a43a-4d63-891b-eec9cbfc423f" providerId="ADAL" clId="{EA4146F4-1B7F-4DE2-8CED-541E46BBF44B}" dt="2022-05-10T11:17:39.157" v="1165" actId="208"/>
          <ac:spMkLst>
            <pc:docMk/>
            <pc:sldMk cId="1578875486" sldId="285"/>
            <ac:spMk id="72" creationId="{278CD5C5-7D3E-A30E-1D76-258DADB66E5C}"/>
          </ac:spMkLst>
        </pc:spChg>
        <pc:spChg chg="add mod">
          <ac:chgData name="Timm Ziarnetzky" userId="aec35307-a43a-4d63-891b-eec9cbfc423f" providerId="ADAL" clId="{EA4146F4-1B7F-4DE2-8CED-541E46BBF44B}" dt="2022-05-10T11:13:42.053" v="1048" actId="1076"/>
          <ac:spMkLst>
            <pc:docMk/>
            <pc:sldMk cId="1578875486" sldId="285"/>
            <ac:spMk id="73" creationId="{90BBF174-3E7C-576E-A4EB-3CE2F0340981}"/>
          </ac:spMkLst>
        </pc:spChg>
        <pc:spChg chg="add mod">
          <ac:chgData name="Timm Ziarnetzky" userId="aec35307-a43a-4d63-891b-eec9cbfc423f" providerId="ADAL" clId="{EA4146F4-1B7F-4DE2-8CED-541E46BBF44B}" dt="2022-05-10T11:16:58.717" v="1163" actId="1036"/>
          <ac:spMkLst>
            <pc:docMk/>
            <pc:sldMk cId="1578875486" sldId="285"/>
            <ac:spMk id="75" creationId="{CB38276F-A074-8AC3-6EB5-509CFC1A7ED1}"/>
          </ac:spMkLst>
        </pc:spChg>
        <pc:spChg chg="add mod">
          <ac:chgData name="Timm Ziarnetzky" userId="aec35307-a43a-4d63-891b-eec9cbfc423f" providerId="ADAL" clId="{EA4146F4-1B7F-4DE2-8CED-541E46BBF44B}" dt="2022-05-10T11:13:42.053" v="1048" actId="1076"/>
          <ac:spMkLst>
            <pc:docMk/>
            <pc:sldMk cId="1578875486" sldId="285"/>
            <ac:spMk id="77" creationId="{E3EEFFAE-9A62-7806-4E38-1061CFD21824}"/>
          </ac:spMkLst>
        </pc:spChg>
        <pc:spChg chg="add mod">
          <ac:chgData name="Timm Ziarnetzky" userId="aec35307-a43a-4d63-891b-eec9cbfc423f" providerId="ADAL" clId="{EA4146F4-1B7F-4DE2-8CED-541E46BBF44B}" dt="2022-05-10T12:06:32.466" v="2252" actId="1076"/>
          <ac:spMkLst>
            <pc:docMk/>
            <pc:sldMk cId="1578875486" sldId="285"/>
            <ac:spMk id="78" creationId="{DA8306D2-66E2-4EEE-2A6E-1415D73F8F63}"/>
          </ac:spMkLst>
        </pc:spChg>
        <pc:cxnChg chg="del">
          <ac:chgData name="Timm Ziarnetzky" userId="aec35307-a43a-4d63-891b-eec9cbfc423f" providerId="ADAL" clId="{EA4146F4-1B7F-4DE2-8CED-541E46BBF44B}" dt="2022-05-10T11:11:55.412" v="1014" actId="478"/>
          <ac:cxnSpMkLst>
            <pc:docMk/>
            <pc:sldMk cId="1578875486" sldId="285"/>
            <ac:cxnSpMk id="7" creationId="{AEA8F3E6-E3ED-0580-F98F-48ABCAACBBFC}"/>
          </ac:cxnSpMkLst>
        </pc:cxnChg>
        <pc:cxnChg chg="del">
          <ac:chgData name="Timm Ziarnetzky" userId="aec35307-a43a-4d63-891b-eec9cbfc423f" providerId="ADAL" clId="{EA4146F4-1B7F-4DE2-8CED-541E46BBF44B}" dt="2022-05-10T11:11:55.412" v="1014" actId="478"/>
          <ac:cxnSpMkLst>
            <pc:docMk/>
            <pc:sldMk cId="1578875486" sldId="285"/>
            <ac:cxnSpMk id="8" creationId="{9FA69E38-16DA-E6E2-14EB-F89A1056C248}"/>
          </ac:cxnSpMkLst>
        </pc:cxnChg>
        <pc:cxnChg chg="del">
          <ac:chgData name="Timm Ziarnetzky" userId="aec35307-a43a-4d63-891b-eec9cbfc423f" providerId="ADAL" clId="{EA4146F4-1B7F-4DE2-8CED-541E46BBF44B}" dt="2022-05-10T11:11:55.412" v="1014" actId="478"/>
          <ac:cxnSpMkLst>
            <pc:docMk/>
            <pc:sldMk cId="1578875486" sldId="285"/>
            <ac:cxnSpMk id="11" creationId="{4164C572-C939-5629-65A1-C5E7F27FBC21}"/>
          </ac:cxnSpMkLst>
        </pc:cxnChg>
        <pc:cxnChg chg="del">
          <ac:chgData name="Timm Ziarnetzky" userId="aec35307-a43a-4d63-891b-eec9cbfc423f" providerId="ADAL" clId="{EA4146F4-1B7F-4DE2-8CED-541E46BBF44B}" dt="2022-05-10T11:11:55.412" v="1014" actId="478"/>
          <ac:cxnSpMkLst>
            <pc:docMk/>
            <pc:sldMk cId="1578875486" sldId="285"/>
            <ac:cxnSpMk id="15" creationId="{8B814376-E593-218B-EDF5-A03CACEA242F}"/>
          </ac:cxnSpMkLst>
        </pc:cxnChg>
        <pc:cxnChg chg="del">
          <ac:chgData name="Timm Ziarnetzky" userId="aec35307-a43a-4d63-891b-eec9cbfc423f" providerId="ADAL" clId="{EA4146F4-1B7F-4DE2-8CED-541E46BBF44B}" dt="2022-05-10T11:11:55.412" v="1014" actId="478"/>
          <ac:cxnSpMkLst>
            <pc:docMk/>
            <pc:sldMk cId="1578875486" sldId="285"/>
            <ac:cxnSpMk id="16" creationId="{408F82CF-A0F9-0E06-BDFD-EA1673A2A9F7}"/>
          </ac:cxnSpMkLst>
        </pc:cxnChg>
        <pc:cxnChg chg="add del mod">
          <ac:chgData name="Timm Ziarnetzky" userId="aec35307-a43a-4d63-891b-eec9cbfc423f" providerId="ADAL" clId="{EA4146F4-1B7F-4DE2-8CED-541E46BBF44B}" dt="2022-05-10T11:13:28.068" v="1046" actId="478"/>
          <ac:cxnSpMkLst>
            <pc:docMk/>
            <pc:sldMk cId="1578875486" sldId="285"/>
            <ac:cxnSpMk id="19" creationId="{BEF5A047-5B53-AE6F-A8CB-8DC7DFE1362A}"/>
          </ac:cxnSpMkLst>
        </pc:cxnChg>
        <pc:cxnChg chg="add del mod">
          <ac:chgData name="Timm Ziarnetzky" userId="aec35307-a43a-4d63-891b-eec9cbfc423f" providerId="ADAL" clId="{EA4146F4-1B7F-4DE2-8CED-541E46BBF44B}" dt="2022-05-10T11:13:28.068" v="1046" actId="478"/>
          <ac:cxnSpMkLst>
            <pc:docMk/>
            <pc:sldMk cId="1578875486" sldId="285"/>
            <ac:cxnSpMk id="20" creationId="{59522CBC-B99A-5752-83F6-DD98604B35D3}"/>
          </ac:cxnSpMkLst>
        </pc:cxnChg>
        <pc:cxnChg chg="add del mod">
          <ac:chgData name="Timm Ziarnetzky" userId="aec35307-a43a-4d63-891b-eec9cbfc423f" providerId="ADAL" clId="{EA4146F4-1B7F-4DE2-8CED-541E46BBF44B}" dt="2022-05-10T11:13:28.068" v="1046" actId="478"/>
          <ac:cxnSpMkLst>
            <pc:docMk/>
            <pc:sldMk cId="1578875486" sldId="285"/>
            <ac:cxnSpMk id="21" creationId="{90645742-4889-2C34-7CE7-77898C4EBAAB}"/>
          </ac:cxnSpMkLst>
        </pc:cxnChg>
        <pc:cxnChg chg="add del mod">
          <ac:chgData name="Timm Ziarnetzky" userId="aec35307-a43a-4d63-891b-eec9cbfc423f" providerId="ADAL" clId="{EA4146F4-1B7F-4DE2-8CED-541E46BBF44B}" dt="2022-05-10T11:13:28.068" v="1046" actId="478"/>
          <ac:cxnSpMkLst>
            <pc:docMk/>
            <pc:sldMk cId="1578875486" sldId="285"/>
            <ac:cxnSpMk id="22" creationId="{CA298FFF-8F0E-CB4E-08B2-77945A037A91}"/>
          </ac:cxnSpMkLst>
        </pc:cxnChg>
        <pc:cxnChg chg="add del mod">
          <ac:chgData name="Timm Ziarnetzky" userId="aec35307-a43a-4d63-891b-eec9cbfc423f" providerId="ADAL" clId="{EA4146F4-1B7F-4DE2-8CED-541E46BBF44B}" dt="2022-05-10T11:13:28.068" v="1046" actId="478"/>
          <ac:cxnSpMkLst>
            <pc:docMk/>
            <pc:sldMk cId="1578875486" sldId="285"/>
            <ac:cxnSpMk id="23" creationId="{4D48C01C-BB81-23FE-5131-916CB55ABCD3}"/>
          </ac:cxnSpMkLst>
        </pc:cxnChg>
        <pc:cxnChg chg="add del mod">
          <ac:chgData name="Timm Ziarnetzky" userId="aec35307-a43a-4d63-891b-eec9cbfc423f" providerId="ADAL" clId="{EA4146F4-1B7F-4DE2-8CED-541E46BBF44B}" dt="2022-05-10T11:13:28.068" v="1046" actId="478"/>
          <ac:cxnSpMkLst>
            <pc:docMk/>
            <pc:sldMk cId="1578875486" sldId="285"/>
            <ac:cxnSpMk id="24" creationId="{445F4EFF-80C5-C832-D200-1FBB64CE3DD8}"/>
          </ac:cxnSpMkLst>
        </pc:cxnChg>
        <pc:cxnChg chg="add del mod">
          <ac:chgData name="Timm Ziarnetzky" userId="aec35307-a43a-4d63-891b-eec9cbfc423f" providerId="ADAL" clId="{EA4146F4-1B7F-4DE2-8CED-541E46BBF44B}" dt="2022-05-10T11:13:28.068" v="1046" actId="478"/>
          <ac:cxnSpMkLst>
            <pc:docMk/>
            <pc:sldMk cId="1578875486" sldId="285"/>
            <ac:cxnSpMk id="31" creationId="{280C7337-6F5E-1073-834A-67216B25A473}"/>
          </ac:cxnSpMkLst>
        </pc:cxnChg>
        <pc:cxnChg chg="add del mod">
          <ac:chgData name="Timm Ziarnetzky" userId="aec35307-a43a-4d63-891b-eec9cbfc423f" providerId="ADAL" clId="{EA4146F4-1B7F-4DE2-8CED-541E46BBF44B}" dt="2022-05-10T11:13:28.068" v="1046" actId="478"/>
          <ac:cxnSpMkLst>
            <pc:docMk/>
            <pc:sldMk cId="1578875486" sldId="285"/>
            <ac:cxnSpMk id="33" creationId="{43F4738B-A48B-0783-9A69-1A5B02826BEC}"/>
          </ac:cxnSpMkLst>
        </pc:cxnChg>
        <pc:cxnChg chg="add del mod">
          <ac:chgData name="Timm Ziarnetzky" userId="aec35307-a43a-4d63-891b-eec9cbfc423f" providerId="ADAL" clId="{EA4146F4-1B7F-4DE2-8CED-541E46BBF44B}" dt="2022-05-10T11:13:28.068" v="1046" actId="478"/>
          <ac:cxnSpMkLst>
            <pc:docMk/>
            <pc:sldMk cId="1578875486" sldId="285"/>
            <ac:cxnSpMk id="34" creationId="{2789B7EA-205F-9A30-2EA4-DEE5E19B9A92}"/>
          </ac:cxnSpMkLst>
        </pc:cxnChg>
        <pc:cxnChg chg="del">
          <ac:chgData name="Timm Ziarnetzky" userId="aec35307-a43a-4d63-891b-eec9cbfc423f" providerId="ADAL" clId="{EA4146F4-1B7F-4DE2-8CED-541E46BBF44B}" dt="2022-05-10T11:11:55.412" v="1014" actId="478"/>
          <ac:cxnSpMkLst>
            <pc:docMk/>
            <pc:sldMk cId="1578875486" sldId="285"/>
            <ac:cxnSpMk id="38" creationId="{68512CF3-2CF0-ABE3-1078-C4E4C524A995}"/>
          </ac:cxnSpMkLst>
        </pc:cxnChg>
        <pc:cxnChg chg="add del mod">
          <ac:chgData name="Timm Ziarnetzky" userId="aec35307-a43a-4d63-891b-eec9cbfc423f" providerId="ADAL" clId="{EA4146F4-1B7F-4DE2-8CED-541E46BBF44B}" dt="2022-05-10T11:13:28.068" v="1046" actId="478"/>
          <ac:cxnSpMkLst>
            <pc:docMk/>
            <pc:sldMk cId="1578875486" sldId="285"/>
            <ac:cxnSpMk id="46" creationId="{4BFBF73B-352D-A29E-D814-1DEA7F8CD0E8}"/>
          </ac:cxnSpMkLst>
        </pc:cxnChg>
        <pc:cxnChg chg="add del mod">
          <ac:chgData name="Timm Ziarnetzky" userId="aec35307-a43a-4d63-891b-eec9cbfc423f" providerId="ADAL" clId="{EA4146F4-1B7F-4DE2-8CED-541E46BBF44B}" dt="2022-05-10T11:13:28.068" v="1046" actId="478"/>
          <ac:cxnSpMkLst>
            <pc:docMk/>
            <pc:sldMk cId="1578875486" sldId="285"/>
            <ac:cxnSpMk id="48" creationId="{54D55CC7-DFA8-F998-492B-AE895B64333E}"/>
          </ac:cxnSpMkLst>
        </pc:cxnChg>
        <pc:cxnChg chg="add mod">
          <ac:chgData name="Timm Ziarnetzky" userId="aec35307-a43a-4d63-891b-eec9cbfc423f" providerId="ADAL" clId="{EA4146F4-1B7F-4DE2-8CED-541E46BBF44B}" dt="2022-05-10T11:17:24.640" v="1164" actId="208"/>
          <ac:cxnSpMkLst>
            <pc:docMk/>
            <pc:sldMk cId="1578875486" sldId="285"/>
            <ac:cxnSpMk id="51" creationId="{B7D16D58-2387-3414-1F76-5D289E1F5CA4}"/>
          </ac:cxnSpMkLst>
        </pc:cxnChg>
        <pc:cxnChg chg="add mod">
          <ac:chgData name="Timm Ziarnetzky" userId="aec35307-a43a-4d63-891b-eec9cbfc423f" providerId="ADAL" clId="{EA4146F4-1B7F-4DE2-8CED-541E46BBF44B}" dt="2022-05-10T11:17:24.640" v="1164" actId="208"/>
          <ac:cxnSpMkLst>
            <pc:docMk/>
            <pc:sldMk cId="1578875486" sldId="285"/>
            <ac:cxnSpMk id="52" creationId="{A802D677-BE43-7D2F-A434-C3DD4156A68B}"/>
          </ac:cxnSpMkLst>
        </pc:cxnChg>
        <pc:cxnChg chg="add mod">
          <ac:chgData name="Timm Ziarnetzky" userId="aec35307-a43a-4d63-891b-eec9cbfc423f" providerId="ADAL" clId="{EA4146F4-1B7F-4DE2-8CED-541E46BBF44B}" dt="2022-05-10T11:13:42.053" v="1048" actId="1076"/>
          <ac:cxnSpMkLst>
            <pc:docMk/>
            <pc:sldMk cId="1578875486" sldId="285"/>
            <ac:cxnSpMk id="53" creationId="{E86931C2-FD5B-5D85-56F4-A39CC973FD2F}"/>
          </ac:cxnSpMkLst>
        </pc:cxnChg>
        <pc:cxnChg chg="add mod">
          <ac:chgData name="Timm Ziarnetzky" userId="aec35307-a43a-4d63-891b-eec9cbfc423f" providerId="ADAL" clId="{EA4146F4-1B7F-4DE2-8CED-541E46BBF44B}" dt="2022-05-10T11:17:24.640" v="1164" actId="208"/>
          <ac:cxnSpMkLst>
            <pc:docMk/>
            <pc:sldMk cId="1578875486" sldId="285"/>
            <ac:cxnSpMk id="54" creationId="{0CFD215E-EB9A-E00E-5500-173A5D7C1A01}"/>
          </ac:cxnSpMkLst>
        </pc:cxnChg>
        <pc:cxnChg chg="add mod">
          <ac:chgData name="Timm Ziarnetzky" userId="aec35307-a43a-4d63-891b-eec9cbfc423f" providerId="ADAL" clId="{EA4146F4-1B7F-4DE2-8CED-541E46BBF44B}" dt="2022-05-10T11:17:24.640" v="1164" actId="208"/>
          <ac:cxnSpMkLst>
            <pc:docMk/>
            <pc:sldMk cId="1578875486" sldId="285"/>
            <ac:cxnSpMk id="55" creationId="{4C7800ED-E6B3-567F-DCB7-812A0F3FB59C}"/>
          </ac:cxnSpMkLst>
        </pc:cxnChg>
        <pc:cxnChg chg="add mod">
          <ac:chgData name="Timm Ziarnetzky" userId="aec35307-a43a-4d63-891b-eec9cbfc423f" providerId="ADAL" clId="{EA4146F4-1B7F-4DE2-8CED-541E46BBF44B}" dt="2022-05-10T11:17:24.640" v="1164" actId="208"/>
          <ac:cxnSpMkLst>
            <pc:docMk/>
            <pc:sldMk cId="1578875486" sldId="285"/>
            <ac:cxnSpMk id="56" creationId="{1D862D5D-637F-4295-E49E-6C9FAE8D3B46}"/>
          </ac:cxnSpMkLst>
        </pc:cxnChg>
        <pc:cxnChg chg="add mod">
          <ac:chgData name="Timm Ziarnetzky" userId="aec35307-a43a-4d63-891b-eec9cbfc423f" providerId="ADAL" clId="{EA4146F4-1B7F-4DE2-8CED-541E46BBF44B}" dt="2022-05-10T11:17:24.640" v="1164" actId="208"/>
          <ac:cxnSpMkLst>
            <pc:docMk/>
            <pc:sldMk cId="1578875486" sldId="285"/>
            <ac:cxnSpMk id="63" creationId="{C4802DD8-0D19-5F47-9B04-B3B5F5E72882}"/>
          </ac:cxnSpMkLst>
        </pc:cxnChg>
        <pc:cxnChg chg="add mod">
          <ac:chgData name="Timm Ziarnetzky" userId="aec35307-a43a-4d63-891b-eec9cbfc423f" providerId="ADAL" clId="{EA4146F4-1B7F-4DE2-8CED-541E46BBF44B}" dt="2022-05-10T11:17:55.403" v="1168" actId="208"/>
          <ac:cxnSpMkLst>
            <pc:docMk/>
            <pc:sldMk cId="1578875486" sldId="285"/>
            <ac:cxnSpMk id="65" creationId="{5DC8B55A-524C-E205-9D77-8585578A817B}"/>
          </ac:cxnSpMkLst>
        </pc:cxnChg>
        <pc:cxnChg chg="add mod">
          <ac:chgData name="Timm Ziarnetzky" userId="aec35307-a43a-4d63-891b-eec9cbfc423f" providerId="ADAL" clId="{EA4146F4-1B7F-4DE2-8CED-541E46BBF44B}" dt="2022-05-10T11:13:42.053" v="1048" actId="1076"/>
          <ac:cxnSpMkLst>
            <pc:docMk/>
            <pc:sldMk cId="1578875486" sldId="285"/>
            <ac:cxnSpMk id="67" creationId="{633DA9FF-7EB5-97FC-10ED-C3E09BC40855}"/>
          </ac:cxnSpMkLst>
        </pc:cxnChg>
        <pc:cxnChg chg="add mod">
          <ac:chgData name="Timm Ziarnetzky" userId="aec35307-a43a-4d63-891b-eec9cbfc423f" providerId="ADAL" clId="{EA4146F4-1B7F-4DE2-8CED-541E46BBF44B}" dt="2022-05-10T11:18:00.176" v="1169" actId="208"/>
          <ac:cxnSpMkLst>
            <pc:docMk/>
            <pc:sldMk cId="1578875486" sldId="285"/>
            <ac:cxnSpMk id="74" creationId="{3113D39C-3EC2-9838-BADA-CA48ABA67EC8}"/>
          </ac:cxnSpMkLst>
        </pc:cxnChg>
        <pc:cxnChg chg="add mod">
          <ac:chgData name="Timm Ziarnetzky" userId="aec35307-a43a-4d63-891b-eec9cbfc423f" providerId="ADAL" clId="{EA4146F4-1B7F-4DE2-8CED-541E46BBF44B}" dt="2022-05-10T11:17:24.640" v="1164" actId="208"/>
          <ac:cxnSpMkLst>
            <pc:docMk/>
            <pc:sldMk cId="1578875486" sldId="285"/>
            <ac:cxnSpMk id="76" creationId="{3B7616DD-F109-BBF5-6455-9C2DC1782B44}"/>
          </ac:cxnSpMkLst>
        </pc:cxnChg>
      </pc:sldChg>
      <pc:sldChg chg="addSp delSp modSp add mod modAnim">
        <pc:chgData name="Timm Ziarnetzky" userId="aec35307-a43a-4d63-891b-eec9cbfc423f" providerId="ADAL" clId="{EA4146F4-1B7F-4DE2-8CED-541E46BBF44B}" dt="2022-05-10T11:56:32.796" v="2088"/>
        <pc:sldMkLst>
          <pc:docMk/>
          <pc:sldMk cId="3839708642" sldId="286"/>
        </pc:sldMkLst>
        <pc:spChg chg="add mod">
          <ac:chgData name="Timm Ziarnetzky" userId="aec35307-a43a-4d63-891b-eec9cbfc423f" providerId="ADAL" clId="{EA4146F4-1B7F-4DE2-8CED-541E46BBF44B}" dt="2022-05-10T11:18:56.080" v="1183" actId="1076"/>
          <ac:spMkLst>
            <pc:docMk/>
            <pc:sldMk cId="3839708642" sldId="286"/>
            <ac:spMk id="5" creationId="{62B7F87D-56F3-5C7F-2616-E8D3B88ED2BF}"/>
          </ac:spMkLst>
        </pc:spChg>
        <pc:spChg chg="add mod">
          <ac:chgData name="Timm Ziarnetzky" userId="aec35307-a43a-4d63-891b-eec9cbfc423f" providerId="ADAL" clId="{EA4146F4-1B7F-4DE2-8CED-541E46BBF44B}" dt="2022-05-10T11:18:56.080" v="1183" actId="1076"/>
          <ac:spMkLst>
            <pc:docMk/>
            <pc:sldMk cId="3839708642" sldId="286"/>
            <ac:spMk id="6" creationId="{CEF47D5B-A538-1DF0-7C1E-CF6172F955FF}"/>
          </ac:spMkLst>
        </pc:spChg>
        <pc:spChg chg="add mod">
          <ac:chgData name="Timm Ziarnetzky" userId="aec35307-a43a-4d63-891b-eec9cbfc423f" providerId="ADAL" clId="{EA4146F4-1B7F-4DE2-8CED-541E46BBF44B}" dt="2022-05-10T11:18:56.080" v="1183" actId="1076"/>
          <ac:spMkLst>
            <pc:docMk/>
            <pc:sldMk cId="3839708642" sldId="286"/>
            <ac:spMk id="7" creationId="{BBB3B2B7-72AE-9C26-7A9B-C5339EDDB7A5}"/>
          </ac:spMkLst>
        </pc:spChg>
        <pc:spChg chg="add mod">
          <ac:chgData name="Timm Ziarnetzky" userId="aec35307-a43a-4d63-891b-eec9cbfc423f" providerId="ADAL" clId="{EA4146F4-1B7F-4DE2-8CED-541E46BBF44B}" dt="2022-05-10T11:18:56.080" v="1183" actId="1076"/>
          <ac:spMkLst>
            <pc:docMk/>
            <pc:sldMk cId="3839708642" sldId="286"/>
            <ac:spMk id="8" creationId="{F8464331-E6E2-3C6D-E886-EE57D8141384}"/>
          </ac:spMkLst>
        </pc:spChg>
        <pc:spChg chg="add mod">
          <ac:chgData name="Timm Ziarnetzky" userId="aec35307-a43a-4d63-891b-eec9cbfc423f" providerId="ADAL" clId="{EA4146F4-1B7F-4DE2-8CED-541E46BBF44B}" dt="2022-05-10T11:18:56.080" v="1183" actId="1076"/>
          <ac:spMkLst>
            <pc:docMk/>
            <pc:sldMk cId="3839708642" sldId="286"/>
            <ac:spMk id="9" creationId="{891A1B3B-28AE-BE3B-CF11-567EAECCC0A9}"/>
          </ac:spMkLst>
        </pc:spChg>
        <pc:spChg chg="add mod">
          <ac:chgData name="Timm Ziarnetzky" userId="aec35307-a43a-4d63-891b-eec9cbfc423f" providerId="ADAL" clId="{EA4146F4-1B7F-4DE2-8CED-541E46BBF44B}" dt="2022-05-10T11:21:47.193" v="1365" actId="1038"/>
          <ac:spMkLst>
            <pc:docMk/>
            <pc:sldMk cId="3839708642" sldId="286"/>
            <ac:spMk id="10" creationId="{FF9EBDC6-3B31-2375-D819-64A31C47C63E}"/>
          </ac:spMkLst>
        </pc:spChg>
        <pc:spChg chg="add mod">
          <ac:chgData name="Timm Ziarnetzky" userId="aec35307-a43a-4d63-891b-eec9cbfc423f" providerId="ADAL" clId="{EA4146F4-1B7F-4DE2-8CED-541E46BBF44B}" dt="2022-05-10T11:21:47.193" v="1365" actId="1038"/>
          <ac:spMkLst>
            <pc:docMk/>
            <pc:sldMk cId="3839708642" sldId="286"/>
            <ac:spMk id="11" creationId="{C65A9C4B-C545-6B34-09DC-D498F848E03A}"/>
          </ac:spMkLst>
        </pc:spChg>
        <pc:spChg chg="mod">
          <ac:chgData name="Timm Ziarnetzky" userId="aec35307-a43a-4d63-891b-eec9cbfc423f" providerId="ADAL" clId="{EA4146F4-1B7F-4DE2-8CED-541E46BBF44B}" dt="2022-05-10T11:18:13.650" v="1170"/>
          <ac:spMkLst>
            <pc:docMk/>
            <pc:sldMk cId="3839708642" sldId="286"/>
            <ac:spMk id="12" creationId="{D17C78FA-6558-49E1-A947-A702203CBA50}"/>
          </ac:spMkLst>
        </pc:spChg>
        <pc:spChg chg="mod">
          <ac:chgData name="Timm Ziarnetzky" userId="aec35307-a43a-4d63-891b-eec9cbfc423f" providerId="ADAL" clId="{EA4146F4-1B7F-4DE2-8CED-541E46BBF44B}" dt="2022-05-10T11:49:01.750" v="2028" actId="948"/>
          <ac:spMkLst>
            <pc:docMk/>
            <pc:sldMk cId="3839708642" sldId="286"/>
            <ac:spMk id="13" creationId="{9EFE2027-5700-4C3D-BDF6-799D626AF7C2}"/>
          </ac:spMkLst>
        </pc:spChg>
        <pc:spChg chg="add mod">
          <ac:chgData name="Timm Ziarnetzky" userId="aec35307-a43a-4d63-891b-eec9cbfc423f" providerId="ADAL" clId="{EA4146F4-1B7F-4DE2-8CED-541E46BBF44B}" dt="2022-05-10T11:21:47.193" v="1365" actId="1038"/>
          <ac:spMkLst>
            <pc:docMk/>
            <pc:sldMk cId="3839708642" sldId="286"/>
            <ac:spMk id="14" creationId="{52EF7F5B-2816-2693-A1E6-538DD9777EA5}"/>
          </ac:spMkLst>
        </pc:spChg>
        <pc:spChg chg="add mod">
          <ac:chgData name="Timm Ziarnetzky" userId="aec35307-a43a-4d63-891b-eec9cbfc423f" providerId="ADAL" clId="{EA4146F4-1B7F-4DE2-8CED-541E46BBF44B}" dt="2022-05-10T11:21:47.193" v="1365" actId="1038"/>
          <ac:spMkLst>
            <pc:docMk/>
            <pc:sldMk cId="3839708642" sldId="286"/>
            <ac:spMk id="15" creationId="{073BE280-785A-E289-91FF-C69D1DB8F320}"/>
          </ac:spMkLst>
        </pc:spChg>
        <pc:spChg chg="add mod">
          <ac:chgData name="Timm Ziarnetzky" userId="aec35307-a43a-4d63-891b-eec9cbfc423f" providerId="ADAL" clId="{EA4146F4-1B7F-4DE2-8CED-541E46BBF44B}" dt="2022-05-10T11:21:47.193" v="1365" actId="1038"/>
          <ac:spMkLst>
            <pc:docMk/>
            <pc:sldMk cId="3839708642" sldId="286"/>
            <ac:spMk id="16" creationId="{F19C0F7A-196F-C886-C650-6736151157FC}"/>
          </ac:spMkLst>
        </pc:spChg>
        <pc:spChg chg="add mod">
          <ac:chgData name="Timm Ziarnetzky" userId="aec35307-a43a-4d63-891b-eec9cbfc423f" providerId="ADAL" clId="{EA4146F4-1B7F-4DE2-8CED-541E46BBF44B}" dt="2022-05-10T11:21:47.193" v="1365" actId="1038"/>
          <ac:spMkLst>
            <pc:docMk/>
            <pc:sldMk cId="3839708642" sldId="286"/>
            <ac:spMk id="17" creationId="{8989C32C-B175-DB9D-89E1-D3E1501A0169}"/>
          </ac:spMkLst>
        </pc:spChg>
        <pc:spChg chg="del">
          <ac:chgData name="Timm Ziarnetzky" userId="aec35307-a43a-4d63-891b-eec9cbfc423f" providerId="ADAL" clId="{EA4146F4-1B7F-4DE2-8CED-541E46BBF44B}" dt="2022-05-10T11:12:50.552" v="1033" actId="478"/>
          <ac:spMkLst>
            <pc:docMk/>
            <pc:sldMk cId="3839708642" sldId="286"/>
            <ac:spMk id="18" creationId="{5968481E-3482-265F-1061-58A3E3134102}"/>
          </ac:spMkLst>
        </pc:spChg>
        <pc:spChg chg="add mod">
          <ac:chgData name="Timm Ziarnetzky" userId="aec35307-a43a-4d63-891b-eec9cbfc423f" providerId="ADAL" clId="{EA4146F4-1B7F-4DE2-8CED-541E46BBF44B}" dt="2022-05-10T11:18:56.080" v="1183" actId="1076"/>
          <ac:spMkLst>
            <pc:docMk/>
            <pc:sldMk cId="3839708642" sldId="286"/>
            <ac:spMk id="19" creationId="{178A62B0-08F5-AEC5-63DC-A94904E599D9}"/>
          </ac:spMkLst>
        </pc:spChg>
        <pc:spChg chg="add mod">
          <ac:chgData name="Timm Ziarnetzky" userId="aec35307-a43a-4d63-891b-eec9cbfc423f" providerId="ADAL" clId="{EA4146F4-1B7F-4DE2-8CED-541E46BBF44B}" dt="2022-05-10T11:18:56.080" v="1183" actId="1076"/>
          <ac:spMkLst>
            <pc:docMk/>
            <pc:sldMk cId="3839708642" sldId="286"/>
            <ac:spMk id="20" creationId="{C9F8F756-49E5-ECC5-E824-681E5CB8E0CB}"/>
          </ac:spMkLst>
        </pc:spChg>
        <pc:spChg chg="add mod">
          <ac:chgData name="Timm Ziarnetzky" userId="aec35307-a43a-4d63-891b-eec9cbfc423f" providerId="ADAL" clId="{EA4146F4-1B7F-4DE2-8CED-541E46BBF44B}" dt="2022-05-10T11:18:56.080" v="1183" actId="1076"/>
          <ac:spMkLst>
            <pc:docMk/>
            <pc:sldMk cId="3839708642" sldId="286"/>
            <ac:spMk id="21" creationId="{E542BF86-C775-7D6A-CCC5-9F1C05612618}"/>
          </ac:spMkLst>
        </pc:spChg>
        <pc:spChg chg="add mod">
          <ac:chgData name="Timm Ziarnetzky" userId="aec35307-a43a-4d63-891b-eec9cbfc423f" providerId="ADAL" clId="{EA4146F4-1B7F-4DE2-8CED-541E46BBF44B}" dt="2022-05-10T11:18:56.080" v="1183" actId="1076"/>
          <ac:spMkLst>
            <pc:docMk/>
            <pc:sldMk cId="3839708642" sldId="286"/>
            <ac:spMk id="22" creationId="{D742E7D9-85CE-A78A-CDF6-22567C8904E4}"/>
          </ac:spMkLst>
        </pc:spChg>
        <pc:spChg chg="add mod">
          <ac:chgData name="Timm Ziarnetzky" userId="aec35307-a43a-4d63-891b-eec9cbfc423f" providerId="ADAL" clId="{EA4146F4-1B7F-4DE2-8CED-541E46BBF44B}" dt="2022-05-10T11:18:56.080" v="1183" actId="1076"/>
          <ac:spMkLst>
            <pc:docMk/>
            <pc:sldMk cId="3839708642" sldId="286"/>
            <ac:spMk id="23" creationId="{E235FFF1-B624-798F-29FC-61926081D367}"/>
          </ac:spMkLst>
        </pc:spChg>
        <pc:spChg chg="add mod">
          <ac:chgData name="Timm Ziarnetzky" userId="aec35307-a43a-4d63-891b-eec9cbfc423f" providerId="ADAL" clId="{EA4146F4-1B7F-4DE2-8CED-541E46BBF44B}" dt="2022-05-10T11:18:56.080" v="1183" actId="1076"/>
          <ac:spMkLst>
            <pc:docMk/>
            <pc:sldMk cId="3839708642" sldId="286"/>
            <ac:spMk id="24" creationId="{8D466151-A960-74F4-C54B-8F2162D7AE76}"/>
          </ac:spMkLst>
        </pc:spChg>
        <pc:spChg chg="add mod">
          <ac:chgData name="Timm Ziarnetzky" userId="aec35307-a43a-4d63-891b-eec9cbfc423f" providerId="ADAL" clId="{EA4146F4-1B7F-4DE2-8CED-541E46BBF44B}" dt="2022-05-10T11:20:15.346" v="1238" actId="1036"/>
          <ac:spMkLst>
            <pc:docMk/>
            <pc:sldMk cId="3839708642" sldId="286"/>
            <ac:spMk id="29" creationId="{051C39A1-E606-8807-A61F-ED6FC52F9F51}"/>
          </ac:spMkLst>
        </pc:spChg>
        <pc:spChg chg="add mod">
          <ac:chgData name="Timm Ziarnetzky" userId="aec35307-a43a-4d63-891b-eec9cbfc423f" providerId="ADAL" clId="{EA4146F4-1B7F-4DE2-8CED-541E46BBF44B}" dt="2022-05-10T11:20:15.346" v="1238" actId="1036"/>
          <ac:spMkLst>
            <pc:docMk/>
            <pc:sldMk cId="3839708642" sldId="286"/>
            <ac:spMk id="30" creationId="{96622EB7-6FC2-8865-DFCC-05592E291210}"/>
          </ac:spMkLst>
        </pc:spChg>
        <pc:spChg chg="add mod">
          <ac:chgData name="Timm Ziarnetzky" userId="aec35307-a43a-4d63-891b-eec9cbfc423f" providerId="ADAL" clId="{EA4146F4-1B7F-4DE2-8CED-541E46BBF44B}" dt="2022-05-10T11:20:15.346" v="1238" actId="1036"/>
          <ac:spMkLst>
            <pc:docMk/>
            <pc:sldMk cId="3839708642" sldId="286"/>
            <ac:spMk id="31" creationId="{FD203914-596B-5804-FAF3-D350CCDC4200}"/>
          </ac:spMkLst>
        </pc:spChg>
        <pc:spChg chg="add mod">
          <ac:chgData name="Timm Ziarnetzky" userId="aec35307-a43a-4d63-891b-eec9cbfc423f" providerId="ADAL" clId="{EA4146F4-1B7F-4DE2-8CED-541E46BBF44B}" dt="2022-05-10T11:18:56.080" v="1183" actId="1076"/>
          <ac:spMkLst>
            <pc:docMk/>
            <pc:sldMk cId="3839708642" sldId="286"/>
            <ac:spMk id="32" creationId="{253C7CDD-2486-B846-9F87-A7A45D8FB205}"/>
          </ac:spMkLst>
        </pc:spChg>
        <pc:spChg chg="add del mod">
          <ac:chgData name="Timm Ziarnetzky" userId="aec35307-a43a-4d63-891b-eec9cbfc423f" providerId="ADAL" clId="{EA4146F4-1B7F-4DE2-8CED-541E46BBF44B}" dt="2022-05-10T11:19:49.349" v="1200" actId="478"/>
          <ac:spMkLst>
            <pc:docMk/>
            <pc:sldMk cId="3839708642" sldId="286"/>
            <ac:spMk id="37" creationId="{5C4C76CF-3156-05AB-D6F1-27D184808B8A}"/>
          </ac:spMkLst>
        </pc:spChg>
        <pc:spChg chg="add del mod">
          <ac:chgData name="Timm Ziarnetzky" userId="aec35307-a43a-4d63-891b-eec9cbfc423f" providerId="ADAL" clId="{EA4146F4-1B7F-4DE2-8CED-541E46BBF44B}" dt="2022-05-10T11:19:50.833" v="1201" actId="478"/>
          <ac:spMkLst>
            <pc:docMk/>
            <pc:sldMk cId="3839708642" sldId="286"/>
            <ac:spMk id="38" creationId="{3E45D85D-486B-B630-29B6-01144B2C8857}"/>
          </ac:spMkLst>
        </pc:spChg>
        <pc:spChg chg="add del mod">
          <ac:chgData name="Timm Ziarnetzky" userId="aec35307-a43a-4d63-891b-eec9cbfc423f" providerId="ADAL" clId="{EA4146F4-1B7F-4DE2-8CED-541E46BBF44B}" dt="2022-05-10T11:19:52.143" v="1202" actId="478"/>
          <ac:spMkLst>
            <pc:docMk/>
            <pc:sldMk cId="3839708642" sldId="286"/>
            <ac:spMk id="39" creationId="{A9851010-1EDB-2FA5-259B-F87B769689EA}"/>
          </ac:spMkLst>
        </pc:spChg>
        <pc:spChg chg="add mod">
          <ac:chgData name="Timm Ziarnetzky" userId="aec35307-a43a-4d63-891b-eec9cbfc423f" providerId="ADAL" clId="{EA4146F4-1B7F-4DE2-8CED-541E46BBF44B}" dt="2022-05-10T11:18:56.080" v="1183" actId="1076"/>
          <ac:spMkLst>
            <pc:docMk/>
            <pc:sldMk cId="3839708642" sldId="286"/>
            <ac:spMk id="40" creationId="{EE0CF846-DFA7-3E09-B6A0-ACAF92904287}"/>
          </ac:spMkLst>
        </pc:spChg>
        <pc:spChg chg="add mod">
          <ac:chgData name="Timm Ziarnetzky" userId="aec35307-a43a-4d63-891b-eec9cbfc423f" providerId="ADAL" clId="{EA4146F4-1B7F-4DE2-8CED-541E46BBF44B}" dt="2022-05-10T11:20:24.962" v="1294" actId="1036"/>
          <ac:spMkLst>
            <pc:docMk/>
            <pc:sldMk cId="3839708642" sldId="286"/>
            <ac:spMk id="41" creationId="{CE8C2D06-912A-D60D-3AA1-65DAECD10B27}"/>
          </ac:spMkLst>
        </pc:spChg>
        <pc:spChg chg="add mod">
          <ac:chgData name="Timm Ziarnetzky" userId="aec35307-a43a-4d63-891b-eec9cbfc423f" providerId="ADAL" clId="{EA4146F4-1B7F-4DE2-8CED-541E46BBF44B}" dt="2022-05-10T11:20:24.962" v="1294" actId="1036"/>
          <ac:spMkLst>
            <pc:docMk/>
            <pc:sldMk cId="3839708642" sldId="286"/>
            <ac:spMk id="42" creationId="{F7043C9C-0CB1-5A17-69B3-1A28424600EA}"/>
          </ac:spMkLst>
        </pc:spChg>
        <pc:spChg chg="add mod">
          <ac:chgData name="Timm Ziarnetzky" userId="aec35307-a43a-4d63-891b-eec9cbfc423f" providerId="ADAL" clId="{EA4146F4-1B7F-4DE2-8CED-541E46BBF44B}" dt="2022-05-10T11:20:24.962" v="1294" actId="1036"/>
          <ac:spMkLst>
            <pc:docMk/>
            <pc:sldMk cId="3839708642" sldId="286"/>
            <ac:spMk id="43" creationId="{10FFD0F4-CC35-4295-9906-168F9C84B0FE}"/>
          </ac:spMkLst>
        </pc:spChg>
        <pc:cxnChg chg="add mod">
          <ac:chgData name="Timm Ziarnetzky" userId="aec35307-a43a-4d63-891b-eec9cbfc423f" providerId="ADAL" clId="{EA4146F4-1B7F-4DE2-8CED-541E46BBF44B}" dt="2022-05-10T11:19:33.135" v="1184" actId="208"/>
          <ac:cxnSpMkLst>
            <pc:docMk/>
            <pc:sldMk cId="3839708642" sldId="286"/>
            <ac:cxnSpMk id="25" creationId="{9A380409-C001-F241-04FA-9AE436C8E56D}"/>
          </ac:cxnSpMkLst>
        </pc:cxnChg>
        <pc:cxnChg chg="add mod">
          <ac:chgData name="Timm Ziarnetzky" userId="aec35307-a43a-4d63-891b-eec9cbfc423f" providerId="ADAL" clId="{EA4146F4-1B7F-4DE2-8CED-541E46BBF44B}" dt="2022-05-10T11:19:33.135" v="1184" actId="208"/>
          <ac:cxnSpMkLst>
            <pc:docMk/>
            <pc:sldMk cId="3839708642" sldId="286"/>
            <ac:cxnSpMk id="26" creationId="{71B68192-7138-DD88-159A-9F8ADD605874}"/>
          </ac:cxnSpMkLst>
        </pc:cxnChg>
        <pc:cxnChg chg="add mod">
          <ac:chgData name="Timm Ziarnetzky" userId="aec35307-a43a-4d63-891b-eec9cbfc423f" providerId="ADAL" clId="{EA4146F4-1B7F-4DE2-8CED-541E46BBF44B}" dt="2022-05-10T11:19:33.135" v="1184" actId="208"/>
          <ac:cxnSpMkLst>
            <pc:docMk/>
            <pc:sldMk cId="3839708642" sldId="286"/>
            <ac:cxnSpMk id="27" creationId="{B5F5160D-DFA0-AEA2-9789-A2E35B520753}"/>
          </ac:cxnSpMkLst>
        </pc:cxnChg>
        <pc:cxnChg chg="add mod">
          <ac:chgData name="Timm Ziarnetzky" userId="aec35307-a43a-4d63-891b-eec9cbfc423f" providerId="ADAL" clId="{EA4146F4-1B7F-4DE2-8CED-541E46BBF44B}" dt="2022-05-10T11:19:33.135" v="1184" actId="208"/>
          <ac:cxnSpMkLst>
            <pc:docMk/>
            <pc:sldMk cId="3839708642" sldId="286"/>
            <ac:cxnSpMk id="28" creationId="{9FCCC6B3-57A1-5767-FE94-AB5BE0174AA4}"/>
          </ac:cxnSpMkLst>
        </pc:cxnChg>
        <pc:cxnChg chg="add mod">
          <ac:chgData name="Timm Ziarnetzky" userId="aec35307-a43a-4d63-891b-eec9cbfc423f" providerId="ADAL" clId="{EA4146F4-1B7F-4DE2-8CED-541E46BBF44B}" dt="2022-05-10T11:19:33.135" v="1184" actId="208"/>
          <ac:cxnSpMkLst>
            <pc:docMk/>
            <pc:sldMk cId="3839708642" sldId="286"/>
            <ac:cxnSpMk id="33" creationId="{96C5A11B-AE87-CFF9-035B-69A0DE3BC0AB}"/>
          </ac:cxnSpMkLst>
        </pc:cxnChg>
        <pc:cxnChg chg="add mod">
          <ac:chgData name="Timm Ziarnetzky" userId="aec35307-a43a-4d63-891b-eec9cbfc423f" providerId="ADAL" clId="{EA4146F4-1B7F-4DE2-8CED-541E46BBF44B}" dt="2022-05-10T11:19:33.135" v="1184" actId="208"/>
          <ac:cxnSpMkLst>
            <pc:docMk/>
            <pc:sldMk cId="3839708642" sldId="286"/>
            <ac:cxnSpMk id="34" creationId="{74451C57-F039-BAE4-82E1-3818E13DBD84}"/>
          </ac:cxnSpMkLst>
        </pc:cxnChg>
        <pc:cxnChg chg="add mod">
          <ac:chgData name="Timm Ziarnetzky" userId="aec35307-a43a-4d63-891b-eec9cbfc423f" providerId="ADAL" clId="{EA4146F4-1B7F-4DE2-8CED-541E46BBF44B}" dt="2022-05-10T11:19:33.135" v="1184" actId="208"/>
          <ac:cxnSpMkLst>
            <pc:docMk/>
            <pc:sldMk cId="3839708642" sldId="286"/>
            <ac:cxnSpMk id="35" creationId="{2B00C7F4-61CA-11C0-23FF-DFF77A2A5C0D}"/>
          </ac:cxnSpMkLst>
        </pc:cxnChg>
        <pc:cxnChg chg="add mod">
          <ac:chgData name="Timm Ziarnetzky" userId="aec35307-a43a-4d63-891b-eec9cbfc423f" providerId="ADAL" clId="{EA4146F4-1B7F-4DE2-8CED-541E46BBF44B}" dt="2022-05-10T11:19:33.135" v="1184" actId="208"/>
          <ac:cxnSpMkLst>
            <pc:docMk/>
            <pc:sldMk cId="3839708642" sldId="286"/>
            <ac:cxnSpMk id="36" creationId="{CF67FCCA-9D05-1E6B-1A99-9FED5489F62B}"/>
          </ac:cxnSpMkLst>
        </pc:cxnChg>
      </pc:sldChg>
      <pc:sldChg chg="addSp delSp modSp add mod modAnim">
        <pc:chgData name="Timm Ziarnetzky" userId="aec35307-a43a-4d63-891b-eec9cbfc423f" providerId="ADAL" clId="{EA4146F4-1B7F-4DE2-8CED-541E46BBF44B}" dt="2022-05-10T11:56:29.771" v="2087"/>
        <pc:sldMkLst>
          <pc:docMk/>
          <pc:sldMk cId="3783402921" sldId="287"/>
        </pc:sldMkLst>
        <pc:spChg chg="add mod">
          <ac:chgData name="Timm Ziarnetzky" userId="aec35307-a43a-4d63-891b-eec9cbfc423f" providerId="ADAL" clId="{EA4146F4-1B7F-4DE2-8CED-541E46BBF44B}" dt="2022-05-10T11:22:40.395" v="1366"/>
          <ac:spMkLst>
            <pc:docMk/>
            <pc:sldMk cId="3783402921" sldId="287"/>
            <ac:spMk id="5" creationId="{A595ADE7-F000-04A3-6564-F795F81320EB}"/>
          </ac:spMkLst>
        </pc:spChg>
        <pc:spChg chg="add mod">
          <ac:chgData name="Timm Ziarnetzky" userId="aec35307-a43a-4d63-891b-eec9cbfc423f" providerId="ADAL" clId="{EA4146F4-1B7F-4DE2-8CED-541E46BBF44B}" dt="2022-05-10T11:22:40.395" v="1366"/>
          <ac:spMkLst>
            <pc:docMk/>
            <pc:sldMk cId="3783402921" sldId="287"/>
            <ac:spMk id="6" creationId="{90C2923C-6D90-604E-17DC-F8704D0E8D31}"/>
          </ac:spMkLst>
        </pc:spChg>
        <pc:spChg chg="add mod">
          <ac:chgData name="Timm Ziarnetzky" userId="aec35307-a43a-4d63-891b-eec9cbfc423f" providerId="ADAL" clId="{EA4146F4-1B7F-4DE2-8CED-541E46BBF44B}" dt="2022-05-10T11:22:40.395" v="1366"/>
          <ac:spMkLst>
            <pc:docMk/>
            <pc:sldMk cId="3783402921" sldId="287"/>
            <ac:spMk id="7" creationId="{63556E94-5E1C-956A-E6B7-3B796A129398}"/>
          </ac:spMkLst>
        </pc:spChg>
        <pc:spChg chg="add mod">
          <ac:chgData name="Timm Ziarnetzky" userId="aec35307-a43a-4d63-891b-eec9cbfc423f" providerId="ADAL" clId="{EA4146F4-1B7F-4DE2-8CED-541E46BBF44B}" dt="2022-05-10T11:22:40.395" v="1366"/>
          <ac:spMkLst>
            <pc:docMk/>
            <pc:sldMk cId="3783402921" sldId="287"/>
            <ac:spMk id="8" creationId="{09411012-F3E0-AB1C-574B-408DA2EB8F25}"/>
          </ac:spMkLst>
        </pc:spChg>
        <pc:spChg chg="add mod">
          <ac:chgData name="Timm Ziarnetzky" userId="aec35307-a43a-4d63-891b-eec9cbfc423f" providerId="ADAL" clId="{EA4146F4-1B7F-4DE2-8CED-541E46BBF44B}" dt="2022-05-10T11:22:40.395" v="1366"/>
          <ac:spMkLst>
            <pc:docMk/>
            <pc:sldMk cId="3783402921" sldId="287"/>
            <ac:spMk id="9" creationId="{ED0CFF3D-343A-E69A-7AB1-FE7A6553D8BD}"/>
          </ac:spMkLst>
        </pc:spChg>
        <pc:spChg chg="add mod">
          <ac:chgData name="Timm Ziarnetzky" userId="aec35307-a43a-4d63-891b-eec9cbfc423f" providerId="ADAL" clId="{EA4146F4-1B7F-4DE2-8CED-541E46BBF44B}" dt="2022-05-10T11:22:40.395" v="1366"/>
          <ac:spMkLst>
            <pc:docMk/>
            <pc:sldMk cId="3783402921" sldId="287"/>
            <ac:spMk id="10" creationId="{FF410591-4B8B-B2F7-84A5-C1DD87D115D6}"/>
          </ac:spMkLst>
        </pc:spChg>
        <pc:spChg chg="add mod">
          <ac:chgData name="Timm Ziarnetzky" userId="aec35307-a43a-4d63-891b-eec9cbfc423f" providerId="ADAL" clId="{EA4146F4-1B7F-4DE2-8CED-541E46BBF44B}" dt="2022-05-10T11:22:40.395" v="1366"/>
          <ac:spMkLst>
            <pc:docMk/>
            <pc:sldMk cId="3783402921" sldId="287"/>
            <ac:spMk id="11" creationId="{E7EFDB6D-77BA-F35E-5BF3-94C0688949F6}"/>
          </ac:spMkLst>
        </pc:spChg>
        <pc:spChg chg="mod">
          <ac:chgData name="Timm Ziarnetzky" userId="aec35307-a43a-4d63-891b-eec9cbfc423f" providerId="ADAL" clId="{EA4146F4-1B7F-4DE2-8CED-541E46BBF44B}" dt="2022-05-10T11:20:40.641" v="1295"/>
          <ac:spMkLst>
            <pc:docMk/>
            <pc:sldMk cId="3783402921" sldId="287"/>
            <ac:spMk id="12" creationId="{D17C78FA-6558-49E1-A947-A702203CBA50}"/>
          </ac:spMkLst>
        </pc:spChg>
        <pc:spChg chg="mod">
          <ac:chgData name="Timm Ziarnetzky" userId="aec35307-a43a-4d63-891b-eec9cbfc423f" providerId="ADAL" clId="{EA4146F4-1B7F-4DE2-8CED-541E46BBF44B}" dt="2022-05-10T11:48:52.081" v="2027" actId="948"/>
          <ac:spMkLst>
            <pc:docMk/>
            <pc:sldMk cId="3783402921" sldId="287"/>
            <ac:spMk id="13" creationId="{9EFE2027-5700-4C3D-BDF6-799D626AF7C2}"/>
          </ac:spMkLst>
        </pc:spChg>
        <pc:spChg chg="add mod">
          <ac:chgData name="Timm Ziarnetzky" userId="aec35307-a43a-4d63-891b-eec9cbfc423f" providerId="ADAL" clId="{EA4146F4-1B7F-4DE2-8CED-541E46BBF44B}" dt="2022-05-10T11:22:40.395" v="1366"/>
          <ac:spMkLst>
            <pc:docMk/>
            <pc:sldMk cId="3783402921" sldId="287"/>
            <ac:spMk id="14" creationId="{9E241269-3142-B6C4-2910-95614B62CC23}"/>
          </ac:spMkLst>
        </pc:spChg>
        <pc:spChg chg="add mod">
          <ac:chgData name="Timm Ziarnetzky" userId="aec35307-a43a-4d63-891b-eec9cbfc423f" providerId="ADAL" clId="{EA4146F4-1B7F-4DE2-8CED-541E46BBF44B}" dt="2022-05-10T11:22:40.395" v="1366"/>
          <ac:spMkLst>
            <pc:docMk/>
            <pc:sldMk cId="3783402921" sldId="287"/>
            <ac:spMk id="15" creationId="{A9ED198A-935B-0F45-E63A-C15D3F4F5AB2}"/>
          </ac:spMkLst>
        </pc:spChg>
        <pc:spChg chg="add mod">
          <ac:chgData name="Timm Ziarnetzky" userId="aec35307-a43a-4d63-891b-eec9cbfc423f" providerId="ADAL" clId="{EA4146F4-1B7F-4DE2-8CED-541E46BBF44B}" dt="2022-05-10T11:22:40.395" v="1366"/>
          <ac:spMkLst>
            <pc:docMk/>
            <pc:sldMk cId="3783402921" sldId="287"/>
            <ac:spMk id="16" creationId="{65282115-D8A6-5523-28D0-1C1D57827A64}"/>
          </ac:spMkLst>
        </pc:spChg>
        <pc:spChg chg="add mod">
          <ac:chgData name="Timm Ziarnetzky" userId="aec35307-a43a-4d63-891b-eec9cbfc423f" providerId="ADAL" clId="{EA4146F4-1B7F-4DE2-8CED-541E46BBF44B}" dt="2022-05-10T11:22:40.395" v="1366"/>
          <ac:spMkLst>
            <pc:docMk/>
            <pc:sldMk cId="3783402921" sldId="287"/>
            <ac:spMk id="17" creationId="{87319A3D-BE3A-AD8A-592B-F449DD41810E}"/>
          </ac:spMkLst>
        </pc:spChg>
        <pc:spChg chg="del">
          <ac:chgData name="Timm Ziarnetzky" userId="aec35307-a43a-4d63-891b-eec9cbfc423f" providerId="ADAL" clId="{EA4146F4-1B7F-4DE2-8CED-541E46BBF44B}" dt="2022-05-10T11:12:53.838" v="1034" actId="478"/>
          <ac:spMkLst>
            <pc:docMk/>
            <pc:sldMk cId="3783402921" sldId="287"/>
            <ac:spMk id="18" creationId="{5968481E-3482-265F-1061-58A3E3134102}"/>
          </ac:spMkLst>
        </pc:spChg>
        <pc:spChg chg="add mod">
          <ac:chgData name="Timm Ziarnetzky" userId="aec35307-a43a-4d63-891b-eec9cbfc423f" providerId="ADAL" clId="{EA4146F4-1B7F-4DE2-8CED-541E46BBF44B}" dt="2022-05-10T11:22:40.395" v="1366"/>
          <ac:spMkLst>
            <pc:docMk/>
            <pc:sldMk cId="3783402921" sldId="287"/>
            <ac:spMk id="19" creationId="{26F56620-EFE5-0827-1D05-39056CBA5AE6}"/>
          </ac:spMkLst>
        </pc:spChg>
        <pc:spChg chg="add mod">
          <ac:chgData name="Timm Ziarnetzky" userId="aec35307-a43a-4d63-891b-eec9cbfc423f" providerId="ADAL" clId="{EA4146F4-1B7F-4DE2-8CED-541E46BBF44B}" dt="2022-05-10T11:22:40.395" v="1366"/>
          <ac:spMkLst>
            <pc:docMk/>
            <pc:sldMk cId="3783402921" sldId="287"/>
            <ac:spMk id="20" creationId="{CCBEAB09-152C-DA00-03ED-5BC9E5E6A060}"/>
          </ac:spMkLst>
        </pc:spChg>
        <pc:spChg chg="add mod">
          <ac:chgData name="Timm Ziarnetzky" userId="aec35307-a43a-4d63-891b-eec9cbfc423f" providerId="ADAL" clId="{EA4146F4-1B7F-4DE2-8CED-541E46BBF44B}" dt="2022-05-10T11:22:40.395" v="1366"/>
          <ac:spMkLst>
            <pc:docMk/>
            <pc:sldMk cId="3783402921" sldId="287"/>
            <ac:spMk id="21" creationId="{B6DFFC3E-1BE5-B1F8-8B97-847B07CB2B8F}"/>
          </ac:spMkLst>
        </pc:spChg>
        <pc:spChg chg="add mod">
          <ac:chgData name="Timm Ziarnetzky" userId="aec35307-a43a-4d63-891b-eec9cbfc423f" providerId="ADAL" clId="{EA4146F4-1B7F-4DE2-8CED-541E46BBF44B}" dt="2022-05-10T11:22:40.395" v="1366"/>
          <ac:spMkLst>
            <pc:docMk/>
            <pc:sldMk cId="3783402921" sldId="287"/>
            <ac:spMk id="22" creationId="{3507D8BC-A9FC-2A2C-AF7C-A758D032E3C2}"/>
          </ac:spMkLst>
        </pc:spChg>
        <pc:spChg chg="add mod">
          <ac:chgData name="Timm Ziarnetzky" userId="aec35307-a43a-4d63-891b-eec9cbfc423f" providerId="ADAL" clId="{EA4146F4-1B7F-4DE2-8CED-541E46BBF44B}" dt="2022-05-10T11:23:06.914" v="1375" actId="113"/>
          <ac:spMkLst>
            <pc:docMk/>
            <pc:sldMk cId="3783402921" sldId="287"/>
            <ac:spMk id="23" creationId="{4135CE5B-6A7D-482F-2DC8-C7DDE5BEAACE}"/>
          </ac:spMkLst>
        </pc:spChg>
        <pc:spChg chg="add mod">
          <ac:chgData name="Timm Ziarnetzky" userId="aec35307-a43a-4d63-891b-eec9cbfc423f" providerId="ADAL" clId="{EA4146F4-1B7F-4DE2-8CED-541E46BBF44B}" dt="2022-05-10T11:23:01.417" v="1373" actId="113"/>
          <ac:spMkLst>
            <pc:docMk/>
            <pc:sldMk cId="3783402921" sldId="287"/>
            <ac:spMk id="24" creationId="{AE7E66FE-DC56-80F1-03A5-3806DA8E0653}"/>
          </ac:spMkLst>
        </pc:spChg>
        <pc:spChg chg="add mod">
          <ac:chgData name="Timm Ziarnetzky" userId="aec35307-a43a-4d63-891b-eec9cbfc423f" providerId="ADAL" clId="{EA4146F4-1B7F-4DE2-8CED-541E46BBF44B}" dt="2022-05-10T11:22:40.395" v="1366"/>
          <ac:spMkLst>
            <pc:docMk/>
            <pc:sldMk cId="3783402921" sldId="287"/>
            <ac:spMk id="29" creationId="{147A6DB8-6361-DF8D-0FAE-ED6DE0E2205A}"/>
          </ac:spMkLst>
        </pc:spChg>
        <pc:spChg chg="add mod">
          <ac:chgData name="Timm Ziarnetzky" userId="aec35307-a43a-4d63-891b-eec9cbfc423f" providerId="ADAL" clId="{EA4146F4-1B7F-4DE2-8CED-541E46BBF44B}" dt="2022-05-10T11:22:40.395" v="1366"/>
          <ac:spMkLst>
            <pc:docMk/>
            <pc:sldMk cId="3783402921" sldId="287"/>
            <ac:spMk id="30" creationId="{43E0B6B2-2C23-7818-5777-20FCF5C62EC8}"/>
          </ac:spMkLst>
        </pc:spChg>
        <pc:spChg chg="add mod">
          <ac:chgData name="Timm Ziarnetzky" userId="aec35307-a43a-4d63-891b-eec9cbfc423f" providerId="ADAL" clId="{EA4146F4-1B7F-4DE2-8CED-541E46BBF44B}" dt="2022-05-10T11:22:40.395" v="1366"/>
          <ac:spMkLst>
            <pc:docMk/>
            <pc:sldMk cId="3783402921" sldId="287"/>
            <ac:spMk id="31" creationId="{9DB59478-3354-2FB1-D1AB-700B02F0F8CB}"/>
          </ac:spMkLst>
        </pc:spChg>
        <pc:spChg chg="add mod">
          <ac:chgData name="Timm Ziarnetzky" userId="aec35307-a43a-4d63-891b-eec9cbfc423f" providerId="ADAL" clId="{EA4146F4-1B7F-4DE2-8CED-541E46BBF44B}" dt="2022-05-10T11:22:40.395" v="1366"/>
          <ac:spMkLst>
            <pc:docMk/>
            <pc:sldMk cId="3783402921" sldId="287"/>
            <ac:spMk id="32" creationId="{0E429F6E-EDA2-486D-9247-52043C63DB73}"/>
          </ac:spMkLst>
        </pc:spChg>
        <pc:spChg chg="add mod">
          <ac:chgData name="Timm Ziarnetzky" userId="aec35307-a43a-4d63-891b-eec9cbfc423f" providerId="ADAL" clId="{EA4146F4-1B7F-4DE2-8CED-541E46BBF44B}" dt="2022-05-10T11:22:40.395" v="1366"/>
          <ac:spMkLst>
            <pc:docMk/>
            <pc:sldMk cId="3783402921" sldId="287"/>
            <ac:spMk id="37" creationId="{57A15D1D-7DEC-F9E2-7FE6-D4D55C111F98}"/>
          </ac:spMkLst>
        </pc:spChg>
        <pc:spChg chg="add mod">
          <ac:chgData name="Timm Ziarnetzky" userId="aec35307-a43a-4d63-891b-eec9cbfc423f" providerId="ADAL" clId="{EA4146F4-1B7F-4DE2-8CED-541E46BBF44B}" dt="2022-05-10T11:22:40.395" v="1366"/>
          <ac:spMkLst>
            <pc:docMk/>
            <pc:sldMk cId="3783402921" sldId="287"/>
            <ac:spMk id="38" creationId="{9D39FAA7-849C-DBD7-C6D1-BC7B83E458BC}"/>
          </ac:spMkLst>
        </pc:spChg>
        <pc:spChg chg="add mod">
          <ac:chgData name="Timm Ziarnetzky" userId="aec35307-a43a-4d63-891b-eec9cbfc423f" providerId="ADAL" clId="{EA4146F4-1B7F-4DE2-8CED-541E46BBF44B}" dt="2022-05-10T11:22:40.395" v="1366"/>
          <ac:spMkLst>
            <pc:docMk/>
            <pc:sldMk cId="3783402921" sldId="287"/>
            <ac:spMk id="39" creationId="{0E19FD9D-B7D7-6775-3F5A-4BC4D0F49104}"/>
          </ac:spMkLst>
        </pc:spChg>
        <pc:spChg chg="add mod">
          <ac:chgData name="Timm Ziarnetzky" userId="aec35307-a43a-4d63-891b-eec9cbfc423f" providerId="ADAL" clId="{EA4146F4-1B7F-4DE2-8CED-541E46BBF44B}" dt="2022-05-10T11:22:40.395" v="1366"/>
          <ac:spMkLst>
            <pc:docMk/>
            <pc:sldMk cId="3783402921" sldId="287"/>
            <ac:spMk id="40" creationId="{EDA60251-2C65-CE38-FF30-BFDD87F3AACB}"/>
          </ac:spMkLst>
        </pc:spChg>
        <pc:cxnChg chg="add mod">
          <ac:chgData name="Timm Ziarnetzky" userId="aec35307-a43a-4d63-891b-eec9cbfc423f" providerId="ADAL" clId="{EA4146F4-1B7F-4DE2-8CED-541E46BBF44B}" dt="2022-05-10T11:22:40.395" v="1366"/>
          <ac:cxnSpMkLst>
            <pc:docMk/>
            <pc:sldMk cId="3783402921" sldId="287"/>
            <ac:cxnSpMk id="25" creationId="{D193B418-BE93-C7F6-3E9D-54DD7C137EB0}"/>
          </ac:cxnSpMkLst>
        </pc:cxnChg>
        <pc:cxnChg chg="add mod">
          <ac:chgData name="Timm Ziarnetzky" userId="aec35307-a43a-4d63-891b-eec9cbfc423f" providerId="ADAL" clId="{EA4146F4-1B7F-4DE2-8CED-541E46BBF44B}" dt="2022-05-10T11:22:40.395" v="1366"/>
          <ac:cxnSpMkLst>
            <pc:docMk/>
            <pc:sldMk cId="3783402921" sldId="287"/>
            <ac:cxnSpMk id="26" creationId="{3474BA81-5025-726F-2493-FDDAB06A674C}"/>
          </ac:cxnSpMkLst>
        </pc:cxnChg>
        <pc:cxnChg chg="add mod">
          <ac:chgData name="Timm Ziarnetzky" userId="aec35307-a43a-4d63-891b-eec9cbfc423f" providerId="ADAL" clId="{EA4146F4-1B7F-4DE2-8CED-541E46BBF44B}" dt="2022-05-10T11:22:40.395" v="1366"/>
          <ac:cxnSpMkLst>
            <pc:docMk/>
            <pc:sldMk cId="3783402921" sldId="287"/>
            <ac:cxnSpMk id="27" creationId="{7ADB59BB-1DBF-1BEE-D27E-F1C7C92AFDCE}"/>
          </ac:cxnSpMkLst>
        </pc:cxnChg>
        <pc:cxnChg chg="add mod">
          <ac:chgData name="Timm Ziarnetzky" userId="aec35307-a43a-4d63-891b-eec9cbfc423f" providerId="ADAL" clId="{EA4146F4-1B7F-4DE2-8CED-541E46BBF44B}" dt="2022-05-10T11:22:40.395" v="1366"/>
          <ac:cxnSpMkLst>
            <pc:docMk/>
            <pc:sldMk cId="3783402921" sldId="287"/>
            <ac:cxnSpMk id="28" creationId="{D0D38F34-EDE2-8428-07FC-CFF04491EF02}"/>
          </ac:cxnSpMkLst>
        </pc:cxnChg>
        <pc:cxnChg chg="add mod">
          <ac:chgData name="Timm Ziarnetzky" userId="aec35307-a43a-4d63-891b-eec9cbfc423f" providerId="ADAL" clId="{EA4146F4-1B7F-4DE2-8CED-541E46BBF44B}" dt="2022-05-10T11:22:40.395" v="1366"/>
          <ac:cxnSpMkLst>
            <pc:docMk/>
            <pc:sldMk cId="3783402921" sldId="287"/>
            <ac:cxnSpMk id="33" creationId="{2EECC56C-5DF8-4323-B160-A04E62B13763}"/>
          </ac:cxnSpMkLst>
        </pc:cxnChg>
        <pc:cxnChg chg="add mod">
          <ac:chgData name="Timm Ziarnetzky" userId="aec35307-a43a-4d63-891b-eec9cbfc423f" providerId="ADAL" clId="{EA4146F4-1B7F-4DE2-8CED-541E46BBF44B}" dt="2022-05-10T11:22:40.395" v="1366"/>
          <ac:cxnSpMkLst>
            <pc:docMk/>
            <pc:sldMk cId="3783402921" sldId="287"/>
            <ac:cxnSpMk id="34" creationId="{F40EE88D-558E-5C8B-CA74-9CF18FBB067B}"/>
          </ac:cxnSpMkLst>
        </pc:cxnChg>
        <pc:cxnChg chg="add mod">
          <ac:chgData name="Timm Ziarnetzky" userId="aec35307-a43a-4d63-891b-eec9cbfc423f" providerId="ADAL" clId="{EA4146F4-1B7F-4DE2-8CED-541E46BBF44B}" dt="2022-05-10T11:22:40.395" v="1366"/>
          <ac:cxnSpMkLst>
            <pc:docMk/>
            <pc:sldMk cId="3783402921" sldId="287"/>
            <ac:cxnSpMk id="35" creationId="{8399E4D0-D418-078B-40EF-C78B80BB4DC4}"/>
          </ac:cxnSpMkLst>
        </pc:cxnChg>
        <pc:cxnChg chg="add mod">
          <ac:chgData name="Timm Ziarnetzky" userId="aec35307-a43a-4d63-891b-eec9cbfc423f" providerId="ADAL" clId="{EA4146F4-1B7F-4DE2-8CED-541E46BBF44B}" dt="2022-05-10T11:22:40.395" v="1366"/>
          <ac:cxnSpMkLst>
            <pc:docMk/>
            <pc:sldMk cId="3783402921" sldId="287"/>
            <ac:cxnSpMk id="36" creationId="{2D8E57C9-32B2-09EA-D3AD-C07D169C7F9E}"/>
          </ac:cxnSpMkLst>
        </pc:cxnChg>
      </pc:sldChg>
      <pc:sldChg chg="add del">
        <pc:chgData name="Timm Ziarnetzky" userId="aec35307-a43a-4d63-891b-eec9cbfc423f" providerId="ADAL" clId="{EA4146F4-1B7F-4DE2-8CED-541E46BBF44B}" dt="2022-05-10T11:12:55.047" v="1035" actId="47"/>
        <pc:sldMkLst>
          <pc:docMk/>
          <pc:sldMk cId="1827004599" sldId="288"/>
        </pc:sldMkLst>
      </pc:sldChg>
      <pc:sldChg chg="addSp delSp modSp add mod modAnim">
        <pc:chgData name="Timm Ziarnetzky" userId="aec35307-a43a-4d63-891b-eec9cbfc423f" providerId="ADAL" clId="{EA4146F4-1B7F-4DE2-8CED-541E46BBF44B}" dt="2022-05-10T12:06:19.704" v="2250" actId="20577"/>
        <pc:sldMkLst>
          <pc:docMk/>
          <pc:sldMk cId="2818582767" sldId="288"/>
        </pc:sldMkLst>
        <pc:spChg chg="add mod">
          <ac:chgData name="Timm Ziarnetzky" userId="aec35307-a43a-4d63-891b-eec9cbfc423f" providerId="ADAL" clId="{EA4146F4-1B7F-4DE2-8CED-541E46BBF44B}" dt="2022-05-10T11:24:05.253" v="1445" actId="1038"/>
          <ac:spMkLst>
            <pc:docMk/>
            <pc:sldMk cId="2818582767" sldId="288"/>
            <ac:spMk id="4" creationId="{F68E323B-5B8A-A96E-AC8D-9E8600B46E10}"/>
          </ac:spMkLst>
        </pc:spChg>
        <pc:spChg chg="add mod">
          <ac:chgData name="Timm Ziarnetzky" userId="aec35307-a43a-4d63-891b-eec9cbfc423f" providerId="ADAL" clId="{EA4146F4-1B7F-4DE2-8CED-541E46BBF44B}" dt="2022-05-10T11:24:05.253" v="1445" actId="1038"/>
          <ac:spMkLst>
            <pc:docMk/>
            <pc:sldMk cId="2818582767" sldId="288"/>
            <ac:spMk id="5" creationId="{3832EA62-E15F-7649-0748-1C3BEFC72C3A}"/>
          </ac:spMkLst>
        </pc:spChg>
        <pc:spChg chg="add mod">
          <ac:chgData name="Timm Ziarnetzky" userId="aec35307-a43a-4d63-891b-eec9cbfc423f" providerId="ADAL" clId="{EA4146F4-1B7F-4DE2-8CED-541E46BBF44B}" dt="2022-05-10T11:24:05.253" v="1445" actId="1038"/>
          <ac:spMkLst>
            <pc:docMk/>
            <pc:sldMk cId="2818582767" sldId="288"/>
            <ac:spMk id="6" creationId="{78856AC2-F342-428F-2723-05A109EF1BC0}"/>
          </ac:spMkLst>
        </pc:spChg>
        <pc:spChg chg="add mod">
          <ac:chgData name="Timm Ziarnetzky" userId="aec35307-a43a-4d63-891b-eec9cbfc423f" providerId="ADAL" clId="{EA4146F4-1B7F-4DE2-8CED-541E46BBF44B}" dt="2022-05-10T11:25:50.710" v="1552" actId="1076"/>
          <ac:spMkLst>
            <pc:docMk/>
            <pc:sldMk cId="2818582767" sldId="288"/>
            <ac:spMk id="10" creationId="{A9880C30-799A-7B04-E09C-E49391FCAB13}"/>
          </ac:spMkLst>
        </pc:spChg>
        <pc:spChg chg="add mod">
          <ac:chgData name="Timm Ziarnetzky" userId="aec35307-a43a-4d63-891b-eec9cbfc423f" providerId="ADAL" clId="{EA4146F4-1B7F-4DE2-8CED-541E46BBF44B}" dt="2022-05-10T11:25:50.710" v="1552" actId="1076"/>
          <ac:spMkLst>
            <pc:docMk/>
            <pc:sldMk cId="2818582767" sldId="288"/>
            <ac:spMk id="11" creationId="{A7919426-347A-2245-A801-64FF6F2D30E1}"/>
          </ac:spMkLst>
        </pc:spChg>
        <pc:spChg chg="mod">
          <ac:chgData name="Timm Ziarnetzky" userId="aec35307-a43a-4d63-891b-eec9cbfc423f" providerId="ADAL" clId="{EA4146F4-1B7F-4DE2-8CED-541E46BBF44B}" dt="2022-05-10T11:23:17.887" v="1376"/>
          <ac:spMkLst>
            <pc:docMk/>
            <pc:sldMk cId="2818582767" sldId="288"/>
            <ac:spMk id="12" creationId="{D17C78FA-6558-49E1-A947-A702203CBA50}"/>
          </ac:spMkLst>
        </pc:spChg>
        <pc:spChg chg="mod">
          <ac:chgData name="Timm Ziarnetzky" userId="aec35307-a43a-4d63-891b-eec9cbfc423f" providerId="ADAL" clId="{EA4146F4-1B7F-4DE2-8CED-541E46BBF44B}" dt="2022-05-10T12:06:19.704" v="2250" actId="20577"/>
          <ac:spMkLst>
            <pc:docMk/>
            <pc:sldMk cId="2818582767" sldId="288"/>
            <ac:spMk id="13" creationId="{9EFE2027-5700-4C3D-BDF6-799D626AF7C2}"/>
          </ac:spMkLst>
        </pc:spChg>
        <pc:spChg chg="add mod">
          <ac:chgData name="Timm Ziarnetzky" userId="aec35307-a43a-4d63-891b-eec9cbfc423f" providerId="ADAL" clId="{EA4146F4-1B7F-4DE2-8CED-541E46BBF44B}" dt="2022-05-10T11:24:05.253" v="1445" actId="1038"/>
          <ac:spMkLst>
            <pc:docMk/>
            <pc:sldMk cId="2818582767" sldId="288"/>
            <ac:spMk id="14" creationId="{A5B43DB9-2D53-98F9-9841-B5185A7BDA69}"/>
          </ac:spMkLst>
        </pc:spChg>
        <pc:spChg chg="add mod">
          <ac:chgData name="Timm Ziarnetzky" userId="aec35307-a43a-4d63-891b-eec9cbfc423f" providerId="ADAL" clId="{EA4146F4-1B7F-4DE2-8CED-541E46BBF44B}" dt="2022-05-10T11:29:02.307" v="1590" actId="208"/>
          <ac:spMkLst>
            <pc:docMk/>
            <pc:sldMk cId="2818582767" sldId="288"/>
            <ac:spMk id="15" creationId="{2CD21FE0-0970-2D16-6161-3DC9D1E35774}"/>
          </ac:spMkLst>
        </pc:spChg>
        <pc:spChg chg="add mod">
          <ac:chgData name="Timm Ziarnetzky" userId="aec35307-a43a-4d63-891b-eec9cbfc423f" providerId="ADAL" clId="{EA4146F4-1B7F-4DE2-8CED-541E46BBF44B}" dt="2022-05-10T11:24:05.253" v="1445" actId="1038"/>
          <ac:spMkLst>
            <pc:docMk/>
            <pc:sldMk cId="2818582767" sldId="288"/>
            <ac:spMk id="16" creationId="{96D073E5-2473-684A-06E2-7102654A10C4}"/>
          </ac:spMkLst>
        </pc:spChg>
        <pc:spChg chg="add mod">
          <ac:chgData name="Timm Ziarnetzky" userId="aec35307-a43a-4d63-891b-eec9cbfc423f" providerId="ADAL" clId="{EA4146F4-1B7F-4DE2-8CED-541E46BBF44B}" dt="2022-05-10T11:24:17.648" v="1494" actId="1037"/>
          <ac:spMkLst>
            <pc:docMk/>
            <pc:sldMk cId="2818582767" sldId="288"/>
            <ac:spMk id="17" creationId="{07DC8177-389A-B385-4C8E-8EE06A40E11A}"/>
          </ac:spMkLst>
        </pc:spChg>
        <pc:spChg chg="add mod">
          <ac:chgData name="Timm Ziarnetzky" userId="aec35307-a43a-4d63-891b-eec9cbfc423f" providerId="ADAL" clId="{EA4146F4-1B7F-4DE2-8CED-541E46BBF44B}" dt="2022-05-10T11:24:17.648" v="1494" actId="1037"/>
          <ac:spMkLst>
            <pc:docMk/>
            <pc:sldMk cId="2818582767" sldId="288"/>
            <ac:spMk id="18" creationId="{F338F612-199D-829F-E92D-14891CA8801D}"/>
          </ac:spMkLst>
        </pc:spChg>
        <pc:spChg chg="add mod">
          <ac:chgData name="Timm Ziarnetzky" userId="aec35307-a43a-4d63-891b-eec9cbfc423f" providerId="ADAL" clId="{EA4146F4-1B7F-4DE2-8CED-541E46BBF44B}" dt="2022-05-10T11:24:17.648" v="1494" actId="1037"/>
          <ac:spMkLst>
            <pc:docMk/>
            <pc:sldMk cId="2818582767" sldId="288"/>
            <ac:spMk id="19" creationId="{4CCECFCC-2B47-E290-9952-661B78B893E7}"/>
          </ac:spMkLst>
        </pc:spChg>
        <pc:spChg chg="add mod">
          <ac:chgData name="Timm Ziarnetzky" userId="aec35307-a43a-4d63-891b-eec9cbfc423f" providerId="ADAL" clId="{EA4146F4-1B7F-4DE2-8CED-541E46BBF44B}" dt="2022-05-10T11:24:17.648" v="1494" actId="1037"/>
          <ac:spMkLst>
            <pc:docMk/>
            <pc:sldMk cId="2818582767" sldId="288"/>
            <ac:spMk id="20" creationId="{151B6938-5603-71F0-AE57-BE029D9262BA}"/>
          </ac:spMkLst>
        </pc:spChg>
        <pc:spChg chg="add mod">
          <ac:chgData name="Timm Ziarnetzky" userId="aec35307-a43a-4d63-891b-eec9cbfc423f" providerId="ADAL" clId="{EA4146F4-1B7F-4DE2-8CED-541E46BBF44B}" dt="2022-05-10T11:24:17.648" v="1494" actId="1037"/>
          <ac:spMkLst>
            <pc:docMk/>
            <pc:sldMk cId="2818582767" sldId="288"/>
            <ac:spMk id="21" creationId="{71EB4AB2-8CF4-7714-3A12-178AC5EAE359}"/>
          </ac:spMkLst>
        </pc:spChg>
        <pc:spChg chg="add mod">
          <ac:chgData name="Timm Ziarnetzky" userId="aec35307-a43a-4d63-891b-eec9cbfc423f" providerId="ADAL" clId="{EA4146F4-1B7F-4DE2-8CED-541E46BBF44B}" dt="2022-05-10T11:24:17.648" v="1494" actId="1037"/>
          <ac:spMkLst>
            <pc:docMk/>
            <pc:sldMk cId="2818582767" sldId="288"/>
            <ac:spMk id="22" creationId="{DD68BECD-8CBB-B167-629B-2D9004EA49A5}"/>
          </ac:spMkLst>
        </pc:spChg>
        <pc:spChg chg="add mod">
          <ac:chgData name="Timm Ziarnetzky" userId="aec35307-a43a-4d63-891b-eec9cbfc423f" providerId="ADAL" clId="{EA4146F4-1B7F-4DE2-8CED-541E46BBF44B}" dt="2022-05-10T11:25:50.710" v="1552" actId="1076"/>
          <ac:spMkLst>
            <pc:docMk/>
            <pc:sldMk cId="2818582767" sldId="288"/>
            <ac:spMk id="23" creationId="{2CA6E74D-9287-7A38-A713-32B61235A69A}"/>
          </ac:spMkLst>
        </pc:spChg>
        <pc:spChg chg="add mod">
          <ac:chgData name="Timm Ziarnetzky" userId="aec35307-a43a-4d63-891b-eec9cbfc423f" providerId="ADAL" clId="{EA4146F4-1B7F-4DE2-8CED-541E46BBF44B}" dt="2022-05-10T11:24:05.253" v="1445" actId="1038"/>
          <ac:spMkLst>
            <pc:docMk/>
            <pc:sldMk cId="2818582767" sldId="288"/>
            <ac:spMk id="27" creationId="{464FAD54-864F-49C6-B8FB-972A45BBB125}"/>
          </ac:spMkLst>
        </pc:spChg>
        <pc:spChg chg="add mod">
          <ac:chgData name="Timm Ziarnetzky" userId="aec35307-a43a-4d63-891b-eec9cbfc423f" providerId="ADAL" clId="{EA4146F4-1B7F-4DE2-8CED-541E46BBF44B}" dt="2022-05-10T11:24:05.253" v="1445" actId="1038"/>
          <ac:spMkLst>
            <pc:docMk/>
            <pc:sldMk cId="2818582767" sldId="288"/>
            <ac:spMk id="28" creationId="{74FF55BB-FC62-45CB-04BE-059EEC715593}"/>
          </ac:spMkLst>
        </pc:spChg>
        <pc:spChg chg="add mod">
          <ac:chgData name="Timm Ziarnetzky" userId="aec35307-a43a-4d63-891b-eec9cbfc423f" providerId="ADAL" clId="{EA4146F4-1B7F-4DE2-8CED-541E46BBF44B}" dt="2022-05-10T11:24:05.253" v="1445" actId="1038"/>
          <ac:spMkLst>
            <pc:docMk/>
            <pc:sldMk cId="2818582767" sldId="288"/>
            <ac:spMk id="29" creationId="{67CD1620-AA23-1324-B09D-1FAD52610C19}"/>
          </ac:spMkLst>
        </pc:spChg>
        <pc:spChg chg="add mod">
          <ac:chgData name="Timm Ziarnetzky" userId="aec35307-a43a-4d63-891b-eec9cbfc423f" providerId="ADAL" clId="{EA4146F4-1B7F-4DE2-8CED-541E46BBF44B}" dt="2022-05-10T11:24:05.253" v="1445" actId="1038"/>
          <ac:spMkLst>
            <pc:docMk/>
            <pc:sldMk cId="2818582767" sldId="288"/>
            <ac:spMk id="33" creationId="{C7064A71-45D5-1BA6-9FAF-9204139D0031}"/>
          </ac:spMkLst>
        </pc:spChg>
        <pc:spChg chg="add mod">
          <ac:chgData name="Timm Ziarnetzky" userId="aec35307-a43a-4d63-891b-eec9cbfc423f" providerId="ADAL" clId="{EA4146F4-1B7F-4DE2-8CED-541E46BBF44B}" dt="2022-05-10T11:24:05.253" v="1445" actId="1038"/>
          <ac:spMkLst>
            <pc:docMk/>
            <pc:sldMk cId="2818582767" sldId="288"/>
            <ac:spMk id="34" creationId="{53AB9170-FFB4-1DBE-4BF0-D2B132897E52}"/>
          </ac:spMkLst>
        </pc:spChg>
        <pc:spChg chg="add mod">
          <ac:chgData name="Timm Ziarnetzky" userId="aec35307-a43a-4d63-891b-eec9cbfc423f" providerId="ADAL" clId="{EA4146F4-1B7F-4DE2-8CED-541E46BBF44B}" dt="2022-05-10T11:24:05.253" v="1445" actId="1038"/>
          <ac:spMkLst>
            <pc:docMk/>
            <pc:sldMk cId="2818582767" sldId="288"/>
            <ac:spMk id="35" creationId="{EFC43A22-857A-0A2D-FBE5-D5D4B8F26DBB}"/>
          </ac:spMkLst>
        </pc:spChg>
        <pc:spChg chg="add mod">
          <ac:chgData name="Timm Ziarnetzky" userId="aec35307-a43a-4d63-891b-eec9cbfc423f" providerId="ADAL" clId="{EA4146F4-1B7F-4DE2-8CED-541E46BBF44B}" dt="2022-05-10T11:24:05.253" v="1445" actId="1038"/>
          <ac:spMkLst>
            <pc:docMk/>
            <pc:sldMk cId="2818582767" sldId="288"/>
            <ac:spMk id="36" creationId="{1E7D7066-1E41-7A43-9B5B-770723084D68}"/>
          </ac:spMkLst>
        </pc:spChg>
        <pc:spChg chg="add mod">
          <ac:chgData name="Timm Ziarnetzky" userId="aec35307-a43a-4d63-891b-eec9cbfc423f" providerId="ADAL" clId="{EA4146F4-1B7F-4DE2-8CED-541E46BBF44B}" dt="2022-05-10T11:29:02.307" v="1590" actId="208"/>
          <ac:spMkLst>
            <pc:docMk/>
            <pc:sldMk cId="2818582767" sldId="288"/>
            <ac:spMk id="37" creationId="{1CDB68C7-A4FE-E291-26D6-125EFBC81A81}"/>
          </ac:spMkLst>
        </pc:spChg>
        <pc:spChg chg="add mod">
          <ac:chgData name="Timm Ziarnetzky" userId="aec35307-a43a-4d63-891b-eec9cbfc423f" providerId="ADAL" clId="{EA4146F4-1B7F-4DE2-8CED-541E46BBF44B}" dt="2022-05-10T11:24:05.253" v="1445" actId="1038"/>
          <ac:spMkLst>
            <pc:docMk/>
            <pc:sldMk cId="2818582767" sldId="288"/>
            <ac:spMk id="38" creationId="{F946D462-DF8A-BC41-24B7-59254679DFB4}"/>
          </ac:spMkLst>
        </pc:spChg>
        <pc:spChg chg="add mod">
          <ac:chgData name="Timm Ziarnetzky" userId="aec35307-a43a-4d63-891b-eec9cbfc423f" providerId="ADAL" clId="{EA4146F4-1B7F-4DE2-8CED-541E46BBF44B}" dt="2022-05-10T11:24:05.253" v="1445" actId="1038"/>
          <ac:spMkLst>
            <pc:docMk/>
            <pc:sldMk cId="2818582767" sldId="288"/>
            <ac:spMk id="39" creationId="{8C752BFA-BF79-6175-F8C2-CECC611F5C64}"/>
          </ac:spMkLst>
        </pc:spChg>
        <pc:spChg chg="add mod">
          <ac:chgData name="Timm Ziarnetzky" userId="aec35307-a43a-4d63-891b-eec9cbfc423f" providerId="ADAL" clId="{EA4146F4-1B7F-4DE2-8CED-541E46BBF44B}" dt="2022-05-10T11:24:05.253" v="1445" actId="1038"/>
          <ac:spMkLst>
            <pc:docMk/>
            <pc:sldMk cId="2818582767" sldId="288"/>
            <ac:spMk id="40" creationId="{F4DDDB9B-1C29-5887-B813-B96941D61439}"/>
          </ac:spMkLst>
        </pc:spChg>
        <pc:spChg chg="add mod">
          <ac:chgData name="Timm Ziarnetzky" userId="aec35307-a43a-4d63-891b-eec9cbfc423f" providerId="ADAL" clId="{EA4146F4-1B7F-4DE2-8CED-541E46BBF44B}" dt="2022-05-10T11:24:05.253" v="1445" actId="1038"/>
          <ac:spMkLst>
            <pc:docMk/>
            <pc:sldMk cId="2818582767" sldId="288"/>
            <ac:spMk id="41" creationId="{4C718D22-33A9-90AE-0202-C30118110894}"/>
          </ac:spMkLst>
        </pc:spChg>
        <pc:spChg chg="add mod">
          <ac:chgData name="Timm Ziarnetzky" userId="aec35307-a43a-4d63-891b-eec9cbfc423f" providerId="ADAL" clId="{EA4146F4-1B7F-4DE2-8CED-541E46BBF44B}" dt="2022-05-10T11:25:50.710" v="1552" actId="1076"/>
          <ac:spMkLst>
            <pc:docMk/>
            <pc:sldMk cId="2818582767" sldId="288"/>
            <ac:spMk id="42" creationId="{4F36A442-7374-819A-ED7E-B7CE04171E61}"/>
          </ac:spMkLst>
        </pc:spChg>
        <pc:spChg chg="add mod">
          <ac:chgData name="Timm Ziarnetzky" userId="aec35307-a43a-4d63-891b-eec9cbfc423f" providerId="ADAL" clId="{EA4146F4-1B7F-4DE2-8CED-541E46BBF44B}" dt="2022-05-10T11:25:50.710" v="1552" actId="1076"/>
          <ac:spMkLst>
            <pc:docMk/>
            <pc:sldMk cId="2818582767" sldId="288"/>
            <ac:spMk id="43" creationId="{ABA38F95-4A2D-F426-9537-BF04B80E5C58}"/>
          </ac:spMkLst>
        </pc:spChg>
        <pc:spChg chg="add mod">
          <ac:chgData name="Timm Ziarnetzky" userId="aec35307-a43a-4d63-891b-eec9cbfc423f" providerId="ADAL" clId="{EA4146F4-1B7F-4DE2-8CED-541E46BBF44B}" dt="2022-05-10T11:25:50.710" v="1552" actId="1076"/>
          <ac:spMkLst>
            <pc:docMk/>
            <pc:sldMk cId="2818582767" sldId="288"/>
            <ac:spMk id="44" creationId="{36AD45AF-7160-71D8-DD34-92413AE5A1DE}"/>
          </ac:spMkLst>
        </pc:spChg>
        <pc:spChg chg="add del mod">
          <ac:chgData name="Timm Ziarnetzky" userId="aec35307-a43a-4d63-891b-eec9cbfc423f" providerId="ADAL" clId="{EA4146F4-1B7F-4DE2-8CED-541E46BBF44B}" dt="2022-05-10T11:26:36.838" v="1555" actId="478"/>
          <ac:spMkLst>
            <pc:docMk/>
            <pc:sldMk cId="2818582767" sldId="288"/>
            <ac:spMk id="48" creationId="{CB543097-7224-ECAE-440A-4C6A9C971A80}"/>
          </ac:spMkLst>
        </pc:spChg>
        <pc:spChg chg="add del mod">
          <ac:chgData name="Timm Ziarnetzky" userId="aec35307-a43a-4d63-891b-eec9cbfc423f" providerId="ADAL" clId="{EA4146F4-1B7F-4DE2-8CED-541E46BBF44B}" dt="2022-05-10T11:26:36.838" v="1555" actId="478"/>
          <ac:spMkLst>
            <pc:docMk/>
            <pc:sldMk cId="2818582767" sldId="288"/>
            <ac:spMk id="49" creationId="{66337D21-DD59-AD5E-A750-55CD524CF6BD}"/>
          </ac:spMkLst>
        </pc:spChg>
        <pc:spChg chg="add del mod">
          <ac:chgData name="Timm Ziarnetzky" userId="aec35307-a43a-4d63-891b-eec9cbfc423f" providerId="ADAL" clId="{EA4146F4-1B7F-4DE2-8CED-541E46BBF44B}" dt="2022-05-10T11:26:36.838" v="1555" actId="478"/>
          <ac:spMkLst>
            <pc:docMk/>
            <pc:sldMk cId="2818582767" sldId="288"/>
            <ac:spMk id="50" creationId="{7224B736-2AB8-FEC0-42AF-E20325AC288D}"/>
          </ac:spMkLst>
        </pc:spChg>
        <pc:spChg chg="add del mod">
          <ac:chgData name="Timm Ziarnetzky" userId="aec35307-a43a-4d63-891b-eec9cbfc423f" providerId="ADAL" clId="{EA4146F4-1B7F-4DE2-8CED-541E46BBF44B}" dt="2022-05-10T11:26:36.838" v="1555" actId="478"/>
          <ac:spMkLst>
            <pc:docMk/>
            <pc:sldMk cId="2818582767" sldId="288"/>
            <ac:spMk id="57" creationId="{92DC918B-3DA4-0C74-1844-D3C86FA29258}"/>
          </ac:spMkLst>
        </pc:spChg>
        <pc:spChg chg="add del mod">
          <ac:chgData name="Timm Ziarnetzky" userId="aec35307-a43a-4d63-891b-eec9cbfc423f" providerId="ADAL" clId="{EA4146F4-1B7F-4DE2-8CED-541E46BBF44B}" dt="2022-05-10T11:26:36.838" v="1555" actId="478"/>
          <ac:spMkLst>
            <pc:docMk/>
            <pc:sldMk cId="2818582767" sldId="288"/>
            <ac:spMk id="58" creationId="{F66AF7D0-C337-F968-0CCF-280CA9275E1C}"/>
          </ac:spMkLst>
        </pc:spChg>
        <pc:spChg chg="add del mod">
          <ac:chgData name="Timm Ziarnetzky" userId="aec35307-a43a-4d63-891b-eec9cbfc423f" providerId="ADAL" clId="{EA4146F4-1B7F-4DE2-8CED-541E46BBF44B}" dt="2022-05-10T11:26:36.838" v="1555" actId="478"/>
          <ac:spMkLst>
            <pc:docMk/>
            <pc:sldMk cId="2818582767" sldId="288"/>
            <ac:spMk id="59" creationId="{FE54038E-8DC8-5DEB-94A2-49AA27CC35AB}"/>
          </ac:spMkLst>
        </pc:spChg>
        <pc:spChg chg="add mod">
          <ac:chgData name="Timm Ziarnetzky" userId="aec35307-a43a-4d63-891b-eec9cbfc423f" providerId="ADAL" clId="{EA4146F4-1B7F-4DE2-8CED-541E46BBF44B}" dt="2022-05-10T11:24:05.253" v="1445" actId="1038"/>
          <ac:spMkLst>
            <pc:docMk/>
            <pc:sldMk cId="2818582767" sldId="288"/>
            <ac:spMk id="60" creationId="{47E24CAD-9F54-5F29-91B1-03A53309AF52}"/>
          </ac:spMkLst>
        </pc:spChg>
        <pc:spChg chg="add mod">
          <ac:chgData name="Timm Ziarnetzky" userId="aec35307-a43a-4d63-891b-eec9cbfc423f" providerId="ADAL" clId="{EA4146F4-1B7F-4DE2-8CED-541E46BBF44B}" dt="2022-05-10T11:26:24.270" v="1554" actId="1076"/>
          <ac:spMkLst>
            <pc:docMk/>
            <pc:sldMk cId="2818582767" sldId="288"/>
            <ac:spMk id="61" creationId="{77EABD74-9CA0-CBFF-EF49-0FFFFB22275F}"/>
          </ac:spMkLst>
        </pc:spChg>
        <pc:spChg chg="add mod">
          <ac:chgData name="Timm Ziarnetzky" userId="aec35307-a43a-4d63-891b-eec9cbfc423f" providerId="ADAL" clId="{EA4146F4-1B7F-4DE2-8CED-541E46BBF44B}" dt="2022-05-10T11:26:24.270" v="1554" actId="1076"/>
          <ac:spMkLst>
            <pc:docMk/>
            <pc:sldMk cId="2818582767" sldId="288"/>
            <ac:spMk id="62" creationId="{62C06D21-D23C-924F-8158-0F9D369B287D}"/>
          </ac:spMkLst>
        </pc:spChg>
        <pc:spChg chg="add mod">
          <ac:chgData name="Timm Ziarnetzky" userId="aec35307-a43a-4d63-891b-eec9cbfc423f" providerId="ADAL" clId="{EA4146F4-1B7F-4DE2-8CED-541E46BBF44B}" dt="2022-05-10T11:26:24.270" v="1554" actId="1076"/>
          <ac:spMkLst>
            <pc:docMk/>
            <pc:sldMk cId="2818582767" sldId="288"/>
            <ac:spMk id="63" creationId="{9E862340-FA59-9626-5868-705E3ED0BEC0}"/>
          </ac:spMkLst>
        </pc:spChg>
        <pc:spChg chg="add mod">
          <ac:chgData name="Timm Ziarnetzky" userId="aec35307-a43a-4d63-891b-eec9cbfc423f" providerId="ADAL" clId="{EA4146F4-1B7F-4DE2-8CED-541E46BBF44B}" dt="2022-05-10T11:26:24.270" v="1554" actId="1076"/>
          <ac:spMkLst>
            <pc:docMk/>
            <pc:sldMk cId="2818582767" sldId="288"/>
            <ac:spMk id="64" creationId="{F80FB704-3F1D-3F29-42AF-0A78EA18F030}"/>
          </ac:spMkLst>
        </pc:spChg>
        <pc:spChg chg="add mod">
          <ac:chgData name="Timm Ziarnetzky" userId="aec35307-a43a-4d63-891b-eec9cbfc423f" providerId="ADAL" clId="{EA4146F4-1B7F-4DE2-8CED-541E46BBF44B}" dt="2022-05-10T11:26:24.270" v="1554" actId="1076"/>
          <ac:spMkLst>
            <pc:docMk/>
            <pc:sldMk cId="2818582767" sldId="288"/>
            <ac:spMk id="65" creationId="{7D316D9C-A618-76B0-2272-A9EED26BE5FD}"/>
          </ac:spMkLst>
        </pc:spChg>
        <pc:spChg chg="add mod">
          <ac:chgData name="Timm Ziarnetzky" userId="aec35307-a43a-4d63-891b-eec9cbfc423f" providerId="ADAL" clId="{EA4146F4-1B7F-4DE2-8CED-541E46BBF44B}" dt="2022-05-10T11:26:24.270" v="1554" actId="1076"/>
          <ac:spMkLst>
            <pc:docMk/>
            <pc:sldMk cId="2818582767" sldId="288"/>
            <ac:spMk id="66" creationId="{59E1DB7D-2A30-CA22-E4B5-1F4665ABB1CB}"/>
          </ac:spMkLst>
        </pc:spChg>
        <pc:cxnChg chg="add mod">
          <ac:chgData name="Timm Ziarnetzky" userId="aec35307-a43a-4d63-891b-eec9cbfc423f" providerId="ADAL" clId="{EA4146F4-1B7F-4DE2-8CED-541E46BBF44B}" dt="2022-05-10T11:24:55.527" v="1528" actId="208"/>
          <ac:cxnSpMkLst>
            <pc:docMk/>
            <pc:sldMk cId="2818582767" sldId="288"/>
            <ac:cxnSpMk id="7" creationId="{0B07C351-CE41-0F6E-B9E3-719588AAF7F1}"/>
          </ac:cxnSpMkLst>
        </pc:cxnChg>
        <pc:cxnChg chg="add mod">
          <ac:chgData name="Timm Ziarnetzky" userId="aec35307-a43a-4d63-891b-eec9cbfc423f" providerId="ADAL" clId="{EA4146F4-1B7F-4DE2-8CED-541E46BBF44B}" dt="2022-05-10T11:24:55.527" v="1528" actId="208"/>
          <ac:cxnSpMkLst>
            <pc:docMk/>
            <pc:sldMk cId="2818582767" sldId="288"/>
            <ac:cxnSpMk id="8" creationId="{40F5B848-94BF-4493-FBAC-8165F5150A16}"/>
          </ac:cxnSpMkLst>
        </pc:cxnChg>
        <pc:cxnChg chg="add mod">
          <ac:chgData name="Timm Ziarnetzky" userId="aec35307-a43a-4d63-891b-eec9cbfc423f" providerId="ADAL" clId="{EA4146F4-1B7F-4DE2-8CED-541E46BBF44B}" dt="2022-05-10T11:24:55.527" v="1528" actId="208"/>
          <ac:cxnSpMkLst>
            <pc:docMk/>
            <pc:sldMk cId="2818582767" sldId="288"/>
            <ac:cxnSpMk id="9" creationId="{4A2B6BEC-173A-538D-61F0-CE831F483822}"/>
          </ac:cxnSpMkLst>
        </pc:cxnChg>
        <pc:cxnChg chg="add mod">
          <ac:chgData name="Timm Ziarnetzky" userId="aec35307-a43a-4d63-891b-eec9cbfc423f" providerId="ADAL" clId="{EA4146F4-1B7F-4DE2-8CED-541E46BBF44B}" dt="2022-05-10T11:24:55.527" v="1528" actId="208"/>
          <ac:cxnSpMkLst>
            <pc:docMk/>
            <pc:sldMk cId="2818582767" sldId="288"/>
            <ac:cxnSpMk id="24" creationId="{E0B5A176-3F86-09DC-9522-B8195A4A23CE}"/>
          </ac:cxnSpMkLst>
        </pc:cxnChg>
        <pc:cxnChg chg="add mod">
          <ac:chgData name="Timm Ziarnetzky" userId="aec35307-a43a-4d63-891b-eec9cbfc423f" providerId="ADAL" clId="{EA4146F4-1B7F-4DE2-8CED-541E46BBF44B}" dt="2022-05-10T11:24:55.527" v="1528" actId="208"/>
          <ac:cxnSpMkLst>
            <pc:docMk/>
            <pc:sldMk cId="2818582767" sldId="288"/>
            <ac:cxnSpMk id="25" creationId="{764F5215-3B72-B6A9-1983-65A23AEE9C4E}"/>
          </ac:cxnSpMkLst>
        </pc:cxnChg>
        <pc:cxnChg chg="add mod">
          <ac:chgData name="Timm Ziarnetzky" userId="aec35307-a43a-4d63-891b-eec9cbfc423f" providerId="ADAL" clId="{EA4146F4-1B7F-4DE2-8CED-541E46BBF44B}" dt="2022-05-10T11:24:55.527" v="1528" actId="208"/>
          <ac:cxnSpMkLst>
            <pc:docMk/>
            <pc:sldMk cId="2818582767" sldId="288"/>
            <ac:cxnSpMk id="26" creationId="{39E2FE59-8FB8-E583-EED2-A7B18876EA07}"/>
          </ac:cxnSpMkLst>
        </pc:cxnChg>
        <pc:cxnChg chg="add mod">
          <ac:chgData name="Timm Ziarnetzky" userId="aec35307-a43a-4d63-891b-eec9cbfc423f" providerId="ADAL" clId="{EA4146F4-1B7F-4DE2-8CED-541E46BBF44B}" dt="2022-05-10T11:24:55.527" v="1528" actId="208"/>
          <ac:cxnSpMkLst>
            <pc:docMk/>
            <pc:sldMk cId="2818582767" sldId="288"/>
            <ac:cxnSpMk id="30" creationId="{AFBA36AD-F63D-8EF8-57A3-51C8A92115EF}"/>
          </ac:cxnSpMkLst>
        </pc:cxnChg>
        <pc:cxnChg chg="add mod">
          <ac:chgData name="Timm Ziarnetzky" userId="aec35307-a43a-4d63-891b-eec9cbfc423f" providerId="ADAL" clId="{EA4146F4-1B7F-4DE2-8CED-541E46BBF44B}" dt="2022-05-10T11:24:55.527" v="1528" actId="208"/>
          <ac:cxnSpMkLst>
            <pc:docMk/>
            <pc:sldMk cId="2818582767" sldId="288"/>
            <ac:cxnSpMk id="31" creationId="{9BFD410A-9F13-73E6-0443-9A3097D1E289}"/>
          </ac:cxnSpMkLst>
        </pc:cxnChg>
        <pc:cxnChg chg="add mod">
          <ac:chgData name="Timm Ziarnetzky" userId="aec35307-a43a-4d63-891b-eec9cbfc423f" providerId="ADAL" clId="{EA4146F4-1B7F-4DE2-8CED-541E46BBF44B}" dt="2022-05-10T11:24:55.527" v="1528" actId="208"/>
          <ac:cxnSpMkLst>
            <pc:docMk/>
            <pc:sldMk cId="2818582767" sldId="288"/>
            <ac:cxnSpMk id="32" creationId="{BCBC179A-9A9A-D851-AC2E-C64B51754C94}"/>
          </ac:cxnSpMkLst>
        </pc:cxnChg>
        <pc:cxnChg chg="add mod">
          <ac:chgData name="Timm Ziarnetzky" userId="aec35307-a43a-4d63-891b-eec9cbfc423f" providerId="ADAL" clId="{EA4146F4-1B7F-4DE2-8CED-541E46BBF44B}" dt="2022-05-10T11:25:06.466" v="1529" actId="208"/>
          <ac:cxnSpMkLst>
            <pc:docMk/>
            <pc:sldMk cId="2818582767" sldId="288"/>
            <ac:cxnSpMk id="45" creationId="{AC3D9054-7EF8-FEFB-B704-435397447D3D}"/>
          </ac:cxnSpMkLst>
        </pc:cxnChg>
        <pc:cxnChg chg="add mod">
          <ac:chgData name="Timm Ziarnetzky" userId="aec35307-a43a-4d63-891b-eec9cbfc423f" providerId="ADAL" clId="{EA4146F4-1B7F-4DE2-8CED-541E46BBF44B}" dt="2022-05-10T11:25:06.466" v="1529" actId="208"/>
          <ac:cxnSpMkLst>
            <pc:docMk/>
            <pc:sldMk cId="2818582767" sldId="288"/>
            <ac:cxnSpMk id="46" creationId="{A95A63FF-1EAA-9DA9-5FDF-9153303D9EB5}"/>
          </ac:cxnSpMkLst>
        </pc:cxnChg>
        <pc:cxnChg chg="add mod">
          <ac:chgData name="Timm Ziarnetzky" userId="aec35307-a43a-4d63-891b-eec9cbfc423f" providerId="ADAL" clId="{EA4146F4-1B7F-4DE2-8CED-541E46BBF44B}" dt="2022-05-10T11:25:06.466" v="1529" actId="208"/>
          <ac:cxnSpMkLst>
            <pc:docMk/>
            <pc:sldMk cId="2818582767" sldId="288"/>
            <ac:cxnSpMk id="47" creationId="{2F64F750-6782-D70B-4A85-3D8B53D0C314}"/>
          </ac:cxnSpMkLst>
        </pc:cxnChg>
        <pc:cxnChg chg="add mod">
          <ac:chgData name="Timm Ziarnetzky" userId="aec35307-a43a-4d63-891b-eec9cbfc423f" providerId="ADAL" clId="{EA4146F4-1B7F-4DE2-8CED-541E46BBF44B}" dt="2022-05-10T11:25:06.466" v="1529" actId="208"/>
          <ac:cxnSpMkLst>
            <pc:docMk/>
            <pc:sldMk cId="2818582767" sldId="288"/>
            <ac:cxnSpMk id="51" creationId="{0F4A554C-6569-DC8A-73CB-991FE7849424}"/>
          </ac:cxnSpMkLst>
        </pc:cxnChg>
        <pc:cxnChg chg="add mod">
          <ac:chgData name="Timm Ziarnetzky" userId="aec35307-a43a-4d63-891b-eec9cbfc423f" providerId="ADAL" clId="{EA4146F4-1B7F-4DE2-8CED-541E46BBF44B}" dt="2022-05-10T11:25:06.466" v="1529" actId="208"/>
          <ac:cxnSpMkLst>
            <pc:docMk/>
            <pc:sldMk cId="2818582767" sldId="288"/>
            <ac:cxnSpMk id="52" creationId="{2FD4E646-3E52-6DA7-20AD-738E6109DD47}"/>
          </ac:cxnSpMkLst>
        </pc:cxnChg>
        <pc:cxnChg chg="add mod">
          <ac:chgData name="Timm Ziarnetzky" userId="aec35307-a43a-4d63-891b-eec9cbfc423f" providerId="ADAL" clId="{EA4146F4-1B7F-4DE2-8CED-541E46BBF44B}" dt="2022-05-10T11:25:06.466" v="1529" actId="208"/>
          <ac:cxnSpMkLst>
            <pc:docMk/>
            <pc:sldMk cId="2818582767" sldId="288"/>
            <ac:cxnSpMk id="53" creationId="{F32D3B49-0414-E301-CF3C-F65433A89206}"/>
          </ac:cxnSpMkLst>
        </pc:cxnChg>
        <pc:cxnChg chg="add mod">
          <ac:chgData name="Timm Ziarnetzky" userId="aec35307-a43a-4d63-891b-eec9cbfc423f" providerId="ADAL" clId="{EA4146F4-1B7F-4DE2-8CED-541E46BBF44B}" dt="2022-05-10T11:25:06.466" v="1529" actId="208"/>
          <ac:cxnSpMkLst>
            <pc:docMk/>
            <pc:sldMk cId="2818582767" sldId="288"/>
            <ac:cxnSpMk id="54" creationId="{46D8A613-890B-0939-AA72-2CE0A890C99F}"/>
          </ac:cxnSpMkLst>
        </pc:cxnChg>
        <pc:cxnChg chg="add mod">
          <ac:chgData name="Timm Ziarnetzky" userId="aec35307-a43a-4d63-891b-eec9cbfc423f" providerId="ADAL" clId="{EA4146F4-1B7F-4DE2-8CED-541E46BBF44B}" dt="2022-05-10T11:25:06.466" v="1529" actId="208"/>
          <ac:cxnSpMkLst>
            <pc:docMk/>
            <pc:sldMk cId="2818582767" sldId="288"/>
            <ac:cxnSpMk id="55" creationId="{89343C6B-4875-1878-4314-A5726019717A}"/>
          </ac:cxnSpMkLst>
        </pc:cxnChg>
        <pc:cxnChg chg="add mod">
          <ac:chgData name="Timm Ziarnetzky" userId="aec35307-a43a-4d63-891b-eec9cbfc423f" providerId="ADAL" clId="{EA4146F4-1B7F-4DE2-8CED-541E46BBF44B}" dt="2022-05-10T11:25:06.466" v="1529" actId="208"/>
          <ac:cxnSpMkLst>
            <pc:docMk/>
            <pc:sldMk cId="2818582767" sldId="288"/>
            <ac:cxnSpMk id="56" creationId="{05F6922E-27F0-3BD9-1DCC-0E0B5F8BE54C}"/>
          </ac:cxnSpMkLst>
        </pc:cxnChg>
      </pc:sldChg>
      <pc:sldChg chg="add del">
        <pc:chgData name="Timm Ziarnetzky" userId="aec35307-a43a-4d63-891b-eec9cbfc423f" providerId="ADAL" clId="{EA4146F4-1B7F-4DE2-8CED-541E46BBF44B}" dt="2022-05-10T11:12:56.299" v="1036" actId="47"/>
        <pc:sldMkLst>
          <pc:docMk/>
          <pc:sldMk cId="464958142" sldId="289"/>
        </pc:sldMkLst>
      </pc:sldChg>
      <pc:sldChg chg="addSp modSp add mod modAnim">
        <pc:chgData name="Timm Ziarnetzky" userId="aec35307-a43a-4d63-891b-eec9cbfc423f" providerId="ADAL" clId="{EA4146F4-1B7F-4DE2-8CED-541E46BBF44B}" dt="2022-05-10T12:07:01.545" v="2254" actId="1076"/>
        <pc:sldMkLst>
          <pc:docMk/>
          <pc:sldMk cId="4023157742" sldId="289"/>
        </pc:sldMkLst>
        <pc:spChg chg="add mod">
          <ac:chgData name="Timm Ziarnetzky" userId="aec35307-a43a-4d63-891b-eec9cbfc423f" providerId="ADAL" clId="{EA4146F4-1B7F-4DE2-8CED-541E46BBF44B}" dt="2022-05-10T11:27:58.942" v="1567" actId="1076"/>
          <ac:spMkLst>
            <pc:docMk/>
            <pc:sldMk cId="4023157742" sldId="289"/>
            <ac:spMk id="4" creationId="{784F9B7D-E8E7-CE72-E6F0-F2B7E72CEAF1}"/>
          </ac:spMkLst>
        </pc:spChg>
        <pc:spChg chg="add mod">
          <ac:chgData name="Timm Ziarnetzky" userId="aec35307-a43a-4d63-891b-eec9cbfc423f" providerId="ADAL" clId="{EA4146F4-1B7F-4DE2-8CED-541E46BBF44B}" dt="2022-05-10T11:27:58.942" v="1567" actId="1076"/>
          <ac:spMkLst>
            <pc:docMk/>
            <pc:sldMk cId="4023157742" sldId="289"/>
            <ac:spMk id="5" creationId="{50F42EDD-99A0-67F0-F71A-54BB1AFDE435}"/>
          </ac:spMkLst>
        </pc:spChg>
        <pc:spChg chg="add mod">
          <ac:chgData name="Timm Ziarnetzky" userId="aec35307-a43a-4d63-891b-eec9cbfc423f" providerId="ADAL" clId="{EA4146F4-1B7F-4DE2-8CED-541E46BBF44B}" dt="2022-05-10T11:27:51.580" v="1566" actId="1076"/>
          <ac:spMkLst>
            <pc:docMk/>
            <pc:sldMk cId="4023157742" sldId="289"/>
            <ac:spMk id="6" creationId="{9DDDFCE7-7B6A-5B85-7863-86BF69D344D0}"/>
          </ac:spMkLst>
        </pc:spChg>
        <pc:spChg chg="add mod">
          <ac:chgData name="Timm Ziarnetzky" userId="aec35307-a43a-4d63-891b-eec9cbfc423f" providerId="ADAL" clId="{EA4146F4-1B7F-4DE2-8CED-541E46BBF44B}" dt="2022-05-10T11:28:04.821" v="1568" actId="14100"/>
          <ac:spMkLst>
            <pc:docMk/>
            <pc:sldMk cId="4023157742" sldId="289"/>
            <ac:spMk id="8" creationId="{C90DAA8E-34CC-5924-B7AB-A30136A46718}"/>
          </ac:spMkLst>
        </pc:spChg>
        <pc:spChg chg="add mod">
          <ac:chgData name="Timm Ziarnetzky" userId="aec35307-a43a-4d63-891b-eec9cbfc423f" providerId="ADAL" clId="{EA4146F4-1B7F-4DE2-8CED-541E46BBF44B}" dt="2022-05-10T11:27:51.580" v="1566" actId="1076"/>
          <ac:spMkLst>
            <pc:docMk/>
            <pc:sldMk cId="4023157742" sldId="289"/>
            <ac:spMk id="9" creationId="{2F365706-E0DA-DDE3-8DF8-DB221BF16CA3}"/>
          </ac:spMkLst>
        </pc:spChg>
        <pc:spChg chg="mod">
          <ac:chgData name="Timm Ziarnetzky" userId="aec35307-a43a-4d63-891b-eec9cbfc423f" providerId="ADAL" clId="{EA4146F4-1B7F-4DE2-8CED-541E46BBF44B}" dt="2022-05-10T11:26:49.949" v="1556"/>
          <ac:spMkLst>
            <pc:docMk/>
            <pc:sldMk cId="4023157742" sldId="289"/>
            <ac:spMk id="12" creationId="{D17C78FA-6558-49E1-A947-A702203CBA50}"/>
          </ac:spMkLst>
        </pc:spChg>
        <pc:spChg chg="mod">
          <ac:chgData name="Timm Ziarnetzky" userId="aec35307-a43a-4d63-891b-eec9cbfc423f" providerId="ADAL" clId="{EA4146F4-1B7F-4DE2-8CED-541E46BBF44B}" dt="2022-05-10T12:06:15.511" v="2249" actId="20577"/>
          <ac:spMkLst>
            <pc:docMk/>
            <pc:sldMk cId="4023157742" sldId="289"/>
            <ac:spMk id="13" creationId="{9EFE2027-5700-4C3D-BDF6-799D626AF7C2}"/>
          </ac:spMkLst>
        </pc:spChg>
        <pc:spChg chg="add mod">
          <ac:chgData name="Timm Ziarnetzky" userId="aec35307-a43a-4d63-891b-eec9cbfc423f" providerId="ADAL" clId="{EA4146F4-1B7F-4DE2-8CED-541E46BBF44B}" dt="2022-05-10T12:07:01.545" v="2254" actId="1076"/>
          <ac:spMkLst>
            <pc:docMk/>
            <pc:sldMk cId="4023157742" sldId="289"/>
            <ac:spMk id="15" creationId="{302EC8B4-B84C-BD45-7955-3E96FB6B3D6A}"/>
          </ac:spMkLst>
        </pc:spChg>
        <pc:spChg chg="add mod">
          <ac:chgData name="Timm Ziarnetzky" userId="aec35307-a43a-4d63-891b-eec9cbfc423f" providerId="ADAL" clId="{EA4146F4-1B7F-4DE2-8CED-541E46BBF44B}" dt="2022-05-10T12:07:01.545" v="2254" actId="1076"/>
          <ac:spMkLst>
            <pc:docMk/>
            <pc:sldMk cId="4023157742" sldId="289"/>
            <ac:spMk id="16" creationId="{20A37123-724A-5089-A33E-BB088A08E48B}"/>
          </ac:spMkLst>
        </pc:spChg>
        <pc:spChg chg="add mod">
          <ac:chgData name="Timm Ziarnetzky" userId="aec35307-a43a-4d63-891b-eec9cbfc423f" providerId="ADAL" clId="{EA4146F4-1B7F-4DE2-8CED-541E46BBF44B}" dt="2022-05-10T12:07:01.545" v="2254" actId="1076"/>
          <ac:spMkLst>
            <pc:docMk/>
            <pc:sldMk cId="4023157742" sldId="289"/>
            <ac:spMk id="17" creationId="{3D22E8F8-BEAC-B917-A830-90164B2A6C89}"/>
          </ac:spMkLst>
        </pc:spChg>
        <pc:spChg chg="add mod">
          <ac:chgData name="Timm Ziarnetzky" userId="aec35307-a43a-4d63-891b-eec9cbfc423f" providerId="ADAL" clId="{EA4146F4-1B7F-4DE2-8CED-541E46BBF44B}" dt="2022-05-10T11:27:51.580" v="1566" actId="1076"/>
          <ac:spMkLst>
            <pc:docMk/>
            <pc:sldMk cId="4023157742" sldId="289"/>
            <ac:spMk id="18" creationId="{C33D2204-B09B-9520-2A78-60605008EFF0}"/>
          </ac:spMkLst>
        </pc:spChg>
        <pc:spChg chg="add mod">
          <ac:chgData name="Timm Ziarnetzky" userId="aec35307-a43a-4d63-891b-eec9cbfc423f" providerId="ADAL" clId="{EA4146F4-1B7F-4DE2-8CED-541E46BBF44B}" dt="2022-05-10T11:27:51.580" v="1566" actId="1076"/>
          <ac:spMkLst>
            <pc:docMk/>
            <pc:sldMk cId="4023157742" sldId="289"/>
            <ac:spMk id="19" creationId="{B9F71E62-6AC5-9D2D-81D3-1E58A03B39EB}"/>
          </ac:spMkLst>
        </pc:spChg>
        <pc:spChg chg="add mod">
          <ac:chgData name="Timm Ziarnetzky" userId="aec35307-a43a-4d63-891b-eec9cbfc423f" providerId="ADAL" clId="{EA4146F4-1B7F-4DE2-8CED-541E46BBF44B}" dt="2022-05-10T11:27:51.580" v="1566" actId="1076"/>
          <ac:spMkLst>
            <pc:docMk/>
            <pc:sldMk cId="4023157742" sldId="289"/>
            <ac:spMk id="20" creationId="{DF74E57D-F4D1-5E6C-A36B-23F13E49E8B1}"/>
          </ac:spMkLst>
        </pc:spChg>
        <pc:spChg chg="add mod">
          <ac:chgData name="Timm Ziarnetzky" userId="aec35307-a43a-4d63-891b-eec9cbfc423f" providerId="ADAL" clId="{EA4146F4-1B7F-4DE2-8CED-541E46BBF44B}" dt="2022-05-10T11:27:51.580" v="1566" actId="1076"/>
          <ac:spMkLst>
            <pc:docMk/>
            <pc:sldMk cId="4023157742" sldId="289"/>
            <ac:spMk id="21" creationId="{899DA9D3-D1FE-F5BD-CE6B-3ACA65996247}"/>
          </ac:spMkLst>
        </pc:spChg>
        <pc:spChg chg="add mod">
          <ac:chgData name="Timm Ziarnetzky" userId="aec35307-a43a-4d63-891b-eec9cbfc423f" providerId="ADAL" clId="{EA4146F4-1B7F-4DE2-8CED-541E46BBF44B}" dt="2022-05-10T11:27:51.580" v="1566" actId="1076"/>
          <ac:spMkLst>
            <pc:docMk/>
            <pc:sldMk cId="4023157742" sldId="289"/>
            <ac:spMk id="22" creationId="{656B7153-FB8B-D255-30FD-D385792502B9}"/>
          </ac:spMkLst>
        </pc:spChg>
        <pc:spChg chg="add mod">
          <ac:chgData name="Timm Ziarnetzky" userId="aec35307-a43a-4d63-891b-eec9cbfc423f" providerId="ADAL" clId="{EA4146F4-1B7F-4DE2-8CED-541E46BBF44B}" dt="2022-05-10T11:27:58.942" v="1567" actId="1076"/>
          <ac:spMkLst>
            <pc:docMk/>
            <pc:sldMk cId="4023157742" sldId="289"/>
            <ac:spMk id="24" creationId="{DBB4B569-7D53-C1C4-7F4C-FC327368475B}"/>
          </ac:spMkLst>
        </pc:spChg>
        <pc:spChg chg="add mod">
          <ac:chgData name="Timm Ziarnetzky" userId="aec35307-a43a-4d63-891b-eec9cbfc423f" providerId="ADAL" clId="{EA4146F4-1B7F-4DE2-8CED-541E46BBF44B}" dt="2022-05-10T11:27:58.942" v="1567" actId="1076"/>
          <ac:spMkLst>
            <pc:docMk/>
            <pc:sldMk cId="4023157742" sldId="289"/>
            <ac:spMk id="25" creationId="{BAA3C8C1-05F7-8DC2-8E8B-AF5809F172FC}"/>
          </ac:spMkLst>
        </pc:spChg>
        <pc:spChg chg="add mod">
          <ac:chgData name="Timm Ziarnetzky" userId="aec35307-a43a-4d63-891b-eec9cbfc423f" providerId="ADAL" clId="{EA4146F4-1B7F-4DE2-8CED-541E46BBF44B}" dt="2022-05-10T11:27:58.942" v="1567" actId="1076"/>
          <ac:spMkLst>
            <pc:docMk/>
            <pc:sldMk cId="4023157742" sldId="289"/>
            <ac:spMk id="26" creationId="{89B35A87-7B64-5E27-4DC4-9E193C2FA93F}"/>
          </ac:spMkLst>
        </pc:spChg>
        <pc:spChg chg="add mod">
          <ac:chgData name="Timm Ziarnetzky" userId="aec35307-a43a-4d63-891b-eec9cbfc423f" providerId="ADAL" clId="{EA4146F4-1B7F-4DE2-8CED-541E46BBF44B}" dt="2022-05-10T11:27:58.942" v="1567" actId="1076"/>
          <ac:spMkLst>
            <pc:docMk/>
            <pc:sldMk cId="4023157742" sldId="289"/>
            <ac:spMk id="27" creationId="{C9D53FB2-AE38-9A25-494C-D4151B9829D9}"/>
          </ac:spMkLst>
        </pc:spChg>
        <pc:spChg chg="add mod">
          <ac:chgData name="Timm Ziarnetzky" userId="aec35307-a43a-4d63-891b-eec9cbfc423f" providerId="ADAL" clId="{EA4146F4-1B7F-4DE2-8CED-541E46BBF44B}" dt="2022-05-10T11:28:37.762" v="1588" actId="208"/>
          <ac:spMkLst>
            <pc:docMk/>
            <pc:sldMk cId="4023157742" sldId="289"/>
            <ac:spMk id="28" creationId="{84C2E323-ADFF-2B0C-5F90-971E532FC22C}"/>
          </ac:spMkLst>
        </pc:spChg>
        <pc:spChg chg="add mod">
          <ac:chgData name="Timm Ziarnetzky" userId="aec35307-a43a-4d63-891b-eec9cbfc423f" providerId="ADAL" clId="{EA4146F4-1B7F-4DE2-8CED-541E46BBF44B}" dt="2022-05-10T11:27:51.580" v="1566" actId="1076"/>
          <ac:spMkLst>
            <pc:docMk/>
            <pc:sldMk cId="4023157742" sldId="289"/>
            <ac:spMk id="29" creationId="{1130E7FB-2ECE-D23D-EFC7-663BDEE4ED39}"/>
          </ac:spMkLst>
        </pc:spChg>
        <pc:spChg chg="add mod">
          <ac:chgData name="Timm Ziarnetzky" userId="aec35307-a43a-4d63-891b-eec9cbfc423f" providerId="ADAL" clId="{EA4146F4-1B7F-4DE2-8CED-541E46BBF44B}" dt="2022-05-10T11:27:51.580" v="1566" actId="1076"/>
          <ac:spMkLst>
            <pc:docMk/>
            <pc:sldMk cId="4023157742" sldId="289"/>
            <ac:spMk id="31" creationId="{1DE010DA-5BC7-46C5-CCC3-9F12635B246E}"/>
          </ac:spMkLst>
        </pc:spChg>
        <pc:cxnChg chg="add mod">
          <ac:chgData name="Timm Ziarnetzky" userId="aec35307-a43a-4d63-891b-eec9cbfc423f" providerId="ADAL" clId="{EA4146F4-1B7F-4DE2-8CED-541E46BBF44B}" dt="2022-05-10T11:28:30.138" v="1587" actId="208"/>
          <ac:cxnSpMkLst>
            <pc:docMk/>
            <pc:sldMk cId="4023157742" sldId="289"/>
            <ac:cxnSpMk id="7" creationId="{E6F9C840-7B9A-5F3F-10EA-5302D7F231A4}"/>
          </ac:cxnSpMkLst>
        </pc:cxnChg>
        <pc:cxnChg chg="add mod">
          <ac:chgData name="Timm Ziarnetzky" userId="aec35307-a43a-4d63-891b-eec9cbfc423f" providerId="ADAL" clId="{EA4146F4-1B7F-4DE2-8CED-541E46BBF44B}" dt="2022-05-10T11:28:30.138" v="1587" actId="208"/>
          <ac:cxnSpMkLst>
            <pc:docMk/>
            <pc:sldMk cId="4023157742" sldId="289"/>
            <ac:cxnSpMk id="10" creationId="{C2CBA07E-6463-A81B-4759-004655CEC307}"/>
          </ac:cxnSpMkLst>
        </pc:cxnChg>
        <pc:cxnChg chg="add mod">
          <ac:chgData name="Timm Ziarnetzky" userId="aec35307-a43a-4d63-891b-eec9cbfc423f" providerId="ADAL" clId="{EA4146F4-1B7F-4DE2-8CED-541E46BBF44B}" dt="2022-05-10T11:28:30.138" v="1587" actId="208"/>
          <ac:cxnSpMkLst>
            <pc:docMk/>
            <pc:sldMk cId="4023157742" sldId="289"/>
            <ac:cxnSpMk id="11" creationId="{C2E3F015-C404-7380-D341-968F66727528}"/>
          </ac:cxnSpMkLst>
        </pc:cxnChg>
        <pc:cxnChg chg="add mod">
          <ac:chgData name="Timm Ziarnetzky" userId="aec35307-a43a-4d63-891b-eec9cbfc423f" providerId="ADAL" clId="{EA4146F4-1B7F-4DE2-8CED-541E46BBF44B}" dt="2022-05-10T11:28:30.138" v="1587" actId="208"/>
          <ac:cxnSpMkLst>
            <pc:docMk/>
            <pc:sldMk cId="4023157742" sldId="289"/>
            <ac:cxnSpMk id="14" creationId="{0C5D6987-07E2-7718-4CC0-C1A25E6CCA7F}"/>
          </ac:cxnSpMkLst>
        </pc:cxnChg>
        <pc:cxnChg chg="add mod">
          <ac:chgData name="Timm Ziarnetzky" userId="aec35307-a43a-4d63-891b-eec9cbfc423f" providerId="ADAL" clId="{EA4146F4-1B7F-4DE2-8CED-541E46BBF44B}" dt="2022-05-10T11:27:51.580" v="1566" actId="1076"/>
          <ac:cxnSpMkLst>
            <pc:docMk/>
            <pc:sldMk cId="4023157742" sldId="289"/>
            <ac:cxnSpMk id="23" creationId="{077A13B9-33A6-0052-585C-7CB54A15EB27}"/>
          </ac:cxnSpMkLst>
        </pc:cxnChg>
        <pc:cxnChg chg="add mod">
          <ac:chgData name="Timm Ziarnetzky" userId="aec35307-a43a-4d63-891b-eec9cbfc423f" providerId="ADAL" clId="{EA4146F4-1B7F-4DE2-8CED-541E46BBF44B}" dt="2022-05-10T11:28:43.497" v="1589" actId="208"/>
          <ac:cxnSpMkLst>
            <pc:docMk/>
            <pc:sldMk cId="4023157742" sldId="289"/>
            <ac:cxnSpMk id="30" creationId="{4F51AD06-A7EE-1AD9-86FA-72BC1C349D15}"/>
          </ac:cxnSpMkLst>
        </pc:cxnChg>
      </pc:sldChg>
      <pc:sldChg chg="addSp modSp add mod modAnim">
        <pc:chgData name="Timm Ziarnetzky" userId="aec35307-a43a-4d63-891b-eec9cbfc423f" providerId="ADAL" clId="{EA4146F4-1B7F-4DE2-8CED-541E46BBF44B}" dt="2022-05-10T12:05:44.246" v="2247" actId="1076"/>
        <pc:sldMkLst>
          <pc:docMk/>
          <pc:sldMk cId="1158946798" sldId="290"/>
        </pc:sldMkLst>
        <pc:spChg chg="add mod">
          <ac:chgData name="Timm Ziarnetzky" userId="aec35307-a43a-4d63-891b-eec9cbfc423f" providerId="ADAL" clId="{EA4146F4-1B7F-4DE2-8CED-541E46BBF44B}" dt="2022-05-10T11:32:37.179" v="1637" actId="1037"/>
          <ac:spMkLst>
            <pc:docMk/>
            <pc:sldMk cId="1158946798" sldId="290"/>
            <ac:spMk id="4" creationId="{00A35C25-D9DD-F4E9-A2E0-A310BB7383DB}"/>
          </ac:spMkLst>
        </pc:spChg>
        <pc:spChg chg="add mod">
          <ac:chgData name="Timm Ziarnetzky" userId="aec35307-a43a-4d63-891b-eec9cbfc423f" providerId="ADAL" clId="{EA4146F4-1B7F-4DE2-8CED-541E46BBF44B}" dt="2022-05-10T11:32:37.179" v="1637" actId="1037"/>
          <ac:spMkLst>
            <pc:docMk/>
            <pc:sldMk cId="1158946798" sldId="290"/>
            <ac:spMk id="5" creationId="{F0450104-1197-CA51-6C64-1A22C1E01559}"/>
          </ac:spMkLst>
        </pc:spChg>
        <pc:spChg chg="add mod">
          <ac:chgData name="Timm Ziarnetzky" userId="aec35307-a43a-4d63-891b-eec9cbfc423f" providerId="ADAL" clId="{EA4146F4-1B7F-4DE2-8CED-541E46BBF44B}" dt="2022-05-10T11:31:25.443" v="1597" actId="1076"/>
          <ac:spMkLst>
            <pc:docMk/>
            <pc:sldMk cId="1158946798" sldId="290"/>
            <ac:spMk id="6" creationId="{D64A5784-099E-FB43-7AD4-94FE0A03165C}"/>
          </ac:spMkLst>
        </pc:spChg>
        <pc:spChg chg="add mod">
          <ac:chgData name="Timm Ziarnetzky" userId="aec35307-a43a-4d63-891b-eec9cbfc423f" providerId="ADAL" clId="{EA4146F4-1B7F-4DE2-8CED-541E46BBF44B}" dt="2022-05-10T11:31:30.439" v="1598" actId="14100"/>
          <ac:spMkLst>
            <pc:docMk/>
            <pc:sldMk cId="1158946798" sldId="290"/>
            <ac:spMk id="8" creationId="{C50844FE-03D0-D976-7B3B-E328F7AEE894}"/>
          </ac:spMkLst>
        </pc:spChg>
        <pc:spChg chg="add mod">
          <ac:chgData name="Timm Ziarnetzky" userId="aec35307-a43a-4d63-891b-eec9cbfc423f" providerId="ADAL" clId="{EA4146F4-1B7F-4DE2-8CED-541E46BBF44B}" dt="2022-05-10T11:31:25.443" v="1597" actId="1076"/>
          <ac:spMkLst>
            <pc:docMk/>
            <pc:sldMk cId="1158946798" sldId="290"/>
            <ac:spMk id="9" creationId="{F5D410C9-495E-4CC7-7ED9-2EE2CE313FBE}"/>
          </ac:spMkLst>
        </pc:spChg>
        <pc:spChg chg="mod">
          <ac:chgData name="Timm Ziarnetzky" userId="aec35307-a43a-4d63-891b-eec9cbfc423f" providerId="ADAL" clId="{EA4146F4-1B7F-4DE2-8CED-541E46BBF44B}" dt="2022-05-10T11:30:49.699" v="1591"/>
          <ac:spMkLst>
            <pc:docMk/>
            <pc:sldMk cId="1158946798" sldId="290"/>
            <ac:spMk id="12" creationId="{D17C78FA-6558-49E1-A947-A702203CBA50}"/>
          </ac:spMkLst>
        </pc:spChg>
        <pc:spChg chg="mod">
          <ac:chgData name="Timm Ziarnetzky" userId="aec35307-a43a-4d63-891b-eec9cbfc423f" providerId="ADAL" clId="{EA4146F4-1B7F-4DE2-8CED-541E46BBF44B}" dt="2022-05-10T11:48:38.351" v="2026" actId="948"/>
          <ac:spMkLst>
            <pc:docMk/>
            <pc:sldMk cId="1158946798" sldId="290"/>
            <ac:spMk id="13" creationId="{9EFE2027-5700-4C3D-BDF6-799D626AF7C2}"/>
          </ac:spMkLst>
        </pc:spChg>
        <pc:spChg chg="add mod">
          <ac:chgData name="Timm Ziarnetzky" userId="aec35307-a43a-4d63-891b-eec9cbfc423f" providerId="ADAL" clId="{EA4146F4-1B7F-4DE2-8CED-541E46BBF44B}" dt="2022-05-10T12:05:32.568" v="2246" actId="1076"/>
          <ac:spMkLst>
            <pc:docMk/>
            <pc:sldMk cId="1158946798" sldId="290"/>
            <ac:spMk id="14" creationId="{D170B9FA-8DD7-9605-3CD4-D40ADC1624AA}"/>
          </ac:spMkLst>
        </pc:spChg>
        <pc:spChg chg="add mod">
          <ac:chgData name="Timm Ziarnetzky" userId="aec35307-a43a-4d63-891b-eec9cbfc423f" providerId="ADAL" clId="{EA4146F4-1B7F-4DE2-8CED-541E46BBF44B}" dt="2022-05-10T12:05:44.246" v="2247" actId="1076"/>
          <ac:spMkLst>
            <pc:docMk/>
            <pc:sldMk cId="1158946798" sldId="290"/>
            <ac:spMk id="15" creationId="{4425ED16-E59F-9BD4-61DB-FE5206B4C71D}"/>
          </ac:spMkLst>
        </pc:spChg>
        <pc:spChg chg="add mod">
          <ac:chgData name="Timm Ziarnetzky" userId="aec35307-a43a-4d63-891b-eec9cbfc423f" providerId="ADAL" clId="{EA4146F4-1B7F-4DE2-8CED-541E46BBF44B}" dt="2022-05-10T12:05:44.246" v="2247" actId="1076"/>
          <ac:spMkLst>
            <pc:docMk/>
            <pc:sldMk cId="1158946798" sldId="290"/>
            <ac:spMk id="16" creationId="{DAE86262-A500-D234-9ADB-2026FDDFFCA1}"/>
          </ac:spMkLst>
        </pc:spChg>
        <pc:spChg chg="add mod">
          <ac:chgData name="Timm Ziarnetzky" userId="aec35307-a43a-4d63-891b-eec9cbfc423f" providerId="ADAL" clId="{EA4146F4-1B7F-4DE2-8CED-541E46BBF44B}" dt="2022-05-10T11:31:25.443" v="1597" actId="1076"/>
          <ac:spMkLst>
            <pc:docMk/>
            <pc:sldMk cId="1158946798" sldId="290"/>
            <ac:spMk id="17" creationId="{7FB223BA-3A96-BCAD-50B8-9D876BB3720E}"/>
          </ac:spMkLst>
        </pc:spChg>
        <pc:spChg chg="add mod">
          <ac:chgData name="Timm Ziarnetzky" userId="aec35307-a43a-4d63-891b-eec9cbfc423f" providerId="ADAL" clId="{EA4146F4-1B7F-4DE2-8CED-541E46BBF44B}" dt="2022-05-10T11:31:25.443" v="1597" actId="1076"/>
          <ac:spMkLst>
            <pc:docMk/>
            <pc:sldMk cId="1158946798" sldId="290"/>
            <ac:spMk id="18" creationId="{9D81A7A1-9FA5-D3A1-7153-278A3CEC6F40}"/>
          </ac:spMkLst>
        </pc:spChg>
        <pc:spChg chg="add mod">
          <ac:chgData name="Timm Ziarnetzky" userId="aec35307-a43a-4d63-891b-eec9cbfc423f" providerId="ADAL" clId="{EA4146F4-1B7F-4DE2-8CED-541E46BBF44B}" dt="2022-05-10T11:31:25.443" v="1597" actId="1076"/>
          <ac:spMkLst>
            <pc:docMk/>
            <pc:sldMk cId="1158946798" sldId="290"/>
            <ac:spMk id="19" creationId="{8AD9248A-4BCD-06FB-F74E-42034DD6934E}"/>
          </ac:spMkLst>
        </pc:spChg>
        <pc:spChg chg="add mod">
          <ac:chgData name="Timm Ziarnetzky" userId="aec35307-a43a-4d63-891b-eec9cbfc423f" providerId="ADAL" clId="{EA4146F4-1B7F-4DE2-8CED-541E46BBF44B}" dt="2022-05-10T11:32:37.179" v="1637" actId="1037"/>
          <ac:spMkLst>
            <pc:docMk/>
            <pc:sldMk cId="1158946798" sldId="290"/>
            <ac:spMk id="20" creationId="{90850614-05C3-E001-0EBA-7C9906697006}"/>
          </ac:spMkLst>
        </pc:spChg>
        <pc:spChg chg="add mod">
          <ac:chgData name="Timm Ziarnetzky" userId="aec35307-a43a-4d63-891b-eec9cbfc423f" providerId="ADAL" clId="{EA4146F4-1B7F-4DE2-8CED-541E46BBF44B}" dt="2022-05-10T11:32:37.179" v="1637" actId="1037"/>
          <ac:spMkLst>
            <pc:docMk/>
            <pc:sldMk cId="1158946798" sldId="290"/>
            <ac:spMk id="21" creationId="{4DB9EB07-0E7F-3756-4F6E-60B57F117B76}"/>
          </ac:spMkLst>
        </pc:spChg>
        <pc:spChg chg="add mod">
          <ac:chgData name="Timm Ziarnetzky" userId="aec35307-a43a-4d63-891b-eec9cbfc423f" providerId="ADAL" clId="{EA4146F4-1B7F-4DE2-8CED-541E46BBF44B}" dt="2022-05-10T11:32:37.179" v="1637" actId="1037"/>
          <ac:spMkLst>
            <pc:docMk/>
            <pc:sldMk cId="1158946798" sldId="290"/>
            <ac:spMk id="22" creationId="{43BF6705-C35B-D4F6-A0B8-059D701D61EE}"/>
          </ac:spMkLst>
        </pc:spChg>
        <pc:spChg chg="add mod">
          <ac:chgData name="Timm Ziarnetzky" userId="aec35307-a43a-4d63-891b-eec9cbfc423f" providerId="ADAL" clId="{EA4146F4-1B7F-4DE2-8CED-541E46BBF44B}" dt="2022-05-10T11:32:37.179" v="1637" actId="1037"/>
          <ac:spMkLst>
            <pc:docMk/>
            <pc:sldMk cId="1158946798" sldId="290"/>
            <ac:spMk id="23" creationId="{963AC1BE-5D0B-86BD-CF0F-53E01F028F56}"/>
          </ac:spMkLst>
        </pc:spChg>
        <pc:spChg chg="add mod">
          <ac:chgData name="Timm Ziarnetzky" userId="aec35307-a43a-4d63-891b-eec9cbfc423f" providerId="ADAL" clId="{EA4146F4-1B7F-4DE2-8CED-541E46BBF44B}" dt="2022-05-10T11:31:59.664" v="1600" actId="208"/>
          <ac:spMkLst>
            <pc:docMk/>
            <pc:sldMk cId="1158946798" sldId="290"/>
            <ac:spMk id="24" creationId="{AD8A797B-DD16-D350-9EF1-45826DC8B522}"/>
          </ac:spMkLst>
        </pc:spChg>
        <pc:spChg chg="add mod">
          <ac:chgData name="Timm Ziarnetzky" userId="aec35307-a43a-4d63-891b-eec9cbfc423f" providerId="ADAL" clId="{EA4146F4-1B7F-4DE2-8CED-541E46BBF44B}" dt="2022-05-10T11:31:25.443" v="1597" actId="1076"/>
          <ac:spMkLst>
            <pc:docMk/>
            <pc:sldMk cId="1158946798" sldId="290"/>
            <ac:spMk id="25" creationId="{27A36DDA-E427-4C47-E99A-136BEBC0F172}"/>
          </ac:spMkLst>
        </pc:spChg>
        <pc:spChg chg="add mod">
          <ac:chgData name="Timm Ziarnetzky" userId="aec35307-a43a-4d63-891b-eec9cbfc423f" providerId="ADAL" clId="{EA4146F4-1B7F-4DE2-8CED-541E46BBF44B}" dt="2022-05-10T11:31:25.443" v="1597" actId="1076"/>
          <ac:spMkLst>
            <pc:docMk/>
            <pc:sldMk cId="1158946798" sldId="290"/>
            <ac:spMk id="27" creationId="{B721E594-6440-3988-07AB-15E1CD005417}"/>
          </ac:spMkLst>
        </pc:spChg>
        <pc:spChg chg="add mod">
          <ac:chgData name="Timm Ziarnetzky" userId="aec35307-a43a-4d63-891b-eec9cbfc423f" providerId="ADAL" clId="{EA4146F4-1B7F-4DE2-8CED-541E46BBF44B}" dt="2022-05-10T11:31:25.443" v="1597" actId="1076"/>
          <ac:spMkLst>
            <pc:docMk/>
            <pc:sldMk cId="1158946798" sldId="290"/>
            <ac:spMk id="28" creationId="{146CE567-3D20-CC87-AA80-9BCE1912A269}"/>
          </ac:spMkLst>
        </pc:spChg>
        <pc:spChg chg="add mod">
          <ac:chgData name="Timm Ziarnetzky" userId="aec35307-a43a-4d63-891b-eec9cbfc423f" providerId="ADAL" clId="{EA4146F4-1B7F-4DE2-8CED-541E46BBF44B}" dt="2022-05-10T11:32:19.331" v="1602" actId="20577"/>
          <ac:spMkLst>
            <pc:docMk/>
            <pc:sldMk cId="1158946798" sldId="290"/>
            <ac:spMk id="33" creationId="{2177B271-80B3-5D51-6BEA-78B958A3953C}"/>
          </ac:spMkLst>
        </pc:spChg>
        <pc:spChg chg="add mod">
          <ac:chgData name="Timm Ziarnetzky" userId="aec35307-a43a-4d63-891b-eec9cbfc423f" providerId="ADAL" clId="{EA4146F4-1B7F-4DE2-8CED-541E46BBF44B}" dt="2022-05-10T11:32:37.179" v="1637" actId="1037"/>
          <ac:spMkLst>
            <pc:docMk/>
            <pc:sldMk cId="1158946798" sldId="290"/>
            <ac:spMk id="35" creationId="{6B7016BF-D703-55CD-5135-BF9D41C89B7E}"/>
          </ac:spMkLst>
        </pc:spChg>
        <pc:spChg chg="add mod">
          <ac:chgData name="Timm Ziarnetzky" userId="aec35307-a43a-4d63-891b-eec9cbfc423f" providerId="ADAL" clId="{EA4146F4-1B7F-4DE2-8CED-541E46BBF44B}" dt="2022-05-10T11:31:25.443" v="1597" actId="1076"/>
          <ac:spMkLst>
            <pc:docMk/>
            <pc:sldMk cId="1158946798" sldId="290"/>
            <ac:spMk id="36" creationId="{78DD8989-124E-65AA-F4B6-559382DEEFC9}"/>
          </ac:spMkLst>
        </pc:spChg>
        <pc:spChg chg="add mod">
          <ac:chgData name="Timm Ziarnetzky" userId="aec35307-a43a-4d63-891b-eec9cbfc423f" providerId="ADAL" clId="{EA4146F4-1B7F-4DE2-8CED-541E46BBF44B}" dt="2022-05-10T11:31:25.443" v="1597" actId="1076"/>
          <ac:spMkLst>
            <pc:docMk/>
            <pc:sldMk cId="1158946798" sldId="290"/>
            <ac:spMk id="38" creationId="{00B6C451-753E-4BAC-9266-850B9355EE16}"/>
          </ac:spMkLst>
        </pc:spChg>
        <pc:cxnChg chg="add mod">
          <ac:chgData name="Timm Ziarnetzky" userId="aec35307-a43a-4d63-891b-eec9cbfc423f" providerId="ADAL" clId="{EA4146F4-1B7F-4DE2-8CED-541E46BBF44B}" dt="2022-05-10T11:32:09.532" v="1601" actId="208"/>
          <ac:cxnSpMkLst>
            <pc:docMk/>
            <pc:sldMk cId="1158946798" sldId="290"/>
            <ac:cxnSpMk id="7" creationId="{372DDCC1-AE7B-36BB-5D1A-CCF99DF1F880}"/>
          </ac:cxnSpMkLst>
        </pc:cxnChg>
        <pc:cxnChg chg="add mod">
          <ac:chgData name="Timm Ziarnetzky" userId="aec35307-a43a-4d63-891b-eec9cbfc423f" providerId="ADAL" clId="{EA4146F4-1B7F-4DE2-8CED-541E46BBF44B}" dt="2022-05-10T11:32:09.532" v="1601" actId="208"/>
          <ac:cxnSpMkLst>
            <pc:docMk/>
            <pc:sldMk cId="1158946798" sldId="290"/>
            <ac:cxnSpMk id="10" creationId="{6A63FD1F-8EE4-C741-3ED8-1EEA70FF4E48}"/>
          </ac:cxnSpMkLst>
        </pc:cxnChg>
        <pc:cxnChg chg="add mod">
          <ac:chgData name="Timm Ziarnetzky" userId="aec35307-a43a-4d63-891b-eec9cbfc423f" providerId="ADAL" clId="{EA4146F4-1B7F-4DE2-8CED-541E46BBF44B}" dt="2022-05-10T11:32:09.532" v="1601" actId="208"/>
          <ac:cxnSpMkLst>
            <pc:docMk/>
            <pc:sldMk cId="1158946798" sldId="290"/>
            <ac:cxnSpMk id="11" creationId="{6D9895BF-27E3-346B-1E87-73F9A02DFDDA}"/>
          </ac:cxnSpMkLst>
        </pc:cxnChg>
        <pc:cxnChg chg="add mod">
          <ac:chgData name="Timm Ziarnetzky" userId="aec35307-a43a-4d63-891b-eec9cbfc423f" providerId="ADAL" clId="{EA4146F4-1B7F-4DE2-8CED-541E46BBF44B}" dt="2022-05-10T11:31:25.443" v="1597" actId="1076"/>
          <ac:cxnSpMkLst>
            <pc:docMk/>
            <pc:sldMk cId="1158946798" sldId="290"/>
            <ac:cxnSpMk id="26" creationId="{C4034D98-9CCE-8AA8-C0A6-B5A5CF9D5FF2}"/>
          </ac:cxnSpMkLst>
        </pc:cxnChg>
        <pc:cxnChg chg="add mod">
          <ac:chgData name="Timm Ziarnetzky" userId="aec35307-a43a-4d63-891b-eec9cbfc423f" providerId="ADAL" clId="{EA4146F4-1B7F-4DE2-8CED-541E46BBF44B}" dt="2022-05-10T11:32:09.532" v="1601" actId="208"/>
          <ac:cxnSpMkLst>
            <pc:docMk/>
            <pc:sldMk cId="1158946798" sldId="290"/>
            <ac:cxnSpMk id="29" creationId="{90E9B86C-B61F-9317-D8F4-37B0CA1B7322}"/>
          </ac:cxnSpMkLst>
        </pc:cxnChg>
        <pc:cxnChg chg="add mod">
          <ac:chgData name="Timm Ziarnetzky" userId="aec35307-a43a-4d63-891b-eec9cbfc423f" providerId="ADAL" clId="{EA4146F4-1B7F-4DE2-8CED-541E46BBF44B}" dt="2022-05-10T11:31:25.443" v="1597" actId="1076"/>
          <ac:cxnSpMkLst>
            <pc:docMk/>
            <pc:sldMk cId="1158946798" sldId="290"/>
            <ac:cxnSpMk id="30" creationId="{AE4B8C5E-E2CF-B610-FA49-17EEE2C24BC4}"/>
          </ac:cxnSpMkLst>
        </pc:cxnChg>
        <pc:cxnChg chg="add mod">
          <ac:chgData name="Timm Ziarnetzky" userId="aec35307-a43a-4d63-891b-eec9cbfc423f" providerId="ADAL" clId="{EA4146F4-1B7F-4DE2-8CED-541E46BBF44B}" dt="2022-05-10T11:31:59.664" v="1600" actId="208"/>
          <ac:cxnSpMkLst>
            <pc:docMk/>
            <pc:sldMk cId="1158946798" sldId="290"/>
            <ac:cxnSpMk id="31" creationId="{94846174-4438-C701-9480-A69220135D96}"/>
          </ac:cxnSpMkLst>
        </pc:cxnChg>
        <pc:cxnChg chg="add mod">
          <ac:chgData name="Timm Ziarnetzky" userId="aec35307-a43a-4d63-891b-eec9cbfc423f" providerId="ADAL" clId="{EA4146F4-1B7F-4DE2-8CED-541E46BBF44B}" dt="2022-05-10T11:32:51.259" v="1639" actId="208"/>
          <ac:cxnSpMkLst>
            <pc:docMk/>
            <pc:sldMk cId="1158946798" sldId="290"/>
            <ac:cxnSpMk id="32" creationId="{BBA0F475-51B4-69DA-20D2-FE18431F1C52}"/>
          </ac:cxnSpMkLst>
        </pc:cxnChg>
        <pc:cxnChg chg="add mod">
          <ac:chgData name="Timm Ziarnetzky" userId="aec35307-a43a-4d63-891b-eec9cbfc423f" providerId="ADAL" clId="{EA4146F4-1B7F-4DE2-8CED-541E46BBF44B}" dt="2022-05-10T11:32:37.179" v="1637" actId="1037"/>
          <ac:cxnSpMkLst>
            <pc:docMk/>
            <pc:sldMk cId="1158946798" sldId="290"/>
            <ac:cxnSpMk id="34" creationId="{F16B68DC-4B04-BFC8-5826-32EC5A50DD07}"/>
          </ac:cxnSpMkLst>
        </pc:cxnChg>
        <pc:cxnChg chg="add mod">
          <ac:chgData name="Timm Ziarnetzky" userId="aec35307-a43a-4d63-891b-eec9cbfc423f" providerId="ADAL" clId="{EA4146F4-1B7F-4DE2-8CED-541E46BBF44B}" dt="2022-05-10T11:32:44.473" v="1638" actId="208"/>
          <ac:cxnSpMkLst>
            <pc:docMk/>
            <pc:sldMk cId="1158946798" sldId="290"/>
            <ac:cxnSpMk id="37" creationId="{566BEC5C-B90A-704C-4D26-A888FEBE0925}"/>
          </ac:cxnSpMkLst>
        </pc:cxnChg>
      </pc:sldChg>
      <pc:sldChg chg="add del">
        <pc:chgData name="Timm Ziarnetzky" userId="aec35307-a43a-4d63-891b-eec9cbfc423f" providerId="ADAL" clId="{EA4146F4-1B7F-4DE2-8CED-541E46BBF44B}" dt="2022-05-10T11:12:58.014" v="1037" actId="47"/>
        <pc:sldMkLst>
          <pc:docMk/>
          <pc:sldMk cId="1515274219" sldId="290"/>
        </pc:sldMkLst>
      </pc:sldChg>
      <pc:sldChg chg="addSp delSp modSp add mod modAnim">
        <pc:chgData name="Timm Ziarnetzky" userId="aec35307-a43a-4d63-891b-eec9cbfc423f" providerId="ADAL" clId="{EA4146F4-1B7F-4DE2-8CED-541E46BBF44B}" dt="2022-05-10T11:56:14.604" v="2083"/>
        <pc:sldMkLst>
          <pc:docMk/>
          <pc:sldMk cId="42838427" sldId="291"/>
        </pc:sldMkLst>
        <pc:spChg chg="add mod">
          <ac:chgData name="Timm Ziarnetzky" userId="aec35307-a43a-4d63-891b-eec9cbfc423f" providerId="ADAL" clId="{EA4146F4-1B7F-4DE2-8CED-541E46BBF44B}" dt="2022-05-10T11:33:33.678" v="1649" actId="1076"/>
          <ac:spMkLst>
            <pc:docMk/>
            <pc:sldMk cId="42838427" sldId="291"/>
            <ac:spMk id="4" creationId="{B344F78D-FD85-CF87-CF00-921673026991}"/>
          </ac:spMkLst>
        </pc:spChg>
        <pc:spChg chg="add mod">
          <ac:chgData name="Timm Ziarnetzky" userId="aec35307-a43a-4d63-891b-eec9cbfc423f" providerId="ADAL" clId="{EA4146F4-1B7F-4DE2-8CED-541E46BBF44B}" dt="2022-05-10T11:33:33.678" v="1649" actId="1076"/>
          <ac:spMkLst>
            <pc:docMk/>
            <pc:sldMk cId="42838427" sldId="291"/>
            <ac:spMk id="5" creationId="{6A7AEDC8-2590-264B-40CE-3EFFEC8A2C9F}"/>
          </ac:spMkLst>
        </pc:spChg>
        <pc:spChg chg="add mod">
          <ac:chgData name="Timm Ziarnetzky" userId="aec35307-a43a-4d63-891b-eec9cbfc423f" providerId="ADAL" clId="{EA4146F4-1B7F-4DE2-8CED-541E46BBF44B}" dt="2022-05-10T11:33:33.678" v="1649" actId="1076"/>
          <ac:spMkLst>
            <pc:docMk/>
            <pc:sldMk cId="42838427" sldId="291"/>
            <ac:spMk id="6" creationId="{66890B33-FDF3-EA68-6664-532EE28911AB}"/>
          </ac:spMkLst>
        </pc:spChg>
        <pc:spChg chg="add mod">
          <ac:chgData name="Timm Ziarnetzky" userId="aec35307-a43a-4d63-891b-eec9cbfc423f" providerId="ADAL" clId="{EA4146F4-1B7F-4DE2-8CED-541E46BBF44B}" dt="2022-05-10T11:33:33.678" v="1649" actId="1076"/>
          <ac:spMkLst>
            <pc:docMk/>
            <pc:sldMk cId="42838427" sldId="291"/>
            <ac:spMk id="7" creationId="{790ADA02-F230-EB69-4F71-1BE298D94E1D}"/>
          </ac:spMkLst>
        </pc:spChg>
        <pc:spChg chg="add mod">
          <ac:chgData name="Timm Ziarnetzky" userId="aec35307-a43a-4d63-891b-eec9cbfc423f" providerId="ADAL" clId="{EA4146F4-1B7F-4DE2-8CED-541E46BBF44B}" dt="2022-05-10T11:33:33.678" v="1649" actId="1076"/>
          <ac:spMkLst>
            <pc:docMk/>
            <pc:sldMk cId="42838427" sldId="291"/>
            <ac:spMk id="8" creationId="{D5B91417-79DD-1871-4136-813D36A8B17B}"/>
          </ac:spMkLst>
        </pc:spChg>
        <pc:spChg chg="add mod">
          <ac:chgData name="Timm Ziarnetzky" userId="aec35307-a43a-4d63-891b-eec9cbfc423f" providerId="ADAL" clId="{EA4146F4-1B7F-4DE2-8CED-541E46BBF44B}" dt="2022-05-10T11:33:33.678" v="1649" actId="1076"/>
          <ac:spMkLst>
            <pc:docMk/>
            <pc:sldMk cId="42838427" sldId="291"/>
            <ac:spMk id="9" creationId="{F5257DBA-B6DA-FEE6-CEA4-4692A23FAF72}"/>
          </ac:spMkLst>
        </pc:spChg>
        <pc:spChg chg="add mod">
          <ac:chgData name="Timm Ziarnetzky" userId="aec35307-a43a-4d63-891b-eec9cbfc423f" providerId="ADAL" clId="{EA4146F4-1B7F-4DE2-8CED-541E46BBF44B}" dt="2022-05-10T11:33:33.678" v="1649" actId="1076"/>
          <ac:spMkLst>
            <pc:docMk/>
            <pc:sldMk cId="42838427" sldId="291"/>
            <ac:spMk id="10" creationId="{D1323F8C-811B-995E-FB9A-6279DDC088F8}"/>
          </ac:spMkLst>
        </pc:spChg>
        <pc:spChg chg="add mod">
          <ac:chgData name="Timm Ziarnetzky" userId="aec35307-a43a-4d63-891b-eec9cbfc423f" providerId="ADAL" clId="{EA4146F4-1B7F-4DE2-8CED-541E46BBF44B}" dt="2022-05-10T11:33:33.678" v="1649" actId="1076"/>
          <ac:spMkLst>
            <pc:docMk/>
            <pc:sldMk cId="42838427" sldId="291"/>
            <ac:spMk id="11" creationId="{B2FA6655-9D51-7AF9-366F-215E2CEC1BD2}"/>
          </ac:spMkLst>
        </pc:spChg>
        <pc:spChg chg="mod">
          <ac:chgData name="Timm Ziarnetzky" userId="aec35307-a43a-4d63-891b-eec9cbfc423f" providerId="ADAL" clId="{EA4146F4-1B7F-4DE2-8CED-541E46BBF44B}" dt="2022-05-10T11:33:01.853" v="1640"/>
          <ac:spMkLst>
            <pc:docMk/>
            <pc:sldMk cId="42838427" sldId="291"/>
            <ac:spMk id="12" creationId="{D17C78FA-6558-49E1-A947-A702203CBA50}"/>
          </ac:spMkLst>
        </pc:spChg>
        <pc:spChg chg="mod">
          <ac:chgData name="Timm Ziarnetzky" userId="aec35307-a43a-4d63-891b-eec9cbfc423f" providerId="ADAL" clId="{EA4146F4-1B7F-4DE2-8CED-541E46BBF44B}" dt="2022-05-10T11:33:44.223" v="1651" actId="1076"/>
          <ac:spMkLst>
            <pc:docMk/>
            <pc:sldMk cId="42838427" sldId="291"/>
            <ac:spMk id="13" creationId="{9EFE2027-5700-4C3D-BDF6-799D626AF7C2}"/>
          </ac:spMkLst>
        </pc:spChg>
        <pc:spChg chg="add mod">
          <ac:chgData name="Timm Ziarnetzky" userId="aec35307-a43a-4d63-891b-eec9cbfc423f" providerId="ADAL" clId="{EA4146F4-1B7F-4DE2-8CED-541E46BBF44B}" dt="2022-05-10T11:33:33.678" v="1649" actId="1076"/>
          <ac:spMkLst>
            <pc:docMk/>
            <pc:sldMk cId="42838427" sldId="291"/>
            <ac:spMk id="14" creationId="{73FB660E-C75E-5A12-98F1-DA8A4F2FA6C6}"/>
          </ac:spMkLst>
        </pc:spChg>
        <pc:spChg chg="add mod">
          <ac:chgData name="Timm Ziarnetzky" userId="aec35307-a43a-4d63-891b-eec9cbfc423f" providerId="ADAL" clId="{EA4146F4-1B7F-4DE2-8CED-541E46BBF44B}" dt="2022-05-10T11:33:33.678" v="1649" actId="1076"/>
          <ac:spMkLst>
            <pc:docMk/>
            <pc:sldMk cId="42838427" sldId="291"/>
            <ac:spMk id="15" creationId="{B3538989-A7E6-4AC1-3696-E5AEC3A7B12D}"/>
          </ac:spMkLst>
        </pc:spChg>
        <pc:spChg chg="add mod">
          <ac:chgData name="Timm Ziarnetzky" userId="aec35307-a43a-4d63-891b-eec9cbfc423f" providerId="ADAL" clId="{EA4146F4-1B7F-4DE2-8CED-541E46BBF44B}" dt="2022-05-10T11:33:33.678" v="1649" actId="1076"/>
          <ac:spMkLst>
            <pc:docMk/>
            <pc:sldMk cId="42838427" sldId="291"/>
            <ac:spMk id="16" creationId="{A194D930-1E09-D8AC-FBAE-C4BA4B66A2CB}"/>
          </ac:spMkLst>
        </pc:spChg>
        <pc:spChg chg="add mod">
          <ac:chgData name="Timm Ziarnetzky" userId="aec35307-a43a-4d63-891b-eec9cbfc423f" providerId="ADAL" clId="{EA4146F4-1B7F-4DE2-8CED-541E46BBF44B}" dt="2022-05-10T11:33:33.678" v="1649" actId="1076"/>
          <ac:spMkLst>
            <pc:docMk/>
            <pc:sldMk cId="42838427" sldId="291"/>
            <ac:spMk id="17" creationId="{21DA860F-B8B4-1DC8-4BB3-21F497AF3E6D}"/>
          </ac:spMkLst>
        </pc:spChg>
        <pc:spChg chg="add mod">
          <ac:chgData name="Timm Ziarnetzky" userId="aec35307-a43a-4d63-891b-eec9cbfc423f" providerId="ADAL" clId="{EA4146F4-1B7F-4DE2-8CED-541E46BBF44B}" dt="2022-05-10T11:33:33.678" v="1649" actId="1076"/>
          <ac:spMkLst>
            <pc:docMk/>
            <pc:sldMk cId="42838427" sldId="291"/>
            <ac:spMk id="18" creationId="{9F1F2B59-BF77-AA12-030F-C73B26C28146}"/>
          </ac:spMkLst>
        </pc:spChg>
        <pc:spChg chg="add mod">
          <ac:chgData name="Timm Ziarnetzky" userId="aec35307-a43a-4d63-891b-eec9cbfc423f" providerId="ADAL" clId="{EA4146F4-1B7F-4DE2-8CED-541E46BBF44B}" dt="2022-05-10T11:33:33.678" v="1649" actId="1076"/>
          <ac:spMkLst>
            <pc:docMk/>
            <pc:sldMk cId="42838427" sldId="291"/>
            <ac:spMk id="19" creationId="{5C55A580-2C4E-6F59-F3AB-8EEA79675F69}"/>
          </ac:spMkLst>
        </pc:spChg>
        <pc:spChg chg="add mod">
          <ac:chgData name="Timm Ziarnetzky" userId="aec35307-a43a-4d63-891b-eec9cbfc423f" providerId="ADAL" clId="{EA4146F4-1B7F-4DE2-8CED-541E46BBF44B}" dt="2022-05-10T11:35:47.691" v="1691" actId="1076"/>
          <ac:spMkLst>
            <pc:docMk/>
            <pc:sldMk cId="42838427" sldId="291"/>
            <ac:spMk id="24" creationId="{FE1D0125-4B56-A892-CB95-8A7D347A7B65}"/>
          </ac:spMkLst>
        </pc:spChg>
        <pc:spChg chg="add mod">
          <ac:chgData name="Timm Ziarnetzky" userId="aec35307-a43a-4d63-891b-eec9cbfc423f" providerId="ADAL" clId="{EA4146F4-1B7F-4DE2-8CED-541E46BBF44B}" dt="2022-05-10T11:35:29.296" v="1688" actId="1076"/>
          <ac:spMkLst>
            <pc:docMk/>
            <pc:sldMk cId="42838427" sldId="291"/>
            <ac:spMk id="25" creationId="{38E768AB-467B-D753-205F-7ABB52D79000}"/>
          </ac:spMkLst>
        </pc:spChg>
        <pc:spChg chg="add mod">
          <ac:chgData name="Timm Ziarnetzky" userId="aec35307-a43a-4d63-891b-eec9cbfc423f" providerId="ADAL" clId="{EA4146F4-1B7F-4DE2-8CED-541E46BBF44B}" dt="2022-05-10T11:35:40.844" v="1690" actId="1076"/>
          <ac:spMkLst>
            <pc:docMk/>
            <pc:sldMk cId="42838427" sldId="291"/>
            <ac:spMk id="26" creationId="{EF5A7DFC-B031-8D27-8E9E-EAEA1032B1CA}"/>
          </ac:spMkLst>
        </pc:spChg>
        <pc:spChg chg="add mod">
          <ac:chgData name="Timm Ziarnetzky" userId="aec35307-a43a-4d63-891b-eec9cbfc423f" providerId="ADAL" clId="{EA4146F4-1B7F-4DE2-8CED-541E46BBF44B}" dt="2022-05-10T11:33:33.678" v="1649" actId="1076"/>
          <ac:spMkLst>
            <pc:docMk/>
            <pc:sldMk cId="42838427" sldId="291"/>
            <ac:spMk id="27" creationId="{3EF320CE-2AEC-BA8A-3A77-4BAAC74236AD}"/>
          </ac:spMkLst>
        </pc:spChg>
        <pc:spChg chg="add mod">
          <ac:chgData name="Timm Ziarnetzky" userId="aec35307-a43a-4d63-891b-eec9cbfc423f" providerId="ADAL" clId="{EA4146F4-1B7F-4DE2-8CED-541E46BBF44B}" dt="2022-05-10T11:33:33.678" v="1649" actId="1076"/>
          <ac:spMkLst>
            <pc:docMk/>
            <pc:sldMk cId="42838427" sldId="291"/>
            <ac:spMk id="30" creationId="{71AED123-C00B-1F23-FCBF-6A39A9DE6938}"/>
          </ac:spMkLst>
        </pc:spChg>
        <pc:spChg chg="add mod">
          <ac:chgData name="Timm Ziarnetzky" userId="aec35307-a43a-4d63-891b-eec9cbfc423f" providerId="ADAL" clId="{EA4146F4-1B7F-4DE2-8CED-541E46BBF44B}" dt="2022-05-10T11:33:33.678" v="1649" actId="1076"/>
          <ac:spMkLst>
            <pc:docMk/>
            <pc:sldMk cId="42838427" sldId="291"/>
            <ac:spMk id="31" creationId="{F1D18839-0916-D220-8CDA-B8A386F3FF83}"/>
          </ac:spMkLst>
        </pc:spChg>
        <pc:spChg chg="add mod">
          <ac:chgData name="Timm Ziarnetzky" userId="aec35307-a43a-4d63-891b-eec9cbfc423f" providerId="ADAL" clId="{EA4146F4-1B7F-4DE2-8CED-541E46BBF44B}" dt="2022-05-10T11:33:33.678" v="1649" actId="1076"/>
          <ac:spMkLst>
            <pc:docMk/>
            <pc:sldMk cId="42838427" sldId="291"/>
            <ac:spMk id="32" creationId="{12C95D08-0B23-E33C-9CDB-5E223B069ED0}"/>
          </ac:spMkLst>
        </pc:spChg>
        <pc:spChg chg="add mod">
          <ac:chgData name="Timm Ziarnetzky" userId="aec35307-a43a-4d63-891b-eec9cbfc423f" providerId="ADAL" clId="{EA4146F4-1B7F-4DE2-8CED-541E46BBF44B}" dt="2022-05-10T11:35:51.561" v="1692" actId="1076"/>
          <ac:spMkLst>
            <pc:docMk/>
            <pc:sldMk cId="42838427" sldId="291"/>
            <ac:spMk id="35" creationId="{5BF80F4D-FDE8-2FB5-8AE8-0513619734A5}"/>
          </ac:spMkLst>
        </pc:spChg>
        <pc:spChg chg="add mod">
          <ac:chgData name="Timm Ziarnetzky" userId="aec35307-a43a-4d63-891b-eec9cbfc423f" providerId="ADAL" clId="{EA4146F4-1B7F-4DE2-8CED-541E46BBF44B}" dt="2022-05-10T11:35:54.299" v="1693" actId="1076"/>
          <ac:spMkLst>
            <pc:docMk/>
            <pc:sldMk cId="42838427" sldId="291"/>
            <ac:spMk id="36" creationId="{BCE76EBA-C1A7-BF11-7269-C56D9FDBDD6D}"/>
          </ac:spMkLst>
        </pc:spChg>
        <pc:spChg chg="add mod">
          <ac:chgData name="Timm Ziarnetzky" userId="aec35307-a43a-4d63-891b-eec9cbfc423f" providerId="ADAL" clId="{EA4146F4-1B7F-4DE2-8CED-541E46BBF44B}" dt="2022-05-10T11:33:33.678" v="1649" actId="1076"/>
          <ac:spMkLst>
            <pc:docMk/>
            <pc:sldMk cId="42838427" sldId="291"/>
            <ac:spMk id="37" creationId="{4B81540F-B193-19CF-D4B0-6F38EA9DAB29}"/>
          </ac:spMkLst>
        </pc:spChg>
        <pc:spChg chg="add mod">
          <ac:chgData name="Timm Ziarnetzky" userId="aec35307-a43a-4d63-891b-eec9cbfc423f" providerId="ADAL" clId="{EA4146F4-1B7F-4DE2-8CED-541E46BBF44B}" dt="2022-05-10T11:33:33.678" v="1649" actId="1076"/>
          <ac:spMkLst>
            <pc:docMk/>
            <pc:sldMk cId="42838427" sldId="291"/>
            <ac:spMk id="38" creationId="{93818057-CEC7-FFC2-CA0C-2EB823E567C0}"/>
          </ac:spMkLst>
        </pc:spChg>
        <pc:spChg chg="add mod">
          <ac:chgData name="Timm Ziarnetzky" userId="aec35307-a43a-4d63-891b-eec9cbfc423f" providerId="ADAL" clId="{EA4146F4-1B7F-4DE2-8CED-541E46BBF44B}" dt="2022-05-10T11:33:33.678" v="1649" actId="1076"/>
          <ac:spMkLst>
            <pc:docMk/>
            <pc:sldMk cId="42838427" sldId="291"/>
            <ac:spMk id="39" creationId="{DCC5DC1B-697E-CBEE-C108-CA47D6072768}"/>
          </ac:spMkLst>
        </pc:spChg>
        <pc:spChg chg="add mod">
          <ac:chgData name="Timm Ziarnetzky" userId="aec35307-a43a-4d63-891b-eec9cbfc423f" providerId="ADAL" clId="{EA4146F4-1B7F-4DE2-8CED-541E46BBF44B}" dt="2022-05-10T11:33:33.678" v="1649" actId="1076"/>
          <ac:spMkLst>
            <pc:docMk/>
            <pc:sldMk cId="42838427" sldId="291"/>
            <ac:spMk id="40" creationId="{B2126E5B-AA44-E102-294E-2FF2F065C625}"/>
          </ac:spMkLst>
        </pc:spChg>
        <pc:spChg chg="add mod">
          <ac:chgData name="Timm Ziarnetzky" userId="aec35307-a43a-4d63-891b-eec9cbfc423f" providerId="ADAL" clId="{EA4146F4-1B7F-4DE2-8CED-541E46BBF44B}" dt="2022-05-10T11:33:33.678" v="1649" actId="1076"/>
          <ac:spMkLst>
            <pc:docMk/>
            <pc:sldMk cId="42838427" sldId="291"/>
            <ac:spMk id="41" creationId="{B86E4BED-338D-80FF-83AD-A8125F3C39AD}"/>
          </ac:spMkLst>
        </pc:spChg>
        <pc:spChg chg="add mod">
          <ac:chgData name="Timm Ziarnetzky" userId="aec35307-a43a-4d63-891b-eec9cbfc423f" providerId="ADAL" clId="{EA4146F4-1B7F-4DE2-8CED-541E46BBF44B}" dt="2022-05-10T11:33:33.678" v="1649" actId="1076"/>
          <ac:spMkLst>
            <pc:docMk/>
            <pc:sldMk cId="42838427" sldId="291"/>
            <ac:spMk id="42" creationId="{A2B3DDB9-A80D-E1FF-E99F-E6D94FF0C4BE}"/>
          </ac:spMkLst>
        </pc:spChg>
        <pc:spChg chg="add mod">
          <ac:chgData name="Timm Ziarnetzky" userId="aec35307-a43a-4d63-891b-eec9cbfc423f" providerId="ADAL" clId="{EA4146F4-1B7F-4DE2-8CED-541E46BBF44B}" dt="2022-05-10T11:33:33.678" v="1649" actId="1076"/>
          <ac:spMkLst>
            <pc:docMk/>
            <pc:sldMk cId="42838427" sldId="291"/>
            <ac:spMk id="43" creationId="{B76EA8D3-4B17-C6F6-2549-10445E69181B}"/>
          </ac:spMkLst>
        </pc:spChg>
        <pc:spChg chg="add mod">
          <ac:chgData name="Timm Ziarnetzky" userId="aec35307-a43a-4d63-891b-eec9cbfc423f" providerId="ADAL" clId="{EA4146F4-1B7F-4DE2-8CED-541E46BBF44B}" dt="2022-05-10T11:33:33.678" v="1649" actId="1076"/>
          <ac:spMkLst>
            <pc:docMk/>
            <pc:sldMk cId="42838427" sldId="291"/>
            <ac:spMk id="44" creationId="{28D31F1C-D6B4-8569-3E67-1F06DF534249}"/>
          </ac:spMkLst>
        </pc:spChg>
        <pc:spChg chg="add mod">
          <ac:chgData name="Timm Ziarnetzky" userId="aec35307-a43a-4d63-891b-eec9cbfc423f" providerId="ADAL" clId="{EA4146F4-1B7F-4DE2-8CED-541E46BBF44B}" dt="2022-05-10T11:33:33.678" v="1649" actId="1076"/>
          <ac:spMkLst>
            <pc:docMk/>
            <pc:sldMk cId="42838427" sldId="291"/>
            <ac:spMk id="45" creationId="{ADAB2629-ADFB-8F23-B4B3-7D5C27B62711}"/>
          </ac:spMkLst>
        </pc:spChg>
        <pc:spChg chg="add mod">
          <ac:chgData name="Timm Ziarnetzky" userId="aec35307-a43a-4d63-891b-eec9cbfc423f" providerId="ADAL" clId="{EA4146F4-1B7F-4DE2-8CED-541E46BBF44B}" dt="2022-05-10T11:33:33.678" v="1649" actId="1076"/>
          <ac:spMkLst>
            <pc:docMk/>
            <pc:sldMk cId="42838427" sldId="291"/>
            <ac:spMk id="46" creationId="{00A6DFF8-5833-4875-3DB6-388AEEFFB71E}"/>
          </ac:spMkLst>
        </pc:spChg>
        <pc:spChg chg="add del mod">
          <ac:chgData name="Timm Ziarnetzky" userId="aec35307-a43a-4d63-891b-eec9cbfc423f" providerId="ADAL" clId="{EA4146F4-1B7F-4DE2-8CED-541E46BBF44B}" dt="2022-05-10T11:34:53.196" v="1683" actId="478"/>
          <ac:spMkLst>
            <pc:docMk/>
            <pc:sldMk cId="42838427" sldId="291"/>
            <ac:spMk id="51" creationId="{4391FE46-E507-CB89-9770-5AA543C6D9DC}"/>
          </ac:spMkLst>
        </pc:spChg>
        <pc:spChg chg="add del mod">
          <ac:chgData name="Timm Ziarnetzky" userId="aec35307-a43a-4d63-891b-eec9cbfc423f" providerId="ADAL" clId="{EA4146F4-1B7F-4DE2-8CED-541E46BBF44B}" dt="2022-05-10T11:34:53.196" v="1683" actId="478"/>
          <ac:spMkLst>
            <pc:docMk/>
            <pc:sldMk cId="42838427" sldId="291"/>
            <ac:spMk id="52" creationId="{19180C08-FD45-7F09-F8CD-0184D2FFF1A0}"/>
          </ac:spMkLst>
        </pc:spChg>
        <pc:spChg chg="add del mod">
          <ac:chgData name="Timm Ziarnetzky" userId="aec35307-a43a-4d63-891b-eec9cbfc423f" providerId="ADAL" clId="{EA4146F4-1B7F-4DE2-8CED-541E46BBF44B}" dt="2022-05-10T11:34:53.196" v="1683" actId="478"/>
          <ac:spMkLst>
            <pc:docMk/>
            <pc:sldMk cId="42838427" sldId="291"/>
            <ac:spMk id="53" creationId="{272D8933-FC86-B60A-E44C-76683D9BD662}"/>
          </ac:spMkLst>
        </pc:spChg>
        <pc:spChg chg="add mod">
          <ac:chgData name="Timm Ziarnetzky" userId="aec35307-a43a-4d63-891b-eec9cbfc423f" providerId="ADAL" clId="{EA4146F4-1B7F-4DE2-8CED-541E46BBF44B}" dt="2022-05-10T11:33:33.678" v="1649" actId="1076"/>
          <ac:spMkLst>
            <pc:docMk/>
            <pc:sldMk cId="42838427" sldId="291"/>
            <ac:spMk id="54" creationId="{304487CE-9537-05F0-5024-D2B15DECDEB5}"/>
          </ac:spMkLst>
        </pc:spChg>
        <pc:spChg chg="add mod">
          <ac:chgData name="Timm Ziarnetzky" userId="aec35307-a43a-4d63-891b-eec9cbfc423f" providerId="ADAL" clId="{EA4146F4-1B7F-4DE2-8CED-541E46BBF44B}" dt="2022-05-10T11:33:33.678" v="1649" actId="1076"/>
          <ac:spMkLst>
            <pc:docMk/>
            <pc:sldMk cId="42838427" sldId="291"/>
            <ac:spMk id="57" creationId="{AD1ED890-0A27-67B4-44D5-DEC2DE6E9C2D}"/>
          </ac:spMkLst>
        </pc:spChg>
        <pc:spChg chg="add mod">
          <ac:chgData name="Timm Ziarnetzky" userId="aec35307-a43a-4d63-891b-eec9cbfc423f" providerId="ADAL" clId="{EA4146F4-1B7F-4DE2-8CED-541E46BBF44B}" dt="2022-05-10T11:33:33.678" v="1649" actId="1076"/>
          <ac:spMkLst>
            <pc:docMk/>
            <pc:sldMk cId="42838427" sldId="291"/>
            <ac:spMk id="58" creationId="{D51CB8E9-2927-5F88-69D5-33575C292FE0}"/>
          </ac:spMkLst>
        </pc:spChg>
        <pc:spChg chg="add mod">
          <ac:chgData name="Timm Ziarnetzky" userId="aec35307-a43a-4d63-891b-eec9cbfc423f" providerId="ADAL" clId="{EA4146F4-1B7F-4DE2-8CED-541E46BBF44B}" dt="2022-05-10T11:33:33.678" v="1649" actId="1076"/>
          <ac:spMkLst>
            <pc:docMk/>
            <pc:sldMk cId="42838427" sldId="291"/>
            <ac:spMk id="59" creationId="{9460F440-0531-161F-EF9B-EDF7A8358D25}"/>
          </ac:spMkLst>
        </pc:spChg>
        <pc:spChg chg="add del mod">
          <ac:chgData name="Timm Ziarnetzky" userId="aec35307-a43a-4d63-891b-eec9cbfc423f" providerId="ADAL" clId="{EA4146F4-1B7F-4DE2-8CED-541E46BBF44B}" dt="2022-05-10T11:34:53.196" v="1683" actId="478"/>
          <ac:spMkLst>
            <pc:docMk/>
            <pc:sldMk cId="42838427" sldId="291"/>
            <ac:spMk id="62" creationId="{DDBAAFB4-2425-D93B-5C38-C19599486259}"/>
          </ac:spMkLst>
        </pc:spChg>
        <pc:spChg chg="add del mod">
          <ac:chgData name="Timm Ziarnetzky" userId="aec35307-a43a-4d63-891b-eec9cbfc423f" providerId="ADAL" clId="{EA4146F4-1B7F-4DE2-8CED-541E46BBF44B}" dt="2022-05-10T11:34:53.196" v="1683" actId="478"/>
          <ac:spMkLst>
            <pc:docMk/>
            <pc:sldMk cId="42838427" sldId="291"/>
            <ac:spMk id="63" creationId="{665BA024-6570-1B0B-BFA4-DBFA8F91B5E2}"/>
          </ac:spMkLst>
        </pc:spChg>
        <pc:spChg chg="add mod">
          <ac:chgData name="Timm Ziarnetzky" userId="aec35307-a43a-4d63-891b-eec9cbfc423f" providerId="ADAL" clId="{EA4146F4-1B7F-4DE2-8CED-541E46BBF44B}" dt="2022-05-10T11:33:33.678" v="1649" actId="1076"/>
          <ac:spMkLst>
            <pc:docMk/>
            <pc:sldMk cId="42838427" sldId="291"/>
            <ac:spMk id="64" creationId="{84EE1923-73A6-B6BF-7051-82F3B10810B2}"/>
          </ac:spMkLst>
        </pc:spChg>
        <pc:spChg chg="add mod">
          <ac:chgData name="Timm Ziarnetzky" userId="aec35307-a43a-4d63-891b-eec9cbfc423f" providerId="ADAL" clId="{EA4146F4-1B7F-4DE2-8CED-541E46BBF44B}" dt="2022-05-10T11:33:33.678" v="1649" actId="1076"/>
          <ac:spMkLst>
            <pc:docMk/>
            <pc:sldMk cId="42838427" sldId="291"/>
            <ac:spMk id="65" creationId="{4D911355-4EBB-1E98-2B0A-DF1A13B28E4B}"/>
          </ac:spMkLst>
        </pc:spChg>
        <pc:spChg chg="add del mod">
          <ac:chgData name="Timm Ziarnetzky" userId="aec35307-a43a-4d63-891b-eec9cbfc423f" providerId="ADAL" clId="{EA4146F4-1B7F-4DE2-8CED-541E46BBF44B}" dt="2022-05-10T11:35:03.293" v="1685" actId="478"/>
          <ac:spMkLst>
            <pc:docMk/>
            <pc:sldMk cId="42838427" sldId="291"/>
            <ac:spMk id="66" creationId="{A422AF4C-0074-9CAA-C26C-CF636981F879}"/>
          </ac:spMkLst>
        </pc:spChg>
        <pc:spChg chg="add del mod">
          <ac:chgData name="Timm Ziarnetzky" userId="aec35307-a43a-4d63-891b-eec9cbfc423f" providerId="ADAL" clId="{EA4146F4-1B7F-4DE2-8CED-541E46BBF44B}" dt="2022-05-10T11:35:03.293" v="1685" actId="478"/>
          <ac:spMkLst>
            <pc:docMk/>
            <pc:sldMk cId="42838427" sldId="291"/>
            <ac:spMk id="67" creationId="{127D86A0-9BC5-AA21-7C38-474898DCA72F}"/>
          </ac:spMkLst>
        </pc:spChg>
        <pc:spChg chg="add del mod">
          <ac:chgData name="Timm Ziarnetzky" userId="aec35307-a43a-4d63-891b-eec9cbfc423f" providerId="ADAL" clId="{EA4146F4-1B7F-4DE2-8CED-541E46BBF44B}" dt="2022-05-10T11:35:03.293" v="1685" actId="478"/>
          <ac:spMkLst>
            <pc:docMk/>
            <pc:sldMk cId="42838427" sldId="291"/>
            <ac:spMk id="68" creationId="{F3428FF0-E0F6-22CC-D35B-2F01B2CB66EF}"/>
          </ac:spMkLst>
        </pc:spChg>
        <pc:spChg chg="add del mod">
          <ac:chgData name="Timm Ziarnetzky" userId="aec35307-a43a-4d63-891b-eec9cbfc423f" providerId="ADAL" clId="{EA4146F4-1B7F-4DE2-8CED-541E46BBF44B}" dt="2022-05-10T11:35:03.293" v="1685" actId="478"/>
          <ac:spMkLst>
            <pc:docMk/>
            <pc:sldMk cId="42838427" sldId="291"/>
            <ac:spMk id="69" creationId="{5ADC64D5-7017-ED59-D1E5-A30BDC85F0F0}"/>
          </ac:spMkLst>
        </pc:spChg>
        <pc:spChg chg="add del mod">
          <ac:chgData name="Timm Ziarnetzky" userId="aec35307-a43a-4d63-891b-eec9cbfc423f" providerId="ADAL" clId="{EA4146F4-1B7F-4DE2-8CED-541E46BBF44B}" dt="2022-05-10T11:35:03.293" v="1685" actId="478"/>
          <ac:spMkLst>
            <pc:docMk/>
            <pc:sldMk cId="42838427" sldId="291"/>
            <ac:spMk id="70" creationId="{97510E52-F6C1-D9EC-A3CF-07B41927DB05}"/>
          </ac:spMkLst>
        </pc:spChg>
        <pc:spChg chg="add mod">
          <ac:chgData name="Timm Ziarnetzky" userId="aec35307-a43a-4d63-891b-eec9cbfc423f" providerId="ADAL" clId="{EA4146F4-1B7F-4DE2-8CED-541E46BBF44B}" dt="2022-05-10T11:36:06.410" v="1695" actId="1076"/>
          <ac:spMkLst>
            <pc:docMk/>
            <pc:sldMk cId="42838427" sldId="291"/>
            <ac:spMk id="71" creationId="{51EC9CD1-A5FD-C62A-D4C6-1074AA57A63E}"/>
          </ac:spMkLst>
        </pc:spChg>
        <pc:spChg chg="add mod">
          <ac:chgData name="Timm Ziarnetzky" userId="aec35307-a43a-4d63-891b-eec9cbfc423f" providerId="ADAL" clId="{EA4146F4-1B7F-4DE2-8CED-541E46BBF44B}" dt="2022-05-10T11:36:06.410" v="1695" actId="1076"/>
          <ac:spMkLst>
            <pc:docMk/>
            <pc:sldMk cId="42838427" sldId="291"/>
            <ac:spMk id="72" creationId="{CBBCCB23-8C86-4D33-01FA-8A0BBCA39B86}"/>
          </ac:spMkLst>
        </pc:spChg>
        <pc:spChg chg="add mod">
          <ac:chgData name="Timm Ziarnetzky" userId="aec35307-a43a-4d63-891b-eec9cbfc423f" providerId="ADAL" clId="{EA4146F4-1B7F-4DE2-8CED-541E46BBF44B}" dt="2022-05-10T11:36:06.410" v="1695" actId="1076"/>
          <ac:spMkLst>
            <pc:docMk/>
            <pc:sldMk cId="42838427" sldId="291"/>
            <ac:spMk id="73" creationId="{E6B72C15-2590-32BE-6DA3-0921AD1CAB23}"/>
          </ac:spMkLst>
        </pc:spChg>
        <pc:spChg chg="add mod">
          <ac:chgData name="Timm Ziarnetzky" userId="aec35307-a43a-4d63-891b-eec9cbfc423f" providerId="ADAL" clId="{EA4146F4-1B7F-4DE2-8CED-541E46BBF44B}" dt="2022-05-10T11:36:06.410" v="1695" actId="1076"/>
          <ac:spMkLst>
            <pc:docMk/>
            <pc:sldMk cId="42838427" sldId="291"/>
            <ac:spMk id="74" creationId="{34A5BB6E-2F7B-4BDA-DC75-71023EBFE10F}"/>
          </ac:spMkLst>
        </pc:spChg>
        <pc:spChg chg="add mod">
          <ac:chgData name="Timm Ziarnetzky" userId="aec35307-a43a-4d63-891b-eec9cbfc423f" providerId="ADAL" clId="{EA4146F4-1B7F-4DE2-8CED-541E46BBF44B}" dt="2022-05-10T11:36:06.410" v="1695" actId="1076"/>
          <ac:spMkLst>
            <pc:docMk/>
            <pc:sldMk cId="42838427" sldId="291"/>
            <ac:spMk id="75" creationId="{AF02074D-C4A8-00FC-1B8A-F79A911E1FF1}"/>
          </ac:spMkLst>
        </pc:spChg>
        <pc:cxnChg chg="add mod">
          <ac:chgData name="Timm Ziarnetzky" userId="aec35307-a43a-4d63-891b-eec9cbfc423f" providerId="ADAL" clId="{EA4146F4-1B7F-4DE2-8CED-541E46BBF44B}" dt="2022-05-10T11:33:55.341" v="1652" actId="208"/>
          <ac:cxnSpMkLst>
            <pc:docMk/>
            <pc:sldMk cId="42838427" sldId="291"/>
            <ac:cxnSpMk id="20" creationId="{7DC07E3E-E0D6-9CDF-D96E-5ABB3DB8CB5F}"/>
          </ac:cxnSpMkLst>
        </pc:cxnChg>
        <pc:cxnChg chg="add mod">
          <ac:chgData name="Timm Ziarnetzky" userId="aec35307-a43a-4d63-891b-eec9cbfc423f" providerId="ADAL" clId="{EA4146F4-1B7F-4DE2-8CED-541E46BBF44B}" dt="2022-05-10T11:33:55.341" v="1652" actId="208"/>
          <ac:cxnSpMkLst>
            <pc:docMk/>
            <pc:sldMk cId="42838427" sldId="291"/>
            <ac:cxnSpMk id="21" creationId="{18498E3F-7F8A-F747-9962-643A688518C5}"/>
          </ac:cxnSpMkLst>
        </pc:cxnChg>
        <pc:cxnChg chg="add mod">
          <ac:chgData name="Timm Ziarnetzky" userId="aec35307-a43a-4d63-891b-eec9cbfc423f" providerId="ADAL" clId="{EA4146F4-1B7F-4DE2-8CED-541E46BBF44B}" dt="2022-05-10T11:33:55.341" v="1652" actId="208"/>
          <ac:cxnSpMkLst>
            <pc:docMk/>
            <pc:sldMk cId="42838427" sldId="291"/>
            <ac:cxnSpMk id="22" creationId="{95FA445B-E739-E8F3-3FB7-1A0BA0DD96D6}"/>
          </ac:cxnSpMkLst>
        </pc:cxnChg>
        <pc:cxnChg chg="add mod">
          <ac:chgData name="Timm Ziarnetzky" userId="aec35307-a43a-4d63-891b-eec9cbfc423f" providerId="ADAL" clId="{EA4146F4-1B7F-4DE2-8CED-541E46BBF44B}" dt="2022-05-10T11:33:55.341" v="1652" actId="208"/>
          <ac:cxnSpMkLst>
            <pc:docMk/>
            <pc:sldMk cId="42838427" sldId="291"/>
            <ac:cxnSpMk id="23" creationId="{F97D82AC-64D9-67F4-AD54-E18596CBC8AF}"/>
          </ac:cxnSpMkLst>
        </pc:cxnChg>
        <pc:cxnChg chg="add mod">
          <ac:chgData name="Timm Ziarnetzky" userId="aec35307-a43a-4d63-891b-eec9cbfc423f" providerId="ADAL" clId="{EA4146F4-1B7F-4DE2-8CED-541E46BBF44B}" dt="2022-05-10T11:33:55.341" v="1652" actId="208"/>
          <ac:cxnSpMkLst>
            <pc:docMk/>
            <pc:sldMk cId="42838427" sldId="291"/>
            <ac:cxnSpMk id="28" creationId="{9299CBD3-122D-C9EF-A181-CEF4F4A44602}"/>
          </ac:cxnSpMkLst>
        </pc:cxnChg>
        <pc:cxnChg chg="add mod">
          <ac:chgData name="Timm Ziarnetzky" userId="aec35307-a43a-4d63-891b-eec9cbfc423f" providerId="ADAL" clId="{EA4146F4-1B7F-4DE2-8CED-541E46BBF44B}" dt="2022-05-10T11:33:55.341" v="1652" actId="208"/>
          <ac:cxnSpMkLst>
            <pc:docMk/>
            <pc:sldMk cId="42838427" sldId="291"/>
            <ac:cxnSpMk id="29" creationId="{142BAAE9-52C3-22A7-6A20-68076DFB4057}"/>
          </ac:cxnSpMkLst>
        </pc:cxnChg>
        <pc:cxnChg chg="add mod">
          <ac:chgData name="Timm Ziarnetzky" userId="aec35307-a43a-4d63-891b-eec9cbfc423f" providerId="ADAL" clId="{EA4146F4-1B7F-4DE2-8CED-541E46BBF44B}" dt="2022-05-10T11:33:55.341" v="1652" actId="208"/>
          <ac:cxnSpMkLst>
            <pc:docMk/>
            <pc:sldMk cId="42838427" sldId="291"/>
            <ac:cxnSpMk id="33" creationId="{459B4867-1312-74EA-D4DC-641474F07C6A}"/>
          </ac:cxnSpMkLst>
        </pc:cxnChg>
        <pc:cxnChg chg="add mod">
          <ac:chgData name="Timm Ziarnetzky" userId="aec35307-a43a-4d63-891b-eec9cbfc423f" providerId="ADAL" clId="{EA4146F4-1B7F-4DE2-8CED-541E46BBF44B}" dt="2022-05-10T11:33:55.341" v="1652" actId="208"/>
          <ac:cxnSpMkLst>
            <pc:docMk/>
            <pc:sldMk cId="42838427" sldId="291"/>
            <ac:cxnSpMk id="34" creationId="{AF76E21C-8099-759A-8D4F-3CB4F393ED06}"/>
          </ac:cxnSpMkLst>
        </pc:cxnChg>
        <pc:cxnChg chg="add mod">
          <ac:chgData name="Timm Ziarnetzky" userId="aec35307-a43a-4d63-891b-eec9cbfc423f" providerId="ADAL" clId="{EA4146F4-1B7F-4DE2-8CED-541E46BBF44B}" dt="2022-05-10T11:33:55.341" v="1652" actId="208"/>
          <ac:cxnSpMkLst>
            <pc:docMk/>
            <pc:sldMk cId="42838427" sldId="291"/>
            <ac:cxnSpMk id="47" creationId="{FE3BB202-F50C-6F4C-1341-1C756B5FFC06}"/>
          </ac:cxnSpMkLst>
        </pc:cxnChg>
        <pc:cxnChg chg="add mod">
          <ac:chgData name="Timm Ziarnetzky" userId="aec35307-a43a-4d63-891b-eec9cbfc423f" providerId="ADAL" clId="{EA4146F4-1B7F-4DE2-8CED-541E46BBF44B}" dt="2022-05-10T11:33:55.341" v="1652" actId="208"/>
          <ac:cxnSpMkLst>
            <pc:docMk/>
            <pc:sldMk cId="42838427" sldId="291"/>
            <ac:cxnSpMk id="48" creationId="{BF1AA54C-3DA0-999B-65F2-157502A92BC4}"/>
          </ac:cxnSpMkLst>
        </pc:cxnChg>
        <pc:cxnChg chg="add mod">
          <ac:chgData name="Timm Ziarnetzky" userId="aec35307-a43a-4d63-891b-eec9cbfc423f" providerId="ADAL" clId="{EA4146F4-1B7F-4DE2-8CED-541E46BBF44B}" dt="2022-05-10T11:33:55.341" v="1652" actId="208"/>
          <ac:cxnSpMkLst>
            <pc:docMk/>
            <pc:sldMk cId="42838427" sldId="291"/>
            <ac:cxnSpMk id="49" creationId="{CE5F46C3-CF15-F005-DBE1-6BECEDAE4D06}"/>
          </ac:cxnSpMkLst>
        </pc:cxnChg>
        <pc:cxnChg chg="add mod">
          <ac:chgData name="Timm Ziarnetzky" userId="aec35307-a43a-4d63-891b-eec9cbfc423f" providerId="ADAL" clId="{EA4146F4-1B7F-4DE2-8CED-541E46BBF44B}" dt="2022-05-10T11:33:55.341" v="1652" actId="208"/>
          <ac:cxnSpMkLst>
            <pc:docMk/>
            <pc:sldMk cId="42838427" sldId="291"/>
            <ac:cxnSpMk id="50" creationId="{CFAE0A1C-7338-0266-DDA3-5613C57EC485}"/>
          </ac:cxnSpMkLst>
        </pc:cxnChg>
        <pc:cxnChg chg="add mod">
          <ac:chgData name="Timm Ziarnetzky" userId="aec35307-a43a-4d63-891b-eec9cbfc423f" providerId="ADAL" clId="{EA4146F4-1B7F-4DE2-8CED-541E46BBF44B}" dt="2022-05-10T11:33:55.341" v="1652" actId="208"/>
          <ac:cxnSpMkLst>
            <pc:docMk/>
            <pc:sldMk cId="42838427" sldId="291"/>
            <ac:cxnSpMk id="55" creationId="{1DFE00E6-4962-A9B9-030B-6A82EA0EC8BA}"/>
          </ac:cxnSpMkLst>
        </pc:cxnChg>
        <pc:cxnChg chg="add mod">
          <ac:chgData name="Timm Ziarnetzky" userId="aec35307-a43a-4d63-891b-eec9cbfc423f" providerId="ADAL" clId="{EA4146F4-1B7F-4DE2-8CED-541E46BBF44B}" dt="2022-05-10T11:33:55.341" v="1652" actId="208"/>
          <ac:cxnSpMkLst>
            <pc:docMk/>
            <pc:sldMk cId="42838427" sldId="291"/>
            <ac:cxnSpMk id="56" creationId="{4DA65A9F-B347-FEF5-BD2F-E2447CFEC355}"/>
          </ac:cxnSpMkLst>
        </pc:cxnChg>
        <pc:cxnChg chg="add mod">
          <ac:chgData name="Timm Ziarnetzky" userId="aec35307-a43a-4d63-891b-eec9cbfc423f" providerId="ADAL" clId="{EA4146F4-1B7F-4DE2-8CED-541E46BBF44B}" dt="2022-05-10T11:33:55.341" v="1652" actId="208"/>
          <ac:cxnSpMkLst>
            <pc:docMk/>
            <pc:sldMk cId="42838427" sldId="291"/>
            <ac:cxnSpMk id="60" creationId="{E7B821DA-6C27-2646-1ECE-C2065F8F2D4B}"/>
          </ac:cxnSpMkLst>
        </pc:cxnChg>
        <pc:cxnChg chg="add mod">
          <ac:chgData name="Timm Ziarnetzky" userId="aec35307-a43a-4d63-891b-eec9cbfc423f" providerId="ADAL" clId="{EA4146F4-1B7F-4DE2-8CED-541E46BBF44B}" dt="2022-05-10T11:33:55.341" v="1652" actId="208"/>
          <ac:cxnSpMkLst>
            <pc:docMk/>
            <pc:sldMk cId="42838427" sldId="291"/>
            <ac:cxnSpMk id="61" creationId="{85EE084D-6664-1871-9F1F-BB4B40D4E46F}"/>
          </ac:cxnSpMkLst>
        </pc:cxnChg>
      </pc:sldChg>
      <pc:sldChg chg="addSp delSp modSp add mod addCm">
        <pc:chgData name="Timm Ziarnetzky" userId="aec35307-a43a-4d63-891b-eec9cbfc423f" providerId="ADAL" clId="{EA4146F4-1B7F-4DE2-8CED-541E46BBF44B}" dt="2022-05-10T11:49:38.336" v="2042" actId="1036"/>
        <pc:sldMkLst>
          <pc:docMk/>
          <pc:sldMk cId="2316508811" sldId="292"/>
        </pc:sldMkLst>
        <pc:spChg chg="add mod">
          <ac:chgData name="Timm Ziarnetzky" userId="aec35307-a43a-4d63-891b-eec9cbfc423f" providerId="ADAL" clId="{EA4146F4-1B7F-4DE2-8CED-541E46BBF44B}" dt="2022-05-10T11:49:38.336" v="2042" actId="1036"/>
          <ac:spMkLst>
            <pc:docMk/>
            <pc:sldMk cId="2316508811" sldId="292"/>
            <ac:spMk id="7" creationId="{070616A5-0E7A-E319-55D1-3DB85922FDD8}"/>
          </ac:spMkLst>
        </pc:spChg>
        <pc:spChg chg="add mod">
          <ac:chgData name="Timm Ziarnetzky" userId="aec35307-a43a-4d63-891b-eec9cbfc423f" providerId="ADAL" clId="{EA4146F4-1B7F-4DE2-8CED-541E46BBF44B}" dt="2022-05-10T11:49:38.336" v="2042" actId="1036"/>
          <ac:spMkLst>
            <pc:docMk/>
            <pc:sldMk cId="2316508811" sldId="292"/>
            <ac:spMk id="8" creationId="{C4A2A741-2FCA-755F-F80F-796050F8840F}"/>
          </ac:spMkLst>
        </pc:spChg>
        <pc:spChg chg="mod">
          <ac:chgData name="Timm Ziarnetzky" userId="aec35307-a43a-4d63-891b-eec9cbfc423f" providerId="ADAL" clId="{EA4146F4-1B7F-4DE2-8CED-541E46BBF44B}" dt="2022-05-10T11:37:18.797" v="1782" actId="1036"/>
          <ac:spMkLst>
            <pc:docMk/>
            <pc:sldMk cId="2316508811" sldId="292"/>
            <ac:spMk id="10" creationId="{9BAECD5D-BEA1-E0D9-8829-7D4807701EBB}"/>
          </ac:spMkLst>
        </pc:spChg>
        <pc:spChg chg="mod">
          <ac:chgData name="Timm Ziarnetzky" userId="aec35307-a43a-4d63-891b-eec9cbfc423f" providerId="ADAL" clId="{EA4146F4-1B7F-4DE2-8CED-541E46BBF44B}" dt="2022-05-10T11:37:18.797" v="1782" actId="1036"/>
          <ac:spMkLst>
            <pc:docMk/>
            <pc:sldMk cId="2316508811" sldId="292"/>
            <ac:spMk id="11" creationId="{24CD1A4F-8E7C-0269-1953-6AB634FCF07D}"/>
          </ac:spMkLst>
        </pc:spChg>
        <pc:spChg chg="mod">
          <ac:chgData name="Timm Ziarnetzky" userId="aec35307-a43a-4d63-891b-eec9cbfc423f" providerId="ADAL" clId="{EA4146F4-1B7F-4DE2-8CED-541E46BBF44B}" dt="2022-05-10T11:36:36.850" v="1697" actId="14100"/>
          <ac:spMkLst>
            <pc:docMk/>
            <pc:sldMk cId="2316508811" sldId="292"/>
            <ac:spMk id="12" creationId="{D17C78FA-6558-49E1-A947-A702203CBA50}"/>
          </ac:spMkLst>
        </pc:spChg>
        <pc:spChg chg="mod">
          <ac:chgData name="Timm Ziarnetzky" userId="aec35307-a43a-4d63-891b-eec9cbfc423f" providerId="ADAL" clId="{EA4146F4-1B7F-4DE2-8CED-541E46BBF44B}" dt="2022-05-10T11:49:26.511" v="2030" actId="948"/>
          <ac:spMkLst>
            <pc:docMk/>
            <pc:sldMk cId="2316508811" sldId="292"/>
            <ac:spMk id="13" creationId="{9EFE2027-5700-4C3D-BDF6-799D626AF7C2}"/>
          </ac:spMkLst>
        </pc:spChg>
        <pc:spChg chg="mod">
          <ac:chgData name="Timm Ziarnetzky" userId="aec35307-a43a-4d63-891b-eec9cbfc423f" providerId="ADAL" clId="{EA4146F4-1B7F-4DE2-8CED-541E46BBF44B}" dt="2022-05-10T11:37:18.797" v="1782" actId="1036"/>
          <ac:spMkLst>
            <pc:docMk/>
            <pc:sldMk cId="2316508811" sldId="292"/>
            <ac:spMk id="14" creationId="{EC606596-5ED2-C195-A743-B0BB5E9BA825}"/>
          </ac:spMkLst>
        </pc:spChg>
        <pc:spChg chg="mod">
          <ac:chgData name="Timm Ziarnetzky" userId="aec35307-a43a-4d63-891b-eec9cbfc423f" providerId="ADAL" clId="{EA4146F4-1B7F-4DE2-8CED-541E46BBF44B}" dt="2022-05-10T11:37:18.797" v="1782" actId="1036"/>
          <ac:spMkLst>
            <pc:docMk/>
            <pc:sldMk cId="2316508811" sldId="292"/>
            <ac:spMk id="16" creationId="{04247FC2-C125-E719-2E9C-F01462901125}"/>
          </ac:spMkLst>
        </pc:spChg>
        <pc:spChg chg="mod">
          <ac:chgData name="Timm Ziarnetzky" userId="aec35307-a43a-4d63-891b-eec9cbfc423f" providerId="ADAL" clId="{EA4146F4-1B7F-4DE2-8CED-541E46BBF44B}" dt="2022-05-10T11:37:18.797" v="1782" actId="1036"/>
          <ac:spMkLst>
            <pc:docMk/>
            <pc:sldMk cId="2316508811" sldId="292"/>
            <ac:spMk id="17" creationId="{223A8862-1B00-F68E-CCD1-D19E026662F1}"/>
          </ac:spMkLst>
        </pc:spChg>
        <pc:spChg chg="mod">
          <ac:chgData name="Timm Ziarnetzky" userId="aec35307-a43a-4d63-891b-eec9cbfc423f" providerId="ADAL" clId="{EA4146F4-1B7F-4DE2-8CED-541E46BBF44B}" dt="2022-05-10T11:37:18.797" v="1782" actId="1036"/>
          <ac:spMkLst>
            <pc:docMk/>
            <pc:sldMk cId="2316508811" sldId="292"/>
            <ac:spMk id="18" creationId="{EBF66523-1D52-5AFD-E0D1-6366F6F6E283}"/>
          </ac:spMkLst>
        </pc:spChg>
        <pc:spChg chg="mod">
          <ac:chgData name="Timm Ziarnetzky" userId="aec35307-a43a-4d63-891b-eec9cbfc423f" providerId="ADAL" clId="{EA4146F4-1B7F-4DE2-8CED-541E46BBF44B}" dt="2022-05-10T11:37:18.797" v="1782" actId="1036"/>
          <ac:spMkLst>
            <pc:docMk/>
            <pc:sldMk cId="2316508811" sldId="292"/>
            <ac:spMk id="20" creationId="{7055E877-931A-832F-9A59-AD0A437D6FBA}"/>
          </ac:spMkLst>
        </pc:spChg>
        <pc:spChg chg="mod">
          <ac:chgData name="Timm Ziarnetzky" userId="aec35307-a43a-4d63-891b-eec9cbfc423f" providerId="ADAL" clId="{EA4146F4-1B7F-4DE2-8CED-541E46BBF44B}" dt="2022-05-10T11:37:18.797" v="1782" actId="1036"/>
          <ac:spMkLst>
            <pc:docMk/>
            <pc:sldMk cId="2316508811" sldId="292"/>
            <ac:spMk id="21" creationId="{99142398-84A9-A3B6-E26F-E3970166850D}"/>
          </ac:spMkLst>
        </pc:spChg>
        <pc:spChg chg="mod">
          <ac:chgData name="Timm Ziarnetzky" userId="aec35307-a43a-4d63-891b-eec9cbfc423f" providerId="ADAL" clId="{EA4146F4-1B7F-4DE2-8CED-541E46BBF44B}" dt="2022-05-10T11:37:18.797" v="1782" actId="1036"/>
          <ac:spMkLst>
            <pc:docMk/>
            <pc:sldMk cId="2316508811" sldId="292"/>
            <ac:spMk id="22" creationId="{5B3BB857-D0ED-E2B9-8006-D289DD94FBFE}"/>
          </ac:spMkLst>
        </pc:spChg>
        <pc:spChg chg="mod">
          <ac:chgData name="Timm Ziarnetzky" userId="aec35307-a43a-4d63-891b-eec9cbfc423f" providerId="ADAL" clId="{EA4146F4-1B7F-4DE2-8CED-541E46BBF44B}" dt="2022-05-10T11:37:18.797" v="1782" actId="1036"/>
          <ac:spMkLst>
            <pc:docMk/>
            <pc:sldMk cId="2316508811" sldId="292"/>
            <ac:spMk id="24" creationId="{BCC80BC8-7677-D36A-967B-F02535E51BE5}"/>
          </ac:spMkLst>
        </pc:spChg>
        <pc:spChg chg="mod">
          <ac:chgData name="Timm Ziarnetzky" userId="aec35307-a43a-4d63-891b-eec9cbfc423f" providerId="ADAL" clId="{EA4146F4-1B7F-4DE2-8CED-541E46BBF44B}" dt="2022-05-10T11:37:18.797" v="1782" actId="1036"/>
          <ac:spMkLst>
            <pc:docMk/>
            <pc:sldMk cId="2316508811" sldId="292"/>
            <ac:spMk id="25" creationId="{044618B6-DA1A-EFEC-F8B2-F82BE0F6C68F}"/>
          </ac:spMkLst>
        </pc:spChg>
        <pc:spChg chg="mod">
          <ac:chgData name="Timm Ziarnetzky" userId="aec35307-a43a-4d63-891b-eec9cbfc423f" providerId="ADAL" clId="{EA4146F4-1B7F-4DE2-8CED-541E46BBF44B}" dt="2022-05-10T11:37:18.797" v="1782" actId="1036"/>
          <ac:spMkLst>
            <pc:docMk/>
            <pc:sldMk cId="2316508811" sldId="292"/>
            <ac:spMk id="26" creationId="{121702E5-CA90-CF00-D81A-A9C8060F6A1D}"/>
          </ac:spMkLst>
        </pc:spChg>
        <pc:spChg chg="mod">
          <ac:chgData name="Timm Ziarnetzky" userId="aec35307-a43a-4d63-891b-eec9cbfc423f" providerId="ADAL" clId="{EA4146F4-1B7F-4DE2-8CED-541E46BBF44B}" dt="2022-05-10T11:37:18.797" v="1782" actId="1036"/>
          <ac:spMkLst>
            <pc:docMk/>
            <pc:sldMk cId="2316508811" sldId="292"/>
            <ac:spMk id="30" creationId="{7171D621-9C4F-35E9-5614-B0D9A38AE1BD}"/>
          </ac:spMkLst>
        </pc:spChg>
        <pc:spChg chg="mod">
          <ac:chgData name="Timm Ziarnetzky" userId="aec35307-a43a-4d63-891b-eec9cbfc423f" providerId="ADAL" clId="{EA4146F4-1B7F-4DE2-8CED-541E46BBF44B}" dt="2022-05-10T11:37:18.797" v="1782" actId="1036"/>
          <ac:spMkLst>
            <pc:docMk/>
            <pc:sldMk cId="2316508811" sldId="292"/>
            <ac:spMk id="31" creationId="{A8CF887C-7B16-23A9-11C0-AC9B6D1BD465}"/>
          </ac:spMkLst>
        </pc:spChg>
        <pc:spChg chg="mod">
          <ac:chgData name="Timm Ziarnetzky" userId="aec35307-a43a-4d63-891b-eec9cbfc423f" providerId="ADAL" clId="{EA4146F4-1B7F-4DE2-8CED-541E46BBF44B}" dt="2022-05-10T11:37:18.797" v="1782" actId="1036"/>
          <ac:spMkLst>
            <pc:docMk/>
            <pc:sldMk cId="2316508811" sldId="292"/>
            <ac:spMk id="32" creationId="{C4B705D0-E27C-FF38-B1BF-0A3A4980E05C}"/>
          </ac:spMkLst>
        </pc:spChg>
        <pc:spChg chg="mod">
          <ac:chgData name="Timm Ziarnetzky" userId="aec35307-a43a-4d63-891b-eec9cbfc423f" providerId="ADAL" clId="{EA4146F4-1B7F-4DE2-8CED-541E46BBF44B}" dt="2022-05-10T11:37:18.797" v="1782" actId="1036"/>
          <ac:spMkLst>
            <pc:docMk/>
            <pc:sldMk cId="2316508811" sldId="292"/>
            <ac:spMk id="34" creationId="{49A279BF-0C88-D2B4-1B22-97196341C920}"/>
          </ac:spMkLst>
        </pc:spChg>
        <pc:spChg chg="mod">
          <ac:chgData name="Timm Ziarnetzky" userId="aec35307-a43a-4d63-891b-eec9cbfc423f" providerId="ADAL" clId="{EA4146F4-1B7F-4DE2-8CED-541E46BBF44B}" dt="2022-05-10T11:37:18.797" v="1782" actId="1036"/>
          <ac:spMkLst>
            <pc:docMk/>
            <pc:sldMk cId="2316508811" sldId="292"/>
            <ac:spMk id="35" creationId="{FAB70910-1097-323A-60BF-BEB630C03D01}"/>
          </ac:spMkLst>
        </pc:spChg>
        <pc:spChg chg="mod">
          <ac:chgData name="Timm Ziarnetzky" userId="aec35307-a43a-4d63-891b-eec9cbfc423f" providerId="ADAL" clId="{EA4146F4-1B7F-4DE2-8CED-541E46BBF44B}" dt="2022-05-10T11:37:18.797" v="1782" actId="1036"/>
          <ac:spMkLst>
            <pc:docMk/>
            <pc:sldMk cId="2316508811" sldId="292"/>
            <ac:spMk id="36" creationId="{1AF5906E-79C1-DC8F-B24E-CAFCFAFA6D75}"/>
          </ac:spMkLst>
        </pc:spChg>
        <pc:spChg chg="mod">
          <ac:chgData name="Timm Ziarnetzky" userId="aec35307-a43a-4d63-891b-eec9cbfc423f" providerId="ADAL" clId="{EA4146F4-1B7F-4DE2-8CED-541E46BBF44B}" dt="2022-05-10T11:37:18.797" v="1782" actId="1036"/>
          <ac:spMkLst>
            <pc:docMk/>
            <pc:sldMk cId="2316508811" sldId="292"/>
            <ac:spMk id="38" creationId="{ECA49296-93E4-D938-A1C3-8230AD50BA79}"/>
          </ac:spMkLst>
        </pc:spChg>
        <pc:spChg chg="mod">
          <ac:chgData name="Timm Ziarnetzky" userId="aec35307-a43a-4d63-891b-eec9cbfc423f" providerId="ADAL" clId="{EA4146F4-1B7F-4DE2-8CED-541E46BBF44B}" dt="2022-05-10T11:37:18.797" v="1782" actId="1036"/>
          <ac:spMkLst>
            <pc:docMk/>
            <pc:sldMk cId="2316508811" sldId="292"/>
            <ac:spMk id="39" creationId="{6907BE80-D440-E051-CCE9-A401004E30A0}"/>
          </ac:spMkLst>
        </pc:spChg>
        <pc:spChg chg="mod">
          <ac:chgData name="Timm Ziarnetzky" userId="aec35307-a43a-4d63-891b-eec9cbfc423f" providerId="ADAL" clId="{EA4146F4-1B7F-4DE2-8CED-541E46BBF44B}" dt="2022-05-10T11:37:18.797" v="1782" actId="1036"/>
          <ac:spMkLst>
            <pc:docMk/>
            <pc:sldMk cId="2316508811" sldId="292"/>
            <ac:spMk id="40" creationId="{0EDC1482-B678-1438-D1F5-88F3F0A4CAE7}"/>
          </ac:spMkLst>
        </pc:spChg>
        <pc:spChg chg="mod">
          <ac:chgData name="Timm Ziarnetzky" userId="aec35307-a43a-4d63-891b-eec9cbfc423f" providerId="ADAL" clId="{EA4146F4-1B7F-4DE2-8CED-541E46BBF44B}" dt="2022-05-10T11:37:18.797" v="1782" actId="1036"/>
          <ac:spMkLst>
            <pc:docMk/>
            <pc:sldMk cId="2316508811" sldId="292"/>
            <ac:spMk id="42" creationId="{6C56CE26-4A2C-1A72-5298-A495177506B5}"/>
          </ac:spMkLst>
        </pc:spChg>
        <pc:spChg chg="mod">
          <ac:chgData name="Timm Ziarnetzky" userId="aec35307-a43a-4d63-891b-eec9cbfc423f" providerId="ADAL" clId="{EA4146F4-1B7F-4DE2-8CED-541E46BBF44B}" dt="2022-05-10T11:37:18.797" v="1782" actId="1036"/>
          <ac:spMkLst>
            <pc:docMk/>
            <pc:sldMk cId="2316508811" sldId="292"/>
            <ac:spMk id="43" creationId="{42BE28B4-2AB2-F5AD-2CF4-0D97BE6A399B}"/>
          </ac:spMkLst>
        </pc:spChg>
        <pc:spChg chg="mod">
          <ac:chgData name="Timm Ziarnetzky" userId="aec35307-a43a-4d63-891b-eec9cbfc423f" providerId="ADAL" clId="{EA4146F4-1B7F-4DE2-8CED-541E46BBF44B}" dt="2022-05-10T11:37:18.797" v="1782" actId="1036"/>
          <ac:spMkLst>
            <pc:docMk/>
            <pc:sldMk cId="2316508811" sldId="292"/>
            <ac:spMk id="44" creationId="{4FBF6484-05D0-3F75-85D5-D29475CBBF62}"/>
          </ac:spMkLst>
        </pc:spChg>
        <pc:spChg chg="add mod">
          <ac:chgData name="Timm Ziarnetzky" userId="aec35307-a43a-4d63-891b-eec9cbfc423f" providerId="ADAL" clId="{EA4146F4-1B7F-4DE2-8CED-541E46BBF44B}" dt="2022-05-10T11:49:38.336" v="2042" actId="1036"/>
          <ac:spMkLst>
            <pc:docMk/>
            <pc:sldMk cId="2316508811" sldId="292"/>
            <ac:spMk id="45" creationId="{B86C83AE-DDBE-9235-398F-3341E8360305}"/>
          </ac:spMkLst>
        </pc:spChg>
        <pc:spChg chg="add mod">
          <ac:chgData name="Timm Ziarnetzky" userId="aec35307-a43a-4d63-891b-eec9cbfc423f" providerId="ADAL" clId="{EA4146F4-1B7F-4DE2-8CED-541E46BBF44B}" dt="2022-05-10T11:49:38.336" v="2042" actId="1036"/>
          <ac:spMkLst>
            <pc:docMk/>
            <pc:sldMk cId="2316508811" sldId="292"/>
            <ac:spMk id="46" creationId="{1FD0C4D5-29EA-EF87-F661-D893D16A04D3}"/>
          </ac:spMkLst>
        </pc:spChg>
        <pc:spChg chg="add mod">
          <ac:chgData name="Timm Ziarnetzky" userId="aec35307-a43a-4d63-891b-eec9cbfc423f" providerId="ADAL" clId="{EA4146F4-1B7F-4DE2-8CED-541E46BBF44B}" dt="2022-05-10T11:49:38.336" v="2042" actId="1036"/>
          <ac:spMkLst>
            <pc:docMk/>
            <pc:sldMk cId="2316508811" sldId="292"/>
            <ac:spMk id="47" creationId="{A4BED516-1578-84F9-8A4F-6F006B6AD436}"/>
          </ac:spMkLst>
        </pc:spChg>
        <pc:spChg chg="add mod">
          <ac:chgData name="Timm Ziarnetzky" userId="aec35307-a43a-4d63-891b-eec9cbfc423f" providerId="ADAL" clId="{EA4146F4-1B7F-4DE2-8CED-541E46BBF44B}" dt="2022-05-10T11:49:38.336" v="2042" actId="1036"/>
          <ac:spMkLst>
            <pc:docMk/>
            <pc:sldMk cId="2316508811" sldId="292"/>
            <ac:spMk id="48" creationId="{3D81FD4A-0AC5-34D7-23EC-BF2CE20BCE77}"/>
          </ac:spMkLst>
        </pc:spChg>
        <pc:spChg chg="add mod">
          <ac:chgData name="Timm Ziarnetzky" userId="aec35307-a43a-4d63-891b-eec9cbfc423f" providerId="ADAL" clId="{EA4146F4-1B7F-4DE2-8CED-541E46BBF44B}" dt="2022-05-10T11:49:38.336" v="2042" actId="1036"/>
          <ac:spMkLst>
            <pc:docMk/>
            <pc:sldMk cId="2316508811" sldId="292"/>
            <ac:spMk id="49" creationId="{0D68DDA6-F92F-7046-A919-98C87584B64F}"/>
          </ac:spMkLst>
        </pc:spChg>
        <pc:spChg chg="add mod">
          <ac:chgData name="Timm Ziarnetzky" userId="aec35307-a43a-4d63-891b-eec9cbfc423f" providerId="ADAL" clId="{EA4146F4-1B7F-4DE2-8CED-541E46BBF44B}" dt="2022-05-10T11:49:38.336" v="2042" actId="1036"/>
          <ac:spMkLst>
            <pc:docMk/>
            <pc:sldMk cId="2316508811" sldId="292"/>
            <ac:spMk id="50" creationId="{16ECDC70-BE7C-5726-9310-8F7819B577E5}"/>
          </ac:spMkLst>
        </pc:spChg>
        <pc:spChg chg="add mod">
          <ac:chgData name="Timm Ziarnetzky" userId="aec35307-a43a-4d63-891b-eec9cbfc423f" providerId="ADAL" clId="{EA4146F4-1B7F-4DE2-8CED-541E46BBF44B}" dt="2022-05-10T11:49:38.336" v="2042" actId="1036"/>
          <ac:spMkLst>
            <pc:docMk/>
            <pc:sldMk cId="2316508811" sldId="292"/>
            <ac:spMk id="51" creationId="{D92FEEAB-456F-6A7B-030C-F6DC1A2A316A}"/>
          </ac:spMkLst>
        </pc:spChg>
        <pc:spChg chg="add mod">
          <ac:chgData name="Timm Ziarnetzky" userId="aec35307-a43a-4d63-891b-eec9cbfc423f" providerId="ADAL" clId="{EA4146F4-1B7F-4DE2-8CED-541E46BBF44B}" dt="2022-05-10T11:49:38.336" v="2042" actId="1036"/>
          <ac:spMkLst>
            <pc:docMk/>
            <pc:sldMk cId="2316508811" sldId="292"/>
            <ac:spMk id="52" creationId="{FF2CD305-90D1-13DE-C808-8DF280C5039B}"/>
          </ac:spMkLst>
        </pc:spChg>
        <pc:spChg chg="add mod">
          <ac:chgData name="Timm Ziarnetzky" userId="aec35307-a43a-4d63-891b-eec9cbfc423f" providerId="ADAL" clId="{EA4146F4-1B7F-4DE2-8CED-541E46BBF44B}" dt="2022-05-10T11:49:38.336" v="2042" actId="1036"/>
          <ac:spMkLst>
            <pc:docMk/>
            <pc:sldMk cId="2316508811" sldId="292"/>
            <ac:spMk id="53" creationId="{CEFF730B-48FD-039D-4DF6-FB796110A3E6}"/>
          </ac:spMkLst>
        </pc:spChg>
        <pc:spChg chg="add mod">
          <ac:chgData name="Timm Ziarnetzky" userId="aec35307-a43a-4d63-891b-eec9cbfc423f" providerId="ADAL" clId="{EA4146F4-1B7F-4DE2-8CED-541E46BBF44B}" dt="2022-05-10T11:49:38.336" v="2042" actId="1036"/>
          <ac:spMkLst>
            <pc:docMk/>
            <pc:sldMk cId="2316508811" sldId="292"/>
            <ac:spMk id="54" creationId="{D0C94FE7-4594-8351-19CE-D6FE02CF06E4}"/>
          </ac:spMkLst>
        </pc:spChg>
        <pc:spChg chg="add del mod">
          <ac:chgData name="Timm Ziarnetzky" userId="aec35307-a43a-4d63-891b-eec9cbfc423f" providerId="ADAL" clId="{EA4146F4-1B7F-4DE2-8CED-541E46BBF44B}" dt="2022-05-10T11:39:44.617" v="1804" actId="478"/>
          <ac:spMkLst>
            <pc:docMk/>
            <pc:sldMk cId="2316508811" sldId="292"/>
            <ac:spMk id="55" creationId="{D8B4D0C0-FBA2-6058-1490-8997AFCC8CB5}"/>
          </ac:spMkLst>
        </pc:spChg>
        <pc:spChg chg="add mod">
          <ac:chgData name="Timm Ziarnetzky" userId="aec35307-a43a-4d63-891b-eec9cbfc423f" providerId="ADAL" clId="{EA4146F4-1B7F-4DE2-8CED-541E46BBF44B}" dt="2022-05-10T11:49:38.336" v="2042" actId="1036"/>
          <ac:spMkLst>
            <pc:docMk/>
            <pc:sldMk cId="2316508811" sldId="292"/>
            <ac:spMk id="56" creationId="{65F3FAB3-503D-D4D4-77CB-384DF561C194}"/>
          </ac:spMkLst>
        </pc:spChg>
        <pc:spChg chg="add mod">
          <ac:chgData name="Timm Ziarnetzky" userId="aec35307-a43a-4d63-891b-eec9cbfc423f" providerId="ADAL" clId="{EA4146F4-1B7F-4DE2-8CED-541E46BBF44B}" dt="2022-05-10T11:49:38.336" v="2042" actId="1036"/>
          <ac:spMkLst>
            <pc:docMk/>
            <pc:sldMk cId="2316508811" sldId="292"/>
            <ac:spMk id="57" creationId="{3E87F68A-BD57-90BF-490D-E457D5889859}"/>
          </ac:spMkLst>
        </pc:spChg>
        <pc:spChg chg="add mod">
          <ac:chgData name="Timm Ziarnetzky" userId="aec35307-a43a-4d63-891b-eec9cbfc423f" providerId="ADAL" clId="{EA4146F4-1B7F-4DE2-8CED-541E46BBF44B}" dt="2022-05-10T11:49:38.336" v="2042" actId="1036"/>
          <ac:spMkLst>
            <pc:docMk/>
            <pc:sldMk cId="2316508811" sldId="292"/>
            <ac:spMk id="58" creationId="{52A2860F-1274-49A2-7279-AAAA07E90BF3}"/>
          </ac:spMkLst>
        </pc:spChg>
        <pc:grpChg chg="add del mod">
          <ac:chgData name="Timm Ziarnetzky" userId="aec35307-a43a-4d63-891b-eec9cbfc423f" providerId="ADAL" clId="{EA4146F4-1B7F-4DE2-8CED-541E46BBF44B}" dt="2022-05-10T11:40:01.192" v="1810" actId="478"/>
          <ac:grpSpMkLst>
            <pc:docMk/>
            <pc:sldMk cId="2316508811" sldId="292"/>
            <ac:grpSpMk id="9" creationId="{751FC400-EE18-CEDE-F44A-D9150CC26566}"/>
          </ac:grpSpMkLst>
        </pc:grpChg>
        <pc:grpChg chg="add del mod">
          <ac:chgData name="Timm Ziarnetzky" userId="aec35307-a43a-4d63-891b-eec9cbfc423f" providerId="ADAL" clId="{EA4146F4-1B7F-4DE2-8CED-541E46BBF44B}" dt="2022-05-10T11:38:37.336" v="1789" actId="478"/>
          <ac:grpSpMkLst>
            <pc:docMk/>
            <pc:sldMk cId="2316508811" sldId="292"/>
            <ac:grpSpMk id="15" creationId="{AC55777B-04B1-9E91-F678-1B20106E4DE2}"/>
          </ac:grpSpMkLst>
        </pc:grpChg>
        <pc:grpChg chg="add del mod">
          <ac:chgData name="Timm Ziarnetzky" userId="aec35307-a43a-4d63-891b-eec9cbfc423f" providerId="ADAL" clId="{EA4146F4-1B7F-4DE2-8CED-541E46BBF44B}" dt="2022-05-10T11:39:13.365" v="1800" actId="478"/>
          <ac:grpSpMkLst>
            <pc:docMk/>
            <pc:sldMk cId="2316508811" sldId="292"/>
            <ac:grpSpMk id="19" creationId="{D92BDFAE-A85E-4E5F-DE5A-FE3596DB974E}"/>
          </ac:grpSpMkLst>
        </pc:grpChg>
        <pc:grpChg chg="add del mod">
          <ac:chgData name="Timm Ziarnetzky" userId="aec35307-a43a-4d63-891b-eec9cbfc423f" providerId="ADAL" clId="{EA4146F4-1B7F-4DE2-8CED-541E46BBF44B}" dt="2022-05-10T11:40:23.150" v="1815" actId="478"/>
          <ac:grpSpMkLst>
            <pc:docMk/>
            <pc:sldMk cId="2316508811" sldId="292"/>
            <ac:grpSpMk id="23" creationId="{E0C4AE30-1412-B99D-C83B-97955C115B99}"/>
          </ac:grpSpMkLst>
        </pc:grpChg>
        <pc:grpChg chg="add del mod">
          <ac:chgData name="Timm Ziarnetzky" userId="aec35307-a43a-4d63-891b-eec9cbfc423f" providerId="ADAL" clId="{EA4146F4-1B7F-4DE2-8CED-541E46BBF44B}" dt="2022-05-10T11:40:03.239" v="1811" actId="478"/>
          <ac:grpSpMkLst>
            <pc:docMk/>
            <pc:sldMk cId="2316508811" sldId="292"/>
            <ac:grpSpMk id="29" creationId="{134D5D4B-5AFE-455C-F550-F8483D171A93}"/>
          </ac:grpSpMkLst>
        </pc:grpChg>
        <pc:grpChg chg="add del mod">
          <ac:chgData name="Timm Ziarnetzky" userId="aec35307-a43a-4d63-891b-eec9cbfc423f" providerId="ADAL" clId="{EA4146F4-1B7F-4DE2-8CED-541E46BBF44B}" dt="2022-05-10T11:38:38.400" v="1790" actId="478"/>
          <ac:grpSpMkLst>
            <pc:docMk/>
            <pc:sldMk cId="2316508811" sldId="292"/>
            <ac:grpSpMk id="33" creationId="{9F18BD9D-E38D-12F2-F9FD-F73270D0328A}"/>
          </ac:grpSpMkLst>
        </pc:grpChg>
        <pc:grpChg chg="add del mod">
          <ac:chgData name="Timm Ziarnetzky" userId="aec35307-a43a-4d63-891b-eec9cbfc423f" providerId="ADAL" clId="{EA4146F4-1B7F-4DE2-8CED-541E46BBF44B}" dt="2022-05-10T11:39:07.785" v="1797" actId="478"/>
          <ac:grpSpMkLst>
            <pc:docMk/>
            <pc:sldMk cId="2316508811" sldId="292"/>
            <ac:grpSpMk id="37" creationId="{8702D84C-1501-99D7-10A1-BACF25D98B40}"/>
          </ac:grpSpMkLst>
        </pc:grpChg>
        <pc:grpChg chg="add del mod">
          <ac:chgData name="Timm Ziarnetzky" userId="aec35307-a43a-4d63-891b-eec9cbfc423f" providerId="ADAL" clId="{EA4146F4-1B7F-4DE2-8CED-541E46BBF44B}" dt="2022-05-10T11:40:24.444" v="1816" actId="478"/>
          <ac:grpSpMkLst>
            <pc:docMk/>
            <pc:sldMk cId="2316508811" sldId="292"/>
            <ac:grpSpMk id="41" creationId="{CE059CA7-823E-9D80-6714-227C405B37E7}"/>
          </ac:grpSpMkLst>
        </pc:grpChg>
        <pc:cxnChg chg="add mod">
          <ac:chgData name="Timm Ziarnetzky" userId="aec35307-a43a-4d63-891b-eec9cbfc423f" providerId="ADAL" clId="{EA4146F4-1B7F-4DE2-8CED-541E46BBF44B}" dt="2022-05-10T11:49:38.336" v="2042" actId="1036"/>
          <ac:cxnSpMkLst>
            <pc:docMk/>
            <pc:sldMk cId="2316508811" sldId="292"/>
            <ac:cxnSpMk id="4" creationId="{83877E18-4C06-73F4-DAE2-C7279B51F24F}"/>
          </ac:cxnSpMkLst>
        </pc:cxnChg>
        <pc:cxnChg chg="add mod">
          <ac:chgData name="Timm Ziarnetzky" userId="aec35307-a43a-4d63-891b-eec9cbfc423f" providerId="ADAL" clId="{EA4146F4-1B7F-4DE2-8CED-541E46BBF44B}" dt="2022-05-10T11:49:38.336" v="2042" actId="1036"/>
          <ac:cxnSpMkLst>
            <pc:docMk/>
            <pc:sldMk cId="2316508811" sldId="292"/>
            <ac:cxnSpMk id="5" creationId="{CAC594FE-57A8-288D-2B3F-CA12433E732C}"/>
          </ac:cxnSpMkLst>
        </pc:cxnChg>
        <pc:cxnChg chg="add mod">
          <ac:chgData name="Timm Ziarnetzky" userId="aec35307-a43a-4d63-891b-eec9cbfc423f" providerId="ADAL" clId="{EA4146F4-1B7F-4DE2-8CED-541E46BBF44B}" dt="2022-05-10T11:49:38.336" v="2042" actId="1036"/>
          <ac:cxnSpMkLst>
            <pc:docMk/>
            <pc:sldMk cId="2316508811" sldId="292"/>
            <ac:cxnSpMk id="6" creationId="{F9C4A3B1-E333-6D4A-D4E1-C5DD36EF5790}"/>
          </ac:cxnSpMkLst>
        </pc:cxnChg>
        <pc:cxnChg chg="add mod">
          <ac:chgData name="Timm Ziarnetzky" userId="aec35307-a43a-4d63-891b-eec9cbfc423f" providerId="ADAL" clId="{EA4146F4-1B7F-4DE2-8CED-541E46BBF44B}" dt="2022-05-10T11:49:38.336" v="2042" actId="1036"/>
          <ac:cxnSpMkLst>
            <pc:docMk/>
            <pc:sldMk cId="2316508811" sldId="292"/>
            <ac:cxnSpMk id="27" creationId="{B3CD2406-AC45-6FB4-4DD5-584636FE2964}"/>
          </ac:cxnSpMkLst>
        </pc:cxnChg>
        <pc:cxnChg chg="add mod">
          <ac:chgData name="Timm Ziarnetzky" userId="aec35307-a43a-4d63-891b-eec9cbfc423f" providerId="ADAL" clId="{EA4146F4-1B7F-4DE2-8CED-541E46BBF44B}" dt="2022-05-10T11:49:38.336" v="2042" actId="1036"/>
          <ac:cxnSpMkLst>
            <pc:docMk/>
            <pc:sldMk cId="2316508811" sldId="292"/>
            <ac:cxnSpMk id="28" creationId="{29AC3473-CF52-E8A9-8F30-C38338B30F8A}"/>
          </ac:cxnSpMkLst>
        </pc:cxnChg>
      </pc:sldChg>
      <pc:sldChg chg="addSp modSp add mod modAnim">
        <pc:chgData name="Timm Ziarnetzky" userId="aec35307-a43a-4d63-891b-eec9cbfc423f" providerId="ADAL" clId="{EA4146F4-1B7F-4DE2-8CED-541E46BBF44B}" dt="2022-05-10T12:05:55.330" v="2248" actId="20577"/>
        <pc:sldMkLst>
          <pc:docMk/>
          <pc:sldMk cId="3420708708" sldId="293"/>
        </pc:sldMkLst>
        <pc:spChg chg="add mod">
          <ac:chgData name="Timm Ziarnetzky" userId="aec35307-a43a-4d63-891b-eec9cbfc423f" providerId="ADAL" clId="{EA4146F4-1B7F-4DE2-8CED-541E46BBF44B}" dt="2022-05-10T11:42:42.711" v="1882" actId="1076"/>
          <ac:spMkLst>
            <pc:docMk/>
            <pc:sldMk cId="3420708708" sldId="293"/>
            <ac:spMk id="8" creationId="{FBF4D1D4-6119-1EB9-466E-31D12BEB0D1D}"/>
          </ac:spMkLst>
        </pc:spChg>
        <pc:spChg chg="add mod">
          <ac:chgData name="Timm Ziarnetzky" userId="aec35307-a43a-4d63-891b-eec9cbfc423f" providerId="ADAL" clId="{EA4146F4-1B7F-4DE2-8CED-541E46BBF44B}" dt="2022-05-10T11:42:42.711" v="1882" actId="1076"/>
          <ac:spMkLst>
            <pc:docMk/>
            <pc:sldMk cId="3420708708" sldId="293"/>
            <ac:spMk id="9" creationId="{314E38B8-9FE1-BCAD-9CB0-030CA3E095B1}"/>
          </ac:spMkLst>
        </pc:spChg>
        <pc:spChg chg="mod">
          <ac:chgData name="Timm Ziarnetzky" userId="aec35307-a43a-4d63-891b-eec9cbfc423f" providerId="ADAL" clId="{EA4146F4-1B7F-4DE2-8CED-541E46BBF44B}" dt="2022-05-10T11:41:29.917" v="1850" actId="20577"/>
          <ac:spMkLst>
            <pc:docMk/>
            <pc:sldMk cId="3420708708" sldId="293"/>
            <ac:spMk id="12" creationId="{D17C78FA-6558-49E1-A947-A702203CBA50}"/>
          </ac:spMkLst>
        </pc:spChg>
        <pc:spChg chg="mod">
          <ac:chgData name="Timm Ziarnetzky" userId="aec35307-a43a-4d63-891b-eec9cbfc423f" providerId="ADAL" clId="{EA4146F4-1B7F-4DE2-8CED-541E46BBF44B}" dt="2022-05-10T11:49:48.118" v="2043" actId="948"/>
          <ac:spMkLst>
            <pc:docMk/>
            <pc:sldMk cId="3420708708" sldId="293"/>
            <ac:spMk id="13" creationId="{9EFE2027-5700-4C3D-BDF6-799D626AF7C2}"/>
          </ac:spMkLst>
        </pc:spChg>
        <pc:spChg chg="add mod">
          <ac:chgData name="Timm Ziarnetzky" userId="aec35307-a43a-4d63-891b-eec9cbfc423f" providerId="ADAL" clId="{EA4146F4-1B7F-4DE2-8CED-541E46BBF44B}" dt="2022-05-10T12:05:55.330" v="2248" actId="20577"/>
          <ac:spMkLst>
            <pc:docMk/>
            <pc:sldMk cId="3420708708" sldId="293"/>
            <ac:spMk id="16" creationId="{E6AAB3B5-8DF5-0268-3340-2EA7974F8FFD}"/>
          </ac:spMkLst>
        </pc:spChg>
        <pc:spChg chg="add mod">
          <ac:chgData name="Timm Ziarnetzky" userId="aec35307-a43a-4d63-891b-eec9cbfc423f" providerId="ADAL" clId="{EA4146F4-1B7F-4DE2-8CED-541E46BBF44B}" dt="2022-05-10T11:46:44.687" v="1982" actId="20577"/>
          <ac:spMkLst>
            <pc:docMk/>
            <pc:sldMk cId="3420708708" sldId="293"/>
            <ac:spMk id="17" creationId="{AF6C5F2A-82FD-139E-F8D7-C4FB361E910C}"/>
          </ac:spMkLst>
        </pc:spChg>
        <pc:spChg chg="add mod">
          <ac:chgData name="Timm Ziarnetzky" userId="aec35307-a43a-4d63-891b-eec9cbfc423f" providerId="ADAL" clId="{EA4146F4-1B7F-4DE2-8CED-541E46BBF44B}" dt="2022-05-10T11:42:42.711" v="1882" actId="1076"/>
          <ac:spMkLst>
            <pc:docMk/>
            <pc:sldMk cId="3420708708" sldId="293"/>
            <ac:spMk id="22" creationId="{260AE87F-6D3A-0BEA-E571-9FE3B3BF7EFB}"/>
          </ac:spMkLst>
        </pc:spChg>
        <pc:spChg chg="add mod">
          <ac:chgData name="Timm Ziarnetzky" userId="aec35307-a43a-4d63-891b-eec9cbfc423f" providerId="ADAL" clId="{EA4146F4-1B7F-4DE2-8CED-541E46BBF44B}" dt="2022-05-10T11:42:42.711" v="1882" actId="1076"/>
          <ac:spMkLst>
            <pc:docMk/>
            <pc:sldMk cId="3420708708" sldId="293"/>
            <ac:spMk id="23" creationId="{61C931C2-2091-CA2B-2129-EF72C8AA0A2F}"/>
          </ac:spMkLst>
        </pc:spChg>
        <pc:spChg chg="add mod">
          <ac:chgData name="Timm Ziarnetzky" userId="aec35307-a43a-4d63-891b-eec9cbfc423f" providerId="ADAL" clId="{EA4146F4-1B7F-4DE2-8CED-541E46BBF44B}" dt="2022-05-10T11:42:42.711" v="1882" actId="1076"/>
          <ac:spMkLst>
            <pc:docMk/>
            <pc:sldMk cId="3420708708" sldId="293"/>
            <ac:spMk id="24" creationId="{5C6E9FE1-7C7F-3F14-AB18-57FB0EC14095}"/>
          </ac:spMkLst>
        </pc:spChg>
        <pc:spChg chg="add mod">
          <ac:chgData name="Timm Ziarnetzky" userId="aec35307-a43a-4d63-891b-eec9cbfc423f" providerId="ADAL" clId="{EA4146F4-1B7F-4DE2-8CED-541E46BBF44B}" dt="2022-05-10T11:42:42.711" v="1882" actId="1076"/>
          <ac:spMkLst>
            <pc:docMk/>
            <pc:sldMk cId="3420708708" sldId="293"/>
            <ac:spMk id="25" creationId="{13CB8244-37BF-A72A-33C0-9220AAD7AA3C}"/>
          </ac:spMkLst>
        </pc:spChg>
        <pc:spChg chg="add mod">
          <ac:chgData name="Timm Ziarnetzky" userId="aec35307-a43a-4d63-891b-eec9cbfc423f" providerId="ADAL" clId="{EA4146F4-1B7F-4DE2-8CED-541E46BBF44B}" dt="2022-05-10T11:42:42.711" v="1882" actId="1076"/>
          <ac:spMkLst>
            <pc:docMk/>
            <pc:sldMk cId="3420708708" sldId="293"/>
            <ac:spMk id="26" creationId="{2C6525F0-A080-BE4C-20C7-1773B384E3B5}"/>
          </ac:spMkLst>
        </pc:spChg>
        <pc:spChg chg="add mod">
          <ac:chgData name="Timm Ziarnetzky" userId="aec35307-a43a-4d63-891b-eec9cbfc423f" providerId="ADAL" clId="{EA4146F4-1B7F-4DE2-8CED-541E46BBF44B}" dt="2022-05-10T11:46:41.135" v="1980" actId="20577"/>
          <ac:spMkLst>
            <pc:docMk/>
            <pc:sldMk cId="3420708708" sldId="293"/>
            <ac:spMk id="28" creationId="{2D19F3E0-DEC7-2C76-246C-45D1024FCC13}"/>
          </ac:spMkLst>
        </pc:spChg>
        <pc:spChg chg="add mod">
          <ac:chgData name="Timm Ziarnetzky" userId="aec35307-a43a-4d63-891b-eec9cbfc423f" providerId="ADAL" clId="{EA4146F4-1B7F-4DE2-8CED-541E46BBF44B}" dt="2022-05-10T11:46:42.775" v="1981" actId="20577"/>
          <ac:spMkLst>
            <pc:docMk/>
            <pc:sldMk cId="3420708708" sldId="293"/>
            <ac:spMk id="29" creationId="{A7B16F03-2A65-3C8C-7820-E981BDA77CDC}"/>
          </ac:spMkLst>
        </pc:spChg>
        <pc:cxnChg chg="add mod">
          <ac:chgData name="Timm Ziarnetzky" userId="aec35307-a43a-4d63-891b-eec9cbfc423f" providerId="ADAL" clId="{EA4146F4-1B7F-4DE2-8CED-541E46BBF44B}" dt="2022-05-10T11:42:42.711" v="1882" actId="1076"/>
          <ac:cxnSpMkLst>
            <pc:docMk/>
            <pc:sldMk cId="3420708708" sldId="293"/>
            <ac:cxnSpMk id="4" creationId="{42B3F41F-DB19-00DA-C722-680D0421F91D}"/>
          </ac:cxnSpMkLst>
        </pc:cxnChg>
        <pc:cxnChg chg="add mod">
          <ac:chgData name="Timm Ziarnetzky" userId="aec35307-a43a-4d63-891b-eec9cbfc423f" providerId="ADAL" clId="{EA4146F4-1B7F-4DE2-8CED-541E46BBF44B}" dt="2022-05-10T11:42:42.711" v="1882" actId="1076"/>
          <ac:cxnSpMkLst>
            <pc:docMk/>
            <pc:sldMk cId="3420708708" sldId="293"/>
            <ac:cxnSpMk id="5" creationId="{560F1DCF-09EF-4EB6-8D90-874B661B7295}"/>
          </ac:cxnSpMkLst>
        </pc:cxnChg>
        <pc:cxnChg chg="add mod">
          <ac:chgData name="Timm Ziarnetzky" userId="aec35307-a43a-4d63-891b-eec9cbfc423f" providerId="ADAL" clId="{EA4146F4-1B7F-4DE2-8CED-541E46BBF44B}" dt="2022-05-10T11:42:42.711" v="1882" actId="1076"/>
          <ac:cxnSpMkLst>
            <pc:docMk/>
            <pc:sldMk cId="3420708708" sldId="293"/>
            <ac:cxnSpMk id="6" creationId="{1A86174D-AF95-9EF4-E391-3059B395A565}"/>
          </ac:cxnSpMkLst>
        </pc:cxnChg>
        <pc:cxnChg chg="add mod">
          <ac:chgData name="Timm Ziarnetzky" userId="aec35307-a43a-4d63-891b-eec9cbfc423f" providerId="ADAL" clId="{EA4146F4-1B7F-4DE2-8CED-541E46BBF44B}" dt="2022-05-10T11:43:19.625" v="1883" actId="208"/>
          <ac:cxnSpMkLst>
            <pc:docMk/>
            <pc:sldMk cId="3420708708" sldId="293"/>
            <ac:cxnSpMk id="7" creationId="{3B54BA2F-768A-2D95-C4CF-8128C285BA15}"/>
          </ac:cxnSpMkLst>
        </pc:cxnChg>
        <pc:cxnChg chg="add mod">
          <ac:chgData name="Timm Ziarnetzky" userId="aec35307-a43a-4d63-891b-eec9cbfc423f" providerId="ADAL" clId="{EA4146F4-1B7F-4DE2-8CED-541E46BBF44B}" dt="2022-05-10T11:43:19.625" v="1883" actId="208"/>
          <ac:cxnSpMkLst>
            <pc:docMk/>
            <pc:sldMk cId="3420708708" sldId="293"/>
            <ac:cxnSpMk id="10" creationId="{E2AD2137-1932-B8B3-2F16-DB2D8956C772}"/>
          </ac:cxnSpMkLst>
        </pc:cxnChg>
        <pc:cxnChg chg="add mod">
          <ac:chgData name="Timm Ziarnetzky" userId="aec35307-a43a-4d63-891b-eec9cbfc423f" providerId="ADAL" clId="{EA4146F4-1B7F-4DE2-8CED-541E46BBF44B}" dt="2022-05-10T11:43:19.625" v="1883" actId="208"/>
          <ac:cxnSpMkLst>
            <pc:docMk/>
            <pc:sldMk cId="3420708708" sldId="293"/>
            <ac:cxnSpMk id="11" creationId="{1C5ADE9E-52AA-B3F9-0846-4E5F0FC38AB7}"/>
          </ac:cxnSpMkLst>
        </pc:cxnChg>
        <pc:cxnChg chg="add mod">
          <ac:chgData name="Timm Ziarnetzky" userId="aec35307-a43a-4d63-891b-eec9cbfc423f" providerId="ADAL" clId="{EA4146F4-1B7F-4DE2-8CED-541E46BBF44B}" dt="2022-05-10T11:43:19.625" v="1883" actId="208"/>
          <ac:cxnSpMkLst>
            <pc:docMk/>
            <pc:sldMk cId="3420708708" sldId="293"/>
            <ac:cxnSpMk id="14" creationId="{3DD1BCC6-BA97-9575-2745-B77669AE3FEA}"/>
          </ac:cxnSpMkLst>
        </pc:cxnChg>
        <pc:cxnChg chg="add mod">
          <ac:chgData name="Timm Ziarnetzky" userId="aec35307-a43a-4d63-891b-eec9cbfc423f" providerId="ADAL" clId="{EA4146F4-1B7F-4DE2-8CED-541E46BBF44B}" dt="2022-05-10T11:43:19.625" v="1883" actId="208"/>
          <ac:cxnSpMkLst>
            <pc:docMk/>
            <pc:sldMk cId="3420708708" sldId="293"/>
            <ac:cxnSpMk id="15" creationId="{6042C716-353D-880C-C50F-7B6E23C4180D}"/>
          </ac:cxnSpMkLst>
        </pc:cxnChg>
        <pc:cxnChg chg="add mod">
          <ac:chgData name="Timm Ziarnetzky" userId="aec35307-a43a-4d63-891b-eec9cbfc423f" providerId="ADAL" clId="{EA4146F4-1B7F-4DE2-8CED-541E46BBF44B}" dt="2022-05-10T11:43:19.625" v="1883" actId="208"/>
          <ac:cxnSpMkLst>
            <pc:docMk/>
            <pc:sldMk cId="3420708708" sldId="293"/>
            <ac:cxnSpMk id="18" creationId="{3DABB0AC-B5E8-4186-64A5-BA2D9BC67026}"/>
          </ac:cxnSpMkLst>
        </pc:cxnChg>
        <pc:cxnChg chg="add mod">
          <ac:chgData name="Timm Ziarnetzky" userId="aec35307-a43a-4d63-891b-eec9cbfc423f" providerId="ADAL" clId="{EA4146F4-1B7F-4DE2-8CED-541E46BBF44B}" dt="2022-05-10T11:43:19.625" v="1883" actId="208"/>
          <ac:cxnSpMkLst>
            <pc:docMk/>
            <pc:sldMk cId="3420708708" sldId="293"/>
            <ac:cxnSpMk id="19" creationId="{A98F4076-CC7E-3F22-7BC3-96C012C48A36}"/>
          </ac:cxnSpMkLst>
        </pc:cxnChg>
        <pc:cxnChg chg="add mod">
          <ac:chgData name="Timm Ziarnetzky" userId="aec35307-a43a-4d63-891b-eec9cbfc423f" providerId="ADAL" clId="{EA4146F4-1B7F-4DE2-8CED-541E46BBF44B}" dt="2022-05-10T11:43:19.625" v="1883" actId="208"/>
          <ac:cxnSpMkLst>
            <pc:docMk/>
            <pc:sldMk cId="3420708708" sldId="293"/>
            <ac:cxnSpMk id="20" creationId="{7886E088-B05E-676E-F803-5694DCDEAF0C}"/>
          </ac:cxnSpMkLst>
        </pc:cxnChg>
        <pc:cxnChg chg="add mod">
          <ac:chgData name="Timm Ziarnetzky" userId="aec35307-a43a-4d63-891b-eec9cbfc423f" providerId="ADAL" clId="{EA4146F4-1B7F-4DE2-8CED-541E46BBF44B}" dt="2022-05-10T11:43:19.625" v="1883" actId="208"/>
          <ac:cxnSpMkLst>
            <pc:docMk/>
            <pc:sldMk cId="3420708708" sldId="293"/>
            <ac:cxnSpMk id="21" creationId="{E3DA013F-BAF5-C7C5-C5B0-BD1FE2505C6B}"/>
          </ac:cxnSpMkLst>
        </pc:cxnChg>
        <pc:cxnChg chg="add mod">
          <ac:chgData name="Timm Ziarnetzky" userId="aec35307-a43a-4d63-891b-eec9cbfc423f" providerId="ADAL" clId="{EA4146F4-1B7F-4DE2-8CED-541E46BBF44B}" dt="2022-05-10T11:43:19.625" v="1883" actId="208"/>
          <ac:cxnSpMkLst>
            <pc:docMk/>
            <pc:sldMk cId="3420708708" sldId="293"/>
            <ac:cxnSpMk id="27" creationId="{430A0569-ECEC-B800-4570-D74369E0FA67}"/>
          </ac:cxnSpMkLst>
        </pc:cxnChg>
      </pc:sldChg>
      <pc:sldChg chg="addSp modSp add mod modAnim">
        <pc:chgData name="Timm Ziarnetzky" userId="aec35307-a43a-4d63-891b-eec9cbfc423f" providerId="ADAL" clId="{EA4146F4-1B7F-4DE2-8CED-541E46BBF44B}" dt="2022-05-10T11:58:02.718" v="2092" actId="108"/>
        <pc:sldMkLst>
          <pc:docMk/>
          <pc:sldMk cId="4202602637" sldId="294"/>
        </pc:sldMkLst>
        <pc:spChg chg="add mod">
          <ac:chgData name="Timm Ziarnetzky" userId="aec35307-a43a-4d63-891b-eec9cbfc423f" providerId="ADAL" clId="{EA4146F4-1B7F-4DE2-8CED-541E46BBF44B}" dt="2022-05-10T11:50:17.311" v="2055" actId="1036"/>
          <ac:spMkLst>
            <pc:docMk/>
            <pc:sldMk cId="4202602637" sldId="294"/>
            <ac:spMk id="7" creationId="{44C3FD79-DC77-01B8-90AA-50CA8DA3CAAB}"/>
          </ac:spMkLst>
        </pc:spChg>
        <pc:spChg chg="mod">
          <ac:chgData name="Timm Ziarnetzky" userId="aec35307-a43a-4d63-891b-eec9cbfc423f" providerId="ADAL" clId="{EA4146F4-1B7F-4DE2-8CED-541E46BBF44B}" dt="2022-05-10T11:58:02.718" v="2092" actId="108"/>
          <ac:spMkLst>
            <pc:docMk/>
            <pc:sldMk cId="4202602637" sldId="294"/>
            <ac:spMk id="12" creationId="{D17C78FA-6558-49E1-A947-A702203CBA50}"/>
          </ac:spMkLst>
        </pc:spChg>
        <pc:spChg chg="mod">
          <ac:chgData name="Timm Ziarnetzky" userId="aec35307-a43a-4d63-891b-eec9cbfc423f" providerId="ADAL" clId="{EA4146F4-1B7F-4DE2-8CED-541E46BBF44B}" dt="2022-05-10T11:50:08.304" v="2045" actId="948"/>
          <ac:spMkLst>
            <pc:docMk/>
            <pc:sldMk cId="4202602637" sldId="294"/>
            <ac:spMk id="13" creationId="{9EFE2027-5700-4C3D-BDF6-799D626AF7C2}"/>
          </ac:spMkLst>
        </pc:spChg>
        <pc:spChg chg="add mod">
          <ac:chgData name="Timm Ziarnetzky" userId="aec35307-a43a-4d63-891b-eec9cbfc423f" providerId="ADAL" clId="{EA4146F4-1B7F-4DE2-8CED-541E46BBF44B}" dt="2022-05-10T11:50:17.311" v="2055" actId="1036"/>
          <ac:spMkLst>
            <pc:docMk/>
            <pc:sldMk cId="4202602637" sldId="294"/>
            <ac:spMk id="14" creationId="{68E018EB-46CD-A15B-B829-DD9699B3D21D}"/>
          </ac:spMkLst>
        </pc:spChg>
        <pc:spChg chg="add mod">
          <ac:chgData name="Timm Ziarnetzky" userId="aec35307-a43a-4d63-891b-eec9cbfc423f" providerId="ADAL" clId="{EA4146F4-1B7F-4DE2-8CED-541E46BBF44B}" dt="2022-05-10T11:50:17.311" v="2055" actId="1036"/>
          <ac:spMkLst>
            <pc:docMk/>
            <pc:sldMk cId="4202602637" sldId="294"/>
            <ac:spMk id="15" creationId="{5495673C-FB12-79B7-4340-8302C5BF349F}"/>
          </ac:spMkLst>
        </pc:spChg>
        <pc:spChg chg="add mod">
          <ac:chgData name="Timm Ziarnetzky" userId="aec35307-a43a-4d63-891b-eec9cbfc423f" providerId="ADAL" clId="{EA4146F4-1B7F-4DE2-8CED-541E46BBF44B}" dt="2022-05-10T11:50:17.311" v="2055" actId="1036"/>
          <ac:spMkLst>
            <pc:docMk/>
            <pc:sldMk cId="4202602637" sldId="294"/>
            <ac:spMk id="20" creationId="{55C9EAE3-0BD5-2143-E050-2F8823C60868}"/>
          </ac:spMkLst>
        </pc:spChg>
        <pc:spChg chg="add mod">
          <ac:chgData name="Timm Ziarnetzky" userId="aec35307-a43a-4d63-891b-eec9cbfc423f" providerId="ADAL" clId="{EA4146F4-1B7F-4DE2-8CED-541E46BBF44B}" dt="2022-05-10T11:50:17.311" v="2055" actId="1036"/>
          <ac:spMkLst>
            <pc:docMk/>
            <pc:sldMk cId="4202602637" sldId="294"/>
            <ac:spMk id="21" creationId="{EA246F15-2CB7-01B6-F2C4-24187AF34975}"/>
          </ac:spMkLst>
        </pc:spChg>
        <pc:spChg chg="add mod">
          <ac:chgData name="Timm Ziarnetzky" userId="aec35307-a43a-4d63-891b-eec9cbfc423f" providerId="ADAL" clId="{EA4146F4-1B7F-4DE2-8CED-541E46BBF44B}" dt="2022-05-10T11:50:17.311" v="2055" actId="1036"/>
          <ac:spMkLst>
            <pc:docMk/>
            <pc:sldMk cId="4202602637" sldId="294"/>
            <ac:spMk id="22" creationId="{BF7E6D55-2541-4B43-E2C6-CE03E0B50CA2}"/>
          </ac:spMkLst>
        </pc:spChg>
        <pc:spChg chg="add mod">
          <ac:chgData name="Timm Ziarnetzky" userId="aec35307-a43a-4d63-891b-eec9cbfc423f" providerId="ADAL" clId="{EA4146F4-1B7F-4DE2-8CED-541E46BBF44B}" dt="2022-05-10T11:50:17.311" v="2055" actId="1036"/>
          <ac:spMkLst>
            <pc:docMk/>
            <pc:sldMk cId="4202602637" sldId="294"/>
            <ac:spMk id="23" creationId="{88B1FCF1-7CC6-69CD-78AC-D81B43ACEE7E}"/>
          </ac:spMkLst>
        </pc:spChg>
        <pc:spChg chg="add mod">
          <ac:chgData name="Timm Ziarnetzky" userId="aec35307-a43a-4d63-891b-eec9cbfc423f" providerId="ADAL" clId="{EA4146F4-1B7F-4DE2-8CED-541E46BBF44B}" dt="2022-05-10T11:50:17.311" v="2055" actId="1036"/>
          <ac:spMkLst>
            <pc:docMk/>
            <pc:sldMk cId="4202602637" sldId="294"/>
            <ac:spMk id="24" creationId="{81E77766-3B31-02F1-51F1-5D16058EE073}"/>
          </ac:spMkLst>
        </pc:spChg>
        <pc:spChg chg="add mod">
          <ac:chgData name="Timm Ziarnetzky" userId="aec35307-a43a-4d63-891b-eec9cbfc423f" providerId="ADAL" clId="{EA4146F4-1B7F-4DE2-8CED-541E46BBF44B}" dt="2022-05-10T11:50:26.868" v="2056" actId="122"/>
          <ac:spMkLst>
            <pc:docMk/>
            <pc:sldMk cId="4202602637" sldId="294"/>
            <ac:spMk id="25" creationId="{612F0D75-DDB3-98CA-4D41-0BFF9F756224}"/>
          </ac:spMkLst>
        </pc:spChg>
        <pc:spChg chg="add mod">
          <ac:chgData name="Timm Ziarnetzky" userId="aec35307-a43a-4d63-891b-eec9cbfc423f" providerId="ADAL" clId="{EA4146F4-1B7F-4DE2-8CED-541E46BBF44B}" dt="2022-05-10T11:50:26.868" v="2056" actId="122"/>
          <ac:spMkLst>
            <pc:docMk/>
            <pc:sldMk cId="4202602637" sldId="294"/>
            <ac:spMk id="26" creationId="{B2567537-7CA1-7C61-8DED-84BA48AC6CE9}"/>
          </ac:spMkLst>
        </pc:spChg>
        <pc:cxnChg chg="add mod">
          <ac:chgData name="Timm Ziarnetzky" userId="aec35307-a43a-4d63-891b-eec9cbfc423f" providerId="ADAL" clId="{EA4146F4-1B7F-4DE2-8CED-541E46BBF44B}" dt="2022-05-10T11:50:17.311" v="2055" actId="1036"/>
          <ac:cxnSpMkLst>
            <pc:docMk/>
            <pc:sldMk cId="4202602637" sldId="294"/>
            <ac:cxnSpMk id="4" creationId="{6FBE878C-D061-3802-3AAB-80A4D4619AE8}"/>
          </ac:cxnSpMkLst>
        </pc:cxnChg>
        <pc:cxnChg chg="add mod">
          <ac:chgData name="Timm Ziarnetzky" userId="aec35307-a43a-4d63-891b-eec9cbfc423f" providerId="ADAL" clId="{EA4146F4-1B7F-4DE2-8CED-541E46BBF44B}" dt="2022-05-10T11:50:17.311" v="2055" actId="1036"/>
          <ac:cxnSpMkLst>
            <pc:docMk/>
            <pc:sldMk cId="4202602637" sldId="294"/>
            <ac:cxnSpMk id="5" creationId="{D3A73A3C-80FC-A024-DA4E-F08DAE59E50E}"/>
          </ac:cxnSpMkLst>
        </pc:cxnChg>
        <pc:cxnChg chg="add mod">
          <ac:chgData name="Timm Ziarnetzky" userId="aec35307-a43a-4d63-891b-eec9cbfc423f" providerId="ADAL" clId="{EA4146F4-1B7F-4DE2-8CED-541E46BBF44B}" dt="2022-05-10T11:50:17.311" v="2055" actId="1036"/>
          <ac:cxnSpMkLst>
            <pc:docMk/>
            <pc:sldMk cId="4202602637" sldId="294"/>
            <ac:cxnSpMk id="6" creationId="{F5F5E55C-3204-FCA0-302B-BCC39BB6C79C}"/>
          </ac:cxnSpMkLst>
        </pc:cxnChg>
        <pc:cxnChg chg="add mod">
          <ac:chgData name="Timm Ziarnetzky" userId="aec35307-a43a-4d63-891b-eec9cbfc423f" providerId="ADAL" clId="{EA4146F4-1B7F-4DE2-8CED-541E46BBF44B}" dt="2022-05-10T11:50:17.311" v="2055" actId="1036"/>
          <ac:cxnSpMkLst>
            <pc:docMk/>
            <pc:sldMk cId="4202602637" sldId="294"/>
            <ac:cxnSpMk id="8" creationId="{E76F6FAB-3B64-4256-F0D9-050D6787A271}"/>
          </ac:cxnSpMkLst>
        </pc:cxnChg>
        <pc:cxnChg chg="add mod">
          <ac:chgData name="Timm Ziarnetzky" userId="aec35307-a43a-4d63-891b-eec9cbfc423f" providerId="ADAL" clId="{EA4146F4-1B7F-4DE2-8CED-541E46BBF44B}" dt="2022-05-10T11:50:17.311" v="2055" actId="1036"/>
          <ac:cxnSpMkLst>
            <pc:docMk/>
            <pc:sldMk cId="4202602637" sldId="294"/>
            <ac:cxnSpMk id="9" creationId="{48A89ED4-E8F3-75EE-EE6D-22FFB410845C}"/>
          </ac:cxnSpMkLst>
        </pc:cxnChg>
        <pc:cxnChg chg="add mod">
          <ac:chgData name="Timm Ziarnetzky" userId="aec35307-a43a-4d63-891b-eec9cbfc423f" providerId="ADAL" clId="{EA4146F4-1B7F-4DE2-8CED-541E46BBF44B}" dt="2022-05-10T11:50:17.311" v="2055" actId="1036"/>
          <ac:cxnSpMkLst>
            <pc:docMk/>
            <pc:sldMk cId="4202602637" sldId="294"/>
            <ac:cxnSpMk id="10" creationId="{DE535C31-2164-7030-D8CB-4F2A40625A60}"/>
          </ac:cxnSpMkLst>
        </pc:cxnChg>
        <pc:cxnChg chg="add mod">
          <ac:chgData name="Timm Ziarnetzky" userId="aec35307-a43a-4d63-891b-eec9cbfc423f" providerId="ADAL" clId="{EA4146F4-1B7F-4DE2-8CED-541E46BBF44B}" dt="2022-05-10T11:50:17.311" v="2055" actId="1036"/>
          <ac:cxnSpMkLst>
            <pc:docMk/>
            <pc:sldMk cId="4202602637" sldId="294"/>
            <ac:cxnSpMk id="11" creationId="{1023CCD3-BE86-47E3-B7B2-FDF1BF22B6C7}"/>
          </ac:cxnSpMkLst>
        </pc:cxnChg>
        <pc:cxnChg chg="add mod">
          <ac:chgData name="Timm Ziarnetzky" userId="aec35307-a43a-4d63-891b-eec9cbfc423f" providerId="ADAL" clId="{EA4146F4-1B7F-4DE2-8CED-541E46BBF44B}" dt="2022-05-10T11:50:17.311" v="2055" actId="1036"/>
          <ac:cxnSpMkLst>
            <pc:docMk/>
            <pc:sldMk cId="4202602637" sldId="294"/>
            <ac:cxnSpMk id="16" creationId="{BEAAAD66-21B4-7026-7191-FAB4726B1271}"/>
          </ac:cxnSpMkLst>
        </pc:cxnChg>
        <pc:cxnChg chg="add mod">
          <ac:chgData name="Timm Ziarnetzky" userId="aec35307-a43a-4d63-891b-eec9cbfc423f" providerId="ADAL" clId="{EA4146F4-1B7F-4DE2-8CED-541E46BBF44B}" dt="2022-05-10T11:50:17.311" v="2055" actId="1036"/>
          <ac:cxnSpMkLst>
            <pc:docMk/>
            <pc:sldMk cId="4202602637" sldId="294"/>
            <ac:cxnSpMk id="17" creationId="{86CAAEF8-AF73-9B10-46C1-9D7788E780C6}"/>
          </ac:cxnSpMkLst>
        </pc:cxnChg>
        <pc:cxnChg chg="add mod">
          <ac:chgData name="Timm Ziarnetzky" userId="aec35307-a43a-4d63-891b-eec9cbfc423f" providerId="ADAL" clId="{EA4146F4-1B7F-4DE2-8CED-541E46BBF44B}" dt="2022-05-10T11:50:17.311" v="2055" actId="1036"/>
          <ac:cxnSpMkLst>
            <pc:docMk/>
            <pc:sldMk cId="4202602637" sldId="294"/>
            <ac:cxnSpMk id="18" creationId="{16D8C100-2E33-8CE1-2C87-6FD78576E668}"/>
          </ac:cxnSpMkLst>
        </pc:cxnChg>
        <pc:cxnChg chg="add mod">
          <ac:chgData name="Timm Ziarnetzky" userId="aec35307-a43a-4d63-891b-eec9cbfc423f" providerId="ADAL" clId="{EA4146F4-1B7F-4DE2-8CED-541E46BBF44B}" dt="2022-05-10T11:50:17.311" v="2055" actId="1036"/>
          <ac:cxnSpMkLst>
            <pc:docMk/>
            <pc:sldMk cId="4202602637" sldId="294"/>
            <ac:cxnSpMk id="19" creationId="{07CD624B-C954-D449-E8F4-D01BA8D314AE}"/>
          </ac:cxnSpMkLst>
        </pc:cxnChg>
        <pc:cxnChg chg="add mod">
          <ac:chgData name="Timm Ziarnetzky" userId="aec35307-a43a-4d63-891b-eec9cbfc423f" providerId="ADAL" clId="{EA4146F4-1B7F-4DE2-8CED-541E46BBF44B}" dt="2022-05-10T11:50:17.311" v="2055" actId="1036"/>
          <ac:cxnSpMkLst>
            <pc:docMk/>
            <pc:sldMk cId="4202602637" sldId="294"/>
            <ac:cxnSpMk id="27" creationId="{4363ECA7-E06A-CD23-859D-C52D32280DAC}"/>
          </ac:cxnSpMkLst>
        </pc:cxnChg>
      </pc:sldChg>
      <pc:sldChg chg="addSp modSp add mod">
        <pc:chgData name="Timm Ziarnetzky" userId="aec35307-a43a-4d63-891b-eec9cbfc423f" providerId="ADAL" clId="{EA4146F4-1B7F-4DE2-8CED-541E46BBF44B}" dt="2022-05-10T11:58:24.422" v="2135" actId="6549"/>
        <pc:sldMkLst>
          <pc:docMk/>
          <pc:sldMk cId="1010449688" sldId="295"/>
        </pc:sldMkLst>
        <pc:spChg chg="add mod">
          <ac:chgData name="Timm Ziarnetzky" userId="aec35307-a43a-4d63-891b-eec9cbfc423f" providerId="ADAL" clId="{EA4146F4-1B7F-4DE2-8CED-541E46BBF44B}" dt="2022-05-10T11:50:48.285" v="2058" actId="1076"/>
          <ac:spMkLst>
            <pc:docMk/>
            <pc:sldMk cId="1010449688" sldId="295"/>
            <ac:spMk id="4" creationId="{6AD4E07C-8503-8D7A-EBDC-70DF34210E55}"/>
          </ac:spMkLst>
        </pc:spChg>
        <pc:spChg chg="add mod">
          <ac:chgData name="Timm Ziarnetzky" userId="aec35307-a43a-4d63-891b-eec9cbfc423f" providerId="ADAL" clId="{EA4146F4-1B7F-4DE2-8CED-541E46BBF44B}" dt="2022-05-10T11:52:09.974" v="2066" actId="1037"/>
          <ac:spMkLst>
            <pc:docMk/>
            <pc:sldMk cId="1010449688" sldId="295"/>
            <ac:spMk id="5" creationId="{AC02DE69-27AB-EF3C-CF95-F65A85AA4E05}"/>
          </ac:spMkLst>
        </pc:spChg>
        <pc:spChg chg="add mod">
          <ac:chgData name="Timm Ziarnetzky" userId="aec35307-a43a-4d63-891b-eec9cbfc423f" providerId="ADAL" clId="{EA4146F4-1B7F-4DE2-8CED-541E46BBF44B}" dt="2022-05-10T11:50:55.444" v="2059" actId="1076"/>
          <ac:spMkLst>
            <pc:docMk/>
            <pc:sldMk cId="1010449688" sldId="295"/>
            <ac:spMk id="8" creationId="{F24C5F7D-C8CE-D280-8F26-2431533D32C7}"/>
          </ac:spMkLst>
        </pc:spChg>
        <pc:spChg chg="add mod">
          <ac:chgData name="Timm Ziarnetzky" userId="aec35307-a43a-4d63-891b-eec9cbfc423f" providerId="ADAL" clId="{EA4146F4-1B7F-4DE2-8CED-541E46BBF44B}" dt="2022-05-10T11:50:48.285" v="2058" actId="1076"/>
          <ac:spMkLst>
            <pc:docMk/>
            <pc:sldMk cId="1010449688" sldId="295"/>
            <ac:spMk id="9" creationId="{6159AA22-1626-70A8-6496-36B7B88C39A0}"/>
          </ac:spMkLst>
        </pc:spChg>
        <pc:spChg chg="add mod">
          <ac:chgData name="Timm Ziarnetzky" userId="aec35307-a43a-4d63-891b-eec9cbfc423f" providerId="ADAL" clId="{EA4146F4-1B7F-4DE2-8CED-541E46BBF44B}" dt="2022-05-10T11:52:06.079" v="2065" actId="1036"/>
          <ac:spMkLst>
            <pc:docMk/>
            <pc:sldMk cId="1010449688" sldId="295"/>
            <ac:spMk id="10" creationId="{311C089E-74D0-41DF-D52F-0D514AEA3671}"/>
          </ac:spMkLst>
        </pc:spChg>
        <pc:spChg chg="add mod">
          <ac:chgData name="Timm Ziarnetzky" userId="aec35307-a43a-4d63-891b-eec9cbfc423f" providerId="ADAL" clId="{EA4146F4-1B7F-4DE2-8CED-541E46BBF44B}" dt="2022-05-10T11:50:48.285" v="2058" actId="1076"/>
          <ac:spMkLst>
            <pc:docMk/>
            <pc:sldMk cId="1010449688" sldId="295"/>
            <ac:spMk id="11" creationId="{A8CD908C-60A8-C5E6-A2FC-01BE78A637AA}"/>
          </ac:spMkLst>
        </pc:spChg>
        <pc:spChg chg="mod">
          <ac:chgData name="Timm Ziarnetzky" userId="aec35307-a43a-4d63-891b-eec9cbfc423f" providerId="ADAL" clId="{EA4146F4-1B7F-4DE2-8CED-541E46BBF44B}" dt="2022-05-10T11:58:24.422" v="2135" actId="6549"/>
          <ac:spMkLst>
            <pc:docMk/>
            <pc:sldMk cId="1010449688" sldId="295"/>
            <ac:spMk id="12" creationId="{D17C78FA-6558-49E1-A947-A702203CBA50}"/>
          </ac:spMkLst>
        </pc:spChg>
        <pc:spChg chg="mod">
          <ac:chgData name="Timm Ziarnetzky" userId="aec35307-a43a-4d63-891b-eec9cbfc423f" providerId="ADAL" clId="{EA4146F4-1B7F-4DE2-8CED-541E46BBF44B}" dt="2022-05-10T11:47:56.662" v="2023" actId="113"/>
          <ac:spMkLst>
            <pc:docMk/>
            <pc:sldMk cId="1010449688" sldId="295"/>
            <ac:spMk id="13" creationId="{9EFE2027-5700-4C3D-BDF6-799D626AF7C2}"/>
          </ac:spMkLst>
        </pc:spChg>
        <pc:spChg chg="add mod">
          <ac:chgData name="Timm Ziarnetzky" userId="aec35307-a43a-4d63-891b-eec9cbfc423f" providerId="ADAL" clId="{EA4146F4-1B7F-4DE2-8CED-541E46BBF44B}" dt="2022-05-10T11:50:48.285" v="2058" actId="1076"/>
          <ac:spMkLst>
            <pc:docMk/>
            <pc:sldMk cId="1010449688" sldId="295"/>
            <ac:spMk id="14" creationId="{12523033-BB0F-5D91-0675-05038D471490}"/>
          </ac:spMkLst>
        </pc:spChg>
        <pc:spChg chg="add mod">
          <ac:chgData name="Timm Ziarnetzky" userId="aec35307-a43a-4d63-891b-eec9cbfc423f" providerId="ADAL" clId="{EA4146F4-1B7F-4DE2-8CED-541E46BBF44B}" dt="2022-05-10T11:50:48.285" v="2058" actId="1076"/>
          <ac:spMkLst>
            <pc:docMk/>
            <pc:sldMk cId="1010449688" sldId="295"/>
            <ac:spMk id="15" creationId="{B3781870-3287-CA90-A041-5480E3E6ED9F}"/>
          </ac:spMkLst>
        </pc:spChg>
        <pc:spChg chg="add mod">
          <ac:chgData name="Timm Ziarnetzky" userId="aec35307-a43a-4d63-891b-eec9cbfc423f" providerId="ADAL" clId="{EA4146F4-1B7F-4DE2-8CED-541E46BBF44B}" dt="2022-05-10T11:50:48.285" v="2058" actId="1076"/>
          <ac:spMkLst>
            <pc:docMk/>
            <pc:sldMk cId="1010449688" sldId="295"/>
            <ac:spMk id="16" creationId="{2AC15E76-2419-D890-B94D-76B64D9998AD}"/>
          </ac:spMkLst>
        </pc:spChg>
        <pc:spChg chg="add mod">
          <ac:chgData name="Timm Ziarnetzky" userId="aec35307-a43a-4d63-891b-eec9cbfc423f" providerId="ADAL" clId="{EA4146F4-1B7F-4DE2-8CED-541E46BBF44B}" dt="2022-05-10T11:50:48.285" v="2058" actId="1076"/>
          <ac:spMkLst>
            <pc:docMk/>
            <pc:sldMk cId="1010449688" sldId="295"/>
            <ac:spMk id="19" creationId="{5C644D9B-E208-D8BA-1F25-312B8BB62DB3}"/>
          </ac:spMkLst>
        </pc:spChg>
        <pc:spChg chg="add mod">
          <ac:chgData name="Timm Ziarnetzky" userId="aec35307-a43a-4d63-891b-eec9cbfc423f" providerId="ADAL" clId="{EA4146F4-1B7F-4DE2-8CED-541E46BBF44B}" dt="2022-05-10T11:50:48.285" v="2058" actId="1076"/>
          <ac:spMkLst>
            <pc:docMk/>
            <pc:sldMk cId="1010449688" sldId="295"/>
            <ac:spMk id="20" creationId="{1EF327E7-A413-CFAE-BDC5-44E2C56A2FF2}"/>
          </ac:spMkLst>
        </pc:spChg>
        <pc:spChg chg="add mod">
          <ac:chgData name="Timm Ziarnetzky" userId="aec35307-a43a-4d63-891b-eec9cbfc423f" providerId="ADAL" clId="{EA4146F4-1B7F-4DE2-8CED-541E46BBF44B}" dt="2022-05-10T11:50:48.285" v="2058" actId="1076"/>
          <ac:spMkLst>
            <pc:docMk/>
            <pc:sldMk cId="1010449688" sldId="295"/>
            <ac:spMk id="22" creationId="{5D53C41E-B4D5-C19B-45DA-92D229A9DE22}"/>
          </ac:spMkLst>
        </pc:spChg>
        <pc:spChg chg="add mod">
          <ac:chgData name="Timm Ziarnetzky" userId="aec35307-a43a-4d63-891b-eec9cbfc423f" providerId="ADAL" clId="{EA4146F4-1B7F-4DE2-8CED-541E46BBF44B}" dt="2022-05-10T11:50:48.285" v="2058" actId="1076"/>
          <ac:spMkLst>
            <pc:docMk/>
            <pc:sldMk cId="1010449688" sldId="295"/>
            <ac:spMk id="24" creationId="{7C8AC850-1FE4-C59E-27FE-4353B6E80AA3}"/>
          </ac:spMkLst>
        </pc:spChg>
        <pc:spChg chg="add mod">
          <ac:chgData name="Timm Ziarnetzky" userId="aec35307-a43a-4d63-891b-eec9cbfc423f" providerId="ADAL" clId="{EA4146F4-1B7F-4DE2-8CED-541E46BBF44B}" dt="2022-05-10T11:50:48.285" v="2058" actId="1076"/>
          <ac:spMkLst>
            <pc:docMk/>
            <pc:sldMk cId="1010449688" sldId="295"/>
            <ac:spMk id="26" creationId="{0F7ABBEF-78C0-3B82-3965-9D1342D90154}"/>
          </ac:spMkLst>
        </pc:spChg>
        <pc:spChg chg="add mod">
          <ac:chgData name="Timm Ziarnetzky" userId="aec35307-a43a-4d63-891b-eec9cbfc423f" providerId="ADAL" clId="{EA4146F4-1B7F-4DE2-8CED-541E46BBF44B}" dt="2022-05-10T11:50:55.444" v="2059" actId="1076"/>
          <ac:spMkLst>
            <pc:docMk/>
            <pc:sldMk cId="1010449688" sldId="295"/>
            <ac:spMk id="27" creationId="{3F35F446-77AC-2C23-31AD-582F79831061}"/>
          </ac:spMkLst>
        </pc:spChg>
        <pc:spChg chg="add mod">
          <ac:chgData name="Timm Ziarnetzky" userId="aec35307-a43a-4d63-891b-eec9cbfc423f" providerId="ADAL" clId="{EA4146F4-1B7F-4DE2-8CED-541E46BBF44B}" dt="2022-05-10T11:50:55.444" v="2059" actId="1076"/>
          <ac:spMkLst>
            <pc:docMk/>
            <pc:sldMk cId="1010449688" sldId="295"/>
            <ac:spMk id="28" creationId="{5B2A446B-6A8C-A3AF-0171-CF4B0263654F}"/>
          </ac:spMkLst>
        </pc:spChg>
        <pc:spChg chg="add mod">
          <ac:chgData name="Timm Ziarnetzky" userId="aec35307-a43a-4d63-891b-eec9cbfc423f" providerId="ADAL" clId="{EA4146F4-1B7F-4DE2-8CED-541E46BBF44B}" dt="2022-05-10T11:50:55.444" v="2059" actId="1076"/>
          <ac:spMkLst>
            <pc:docMk/>
            <pc:sldMk cId="1010449688" sldId="295"/>
            <ac:spMk id="29" creationId="{34CC53A5-A59C-AE4C-1B62-965BF7D303A9}"/>
          </ac:spMkLst>
        </pc:spChg>
        <pc:spChg chg="add mod">
          <ac:chgData name="Timm Ziarnetzky" userId="aec35307-a43a-4d63-891b-eec9cbfc423f" providerId="ADAL" clId="{EA4146F4-1B7F-4DE2-8CED-541E46BBF44B}" dt="2022-05-10T11:50:55.444" v="2059" actId="1076"/>
          <ac:spMkLst>
            <pc:docMk/>
            <pc:sldMk cId="1010449688" sldId="295"/>
            <ac:spMk id="30" creationId="{43435405-A38B-5EDD-EC76-585ACC728A69}"/>
          </ac:spMkLst>
        </pc:spChg>
        <pc:spChg chg="add mod">
          <ac:chgData name="Timm Ziarnetzky" userId="aec35307-a43a-4d63-891b-eec9cbfc423f" providerId="ADAL" clId="{EA4146F4-1B7F-4DE2-8CED-541E46BBF44B}" dt="2022-05-10T11:50:55.444" v="2059" actId="1076"/>
          <ac:spMkLst>
            <pc:docMk/>
            <pc:sldMk cId="1010449688" sldId="295"/>
            <ac:spMk id="31" creationId="{E80C3A56-ABFB-E8DF-1D8D-B1C9D861FF1F}"/>
          </ac:spMkLst>
        </pc:spChg>
        <pc:spChg chg="add mod">
          <ac:chgData name="Timm Ziarnetzky" userId="aec35307-a43a-4d63-891b-eec9cbfc423f" providerId="ADAL" clId="{EA4146F4-1B7F-4DE2-8CED-541E46BBF44B}" dt="2022-05-10T11:50:55.444" v="2059" actId="1076"/>
          <ac:spMkLst>
            <pc:docMk/>
            <pc:sldMk cId="1010449688" sldId="295"/>
            <ac:spMk id="32" creationId="{9C259AA7-3800-EA4E-7D45-53CDB75F2268}"/>
          </ac:spMkLst>
        </pc:spChg>
        <pc:spChg chg="add mod">
          <ac:chgData name="Timm Ziarnetzky" userId="aec35307-a43a-4d63-891b-eec9cbfc423f" providerId="ADAL" clId="{EA4146F4-1B7F-4DE2-8CED-541E46BBF44B}" dt="2022-05-10T11:50:55.444" v="2059" actId="1076"/>
          <ac:spMkLst>
            <pc:docMk/>
            <pc:sldMk cId="1010449688" sldId="295"/>
            <ac:spMk id="33" creationId="{302C3376-0519-E51C-0B1E-900F528B56D2}"/>
          </ac:spMkLst>
        </pc:spChg>
        <pc:spChg chg="add mod">
          <ac:chgData name="Timm Ziarnetzky" userId="aec35307-a43a-4d63-891b-eec9cbfc423f" providerId="ADAL" clId="{EA4146F4-1B7F-4DE2-8CED-541E46BBF44B}" dt="2022-05-10T11:50:55.444" v="2059" actId="1076"/>
          <ac:spMkLst>
            <pc:docMk/>
            <pc:sldMk cId="1010449688" sldId="295"/>
            <ac:spMk id="34" creationId="{98C7121A-FC39-4701-7FFA-0806DE920D39}"/>
          </ac:spMkLst>
        </pc:spChg>
        <pc:spChg chg="add mod">
          <ac:chgData name="Timm Ziarnetzky" userId="aec35307-a43a-4d63-891b-eec9cbfc423f" providerId="ADAL" clId="{EA4146F4-1B7F-4DE2-8CED-541E46BBF44B}" dt="2022-05-10T11:50:48.285" v="2058" actId="1076"/>
          <ac:spMkLst>
            <pc:docMk/>
            <pc:sldMk cId="1010449688" sldId="295"/>
            <ac:spMk id="35" creationId="{72FD6E95-5BCF-49C9-EF45-29A682BCF172}"/>
          </ac:spMkLst>
        </pc:spChg>
        <pc:spChg chg="add mod">
          <ac:chgData name="Timm Ziarnetzky" userId="aec35307-a43a-4d63-891b-eec9cbfc423f" providerId="ADAL" clId="{EA4146F4-1B7F-4DE2-8CED-541E46BBF44B}" dt="2022-05-10T11:50:48.285" v="2058" actId="1076"/>
          <ac:spMkLst>
            <pc:docMk/>
            <pc:sldMk cId="1010449688" sldId="295"/>
            <ac:spMk id="36" creationId="{21C2333E-CBC9-21A2-0ED7-3F875243E96E}"/>
          </ac:spMkLst>
        </pc:spChg>
        <pc:spChg chg="add mod">
          <ac:chgData name="Timm Ziarnetzky" userId="aec35307-a43a-4d63-891b-eec9cbfc423f" providerId="ADAL" clId="{EA4146F4-1B7F-4DE2-8CED-541E46BBF44B}" dt="2022-05-10T11:51:55.214" v="2064" actId="208"/>
          <ac:spMkLst>
            <pc:docMk/>
            <pc:sldMk cId="1010449688" sldId="295"/>
            <ac:spMk id="37" creationId="{50D08225-0F0C-8D4D-0A08-ABF384FD0E03}"/>
          </ac:spMkLst>
        </pc:spChg>
        <pc:spChg chg="add mod">
          <ac:chgData name="Timm Ziarnetzky" userId="aec35307-a43a-4d63-891b-eec9cbfc423f" providerId="ADAL" clId="{EA4146F4-1B7F-4DE2-8CED-541E46BBF44B}" dt="2022-05-10T11:50:48.285" v="2058" actId="1076"/>
          <ac:spMkLst>
            <pc:docMk/>
            <pc:sldMk cId="1010449688" sldId="295"/>
            <ac:spMk id="40" creationId="{2F717B7F-F848-1311-B48F-CACA9314C7D7}"/>
          </ac:spMkLst>
        </pc:spChg>
        <pc:spChg chg="add mod">
          <ac:chgData name="Timm Ziarnetzky" userId="aec35307-a43a-4d63-891b-eec9cbfc423f" providerId="ADAL" clId="{EA4146F4-1B7F-4DE2-8CED-541E46BBF44B}" dt="2022-05-10T11:51:55.214" v="2064" actId="208"/>
          <ac:spMkLst>
            <pc:docMk/>
            <pc:sldMk cId="1010449688" sldId="295"/>
            <ac:spMk id="41" creationId="{FE123654-5991-8EF7-8365-5B174E0E5DD7}"/>
          </ac:spMkLst>
        </pc:spChg>
        <pc:cxnChg chg="add mod">
          <ac:chgData name="Timm Ziarnetzky" userId="aec35307-a43a-4d63-891b-eec9cbfc423f" providerId="ADAL" clId="{EA4146F4-1B7F-4DE2-8CED-541E46BBF44B}" dt="2022-05-10T11:50:48.285" v="2058" actId="1076"/>
          <ac:cxnSpMkLst>
            <pc:docMk/>
            <pc:sldMk cId="1010449688" sldId="295"/>
            <ac:cxnSpMk id="6" creationId="{887CD53C-2F7F-8743-3F32-EFC54FFF6F4B}"/>
          </ac:cxnSpMkLst>
        </pc:cxnChg>
        <pc:cxnChg chg="add mod">
          <ac:chgData name="Timm Ziarnetzky" userId="aec35307-a43a-4d63-891b-eec9cbfc423f" providerId="ADAL" clId="{EA4146F4-1B7F-4DE2-8CED-541E46BBF44B}" dt="2022-05-10T11:50:55.444" v="2059" actId="1076"/>
          <ac:cxnSpMkLst>
            <pc:docMk/>
            <pc:sldMk cId="1010449688" sldId="295"/>
            <ac:cxnSpMk id="7" creationId="{F15CAB9A-433C-7CF2-4FC0-E4423DD4E09B}"/>
          </ac:cxnSpMkLst>
        </pc:cxnChg>
        <pc:cxnChg chg="add mod">
          <ac:chgData name="Timm Ziarnetzky" userId="aec35307-a43a-4d63-891b-eec9cbfc423f" providerId="ADAL" clId="{EA4146F4-1B7F-4DE2-8CED-541E46BBF44B}" dt="2022-05-10T11:50:48.285" v="2058" actId="1076"/>
          <ac:cxnSpMkLst>
            <pc:docMk/>
            <pc:sldMk cId="1010449688" sldId="295"/>
            <ac:cxnSpMk id="17" creationId="{175F4E16-915E-52CE-D04F-5D2D951A95A5}"/>
          </ac:cxnSpMkLst>
        </pc:cxnChg>
        <pc:cxnChg chg="add mod">
          <ac:chgData name="Timm Ziarnetzky" userId="aec35307-a43a-4d63-891b-eec9cbfc423f" providerId="ADAL" clId="{EA4146F4-1B7F-4DE2-8CED-541E46BBF44B}" dt="2022-05-10T11:50:48.285" v="2058" actId="1076"/>
          <ac:cxnSpMkLst>
            <pc:docMk/>
            <pc:sldMk cId="1010449688" sldId="295"/>
            <ac:cxnSpMk id="18" creationId="{889800A8-DEAB-CBB9-D383-16DB9C2D9269}"/>
          </ac:cxnSpMkLst>
        </pc:cxnChg>
        <pc:cxnChg chg="add mod">
          <ac:chgData name="Timm Ziarnetzky" userId="aec35307-a43a-4d63-891b-eec9cbfc423f" providerId="ADAL" clId="{EA4146F4-1B7F-4DE2-8CED-541E46BBF44B}" dt="2022-05-10T11:51:55.214" v="2064" actId="208"/>
          <ac:cxnSpMkLst>
            <pc:docMk/>
            <pc:sldMk cId="1010449688" sldId="295"/>
            <ac:cxnSpMk id="21" creationId="{92EB39A1-9635-D1DE-CE72-E2954CF2D5BF}"/>
          </ac:cxnSpMkLst>
        </pc:cxnChg>
        <pc:cxnChg chg="add mod">
          <ac:chgData name="Timm Ziarnetzky" userId="aec35307-a43a-4d63-891b-eec9cbfc423f" providerId="ADAL" clId="{EA4146F4-1B7F-4DE2-8CED-541E46BBF44B}" dt="2022-05-10T11:51:55.214" v="2064" actId="208"/>
          <ac:cxnSpMkLst>
            <pc:docMk/>
            <pc:sldMk cId="1010449688" sldId="295"/>
            <ac:cxnSpMk id="23" creationId="{99A6657B-810F-0989-043A-7D79C6F44969}"/>
          </ac:cxnSpMkLst>
        </pc:cxnChg>
        <pc:cxnChg chg="add mod">
          <ac:chgData name="Timm Ziarnetzky" userId="aec35307-a43a-4d63-891b-eec9cbfc423f" providerId="ADAL" clId="{EA4146F4-1B7F-4DE2-8CED-541E46BBF44B}" dt="2022-05-10T11:51:55.214" v="2064" actId="208"/>
          <ac:cxnSpMkLst>
            <pc:docMk/>
            <pc:sldMk cId="1010449688" sldId="295"/>
            <ac:cxnSpMk id="25" creationId="{70D11B03-DDD5-0FAB-64D2-E4A9140C732A}"/>
          </ac:cxnSpMkLst>
        </pc:cxnChg>
        <pc:cxnChg chg="add mod">
          <ac:chgData name="Timm Ziarnetzky" userId="aec35307-a43a-4d63-891b-eec9cbfc423f" providerId="ADAL" clId="{EA4146F4-1B7F-4DE2-8CED-541E46BBF44B}" dt="2022-05-10T11:51:55.214" v="2064" actId="208"/>
          <ac:cxnSpMkLst>
            <pc:docMk/>
            <pc:sldMk cId="1010449688" sldId="295"/>
            <ac:cxnSpMk id="38" creationId="{3755B6BE-7EAA-7DCE-BD9D-EB4A0DF299BE}"/>
          </ac:cxnSpMkLst>
        </pc:cxnChg>
        <pc:cxnChg chg="add mod">
          <ac:chgData name="Timm Ziarnetzky" userId="aec35307-a43a-4d63-891b-eec9cbfc423f" providerId="ADAL" clId="{EA4146F4-1B7F-4DE2-8CED-541E46BBF44B}" dt="2022-05-10T11:51:55.214" v="2064" actId="208"/>
          <ac:cxnSpMkLst>
            <pc:docMk/>
            <pc:sldMk cId="1010449688" sldId="295"/>
            <ac:cxnSpMk id="39" creationId="{BA91EA41-4788-47DC-E6CD-22DEC90A4BDB}"/>
          </ac:cxnSpMkLst>
        </pc:cxnChg>
      </pc:sldChg>
      <pc:sldChg chg="addSp delSp modSp add mod">
        <pc:chgData name="Timm Ziarnetzky" userId="aec35307-a43a-4d63-891b-eec9cbfc423f" providerId="ADAL" clId="{EA4146F4-1B7F-4DE2-8CED-541E46BBF44B}" dt="2022-05-10T11:58:28.532" v="2136"/>
        <pc:sldMkLst>
          <pc:docMk/>
          <pc:sldMk cId="3338578901" sldId="296"/>
        </pc:sldMkLst>
        <pc:spChg chg="add mod">
          <ac:chgData name="Timm Ziarnetzky" userId="aec35307-a43a-4d63-891b-eec9cbfc423f" providerId="ADAL" clId="{EA4146F4-1B7F-4DE2-8CED-541E46BBF44B}" dt="2022-05-10T11:51:23.149" v="2062" actId="1076"/>
          <ac:spMkLst>
            <pc:docMk/>
            <pc:sldMk cId="3338578901" sldId="296"/>
            <ac:spMk id="4" creationId="{F34F5BB6-D3EE-2015-F74B-7606853392DF}"/>
          </ac:spMkLst>
        </pc:spChg>
        <pc:spChg chg="add mod">
          <ac:chgData name="Timm Ziarnetzky" userId="aec35307-a43a-4d63-891b-eec9cbfc423f" providerId="ADAL" clId="{EA4146F4-1B7F-4DE2-8CED-541E46BBF44B}" dt="2022-05-10T11:51:23.149" v="2062" actId="1076"/>
          <ac:spMkLst>
            <pc:docMk/>
            <pc:sldMk cId="3338578901" sldId="296"/>
            <ac:spMk id="5" creationId="{76170570-4B0D-8B09-FCBC-0E327FA049C1}"/>
          </ac:spMkLst>
        </pc:spChg>
        <pc:spChg chg="add mod">
          <ac:chgData name="Timm Ziarnetzky" userId="aec35307-a43a-4d63-891b-eec9cbfc423f" providerId="ADAL" clId="{EA4146F4-1B7F-4DE2-8CED-541E46BBF44B}" dt="2022-05-10T11:52:19.637" v="2068" actId="1038"/>
          <ac:spMkLst>
            <pc:docMk/>
            <pc:sldMk cId="3338578901" sldId="296"/>
            <ac:spMk id="6" creationId="{D0635C40-8AB3-D2AA-A6D8-9E49B8575901}"/>
          </ac:spMkLst>
        </pc:spChg>
        <pc:spChg chg="add mod">
          <ac:chgData name="Timm Ziarnetzky" userId="aec35307-a43a-4d63-891b-eec9cbfc423f" providerId="ADAL" clId="{EA4146F4-1B7F-4DE2-8CED-541E46BBF44B}" dt="2022-05-10T11:51:23.149" v="2062" actId="1076"/>
          <ac:spMkLst>
            <pc:docMk/>
            <pc:sldMk cId="3338578901" sldId="296"/>
            <ac:spMk id="7" creationId="{AAED998A-13E8-AD4E-D593-76E8A4FB48B1}"/>
          </ac:spMkLst>
        </pc:spChg>
        <pc:spChg chg="add mod">
          <ac:chgData name="Timm Ziarnetzky" userId="aec35307-a43a-4d63-891b-eec9cbfc423f" providerId="ADAL" clId="{EA4146F4-1B7F-4DE2-8CED-541E46BBF44B}" dt="2022-05-10T11:52:16.019" v="2067" actId="1035"/>
          <ac:spMkLst>
            <pc:docMk/>
            <pc:sldMk cId="3338578901" sldId="296"/>
            <ac:spMk id="8" creationId="{C2B3A134-433A-4472-FC34-7FF0D67DC28B}"/>
          </ac:spMkLst>
        </pc:spChg>
        <pc:spChg chg="add mod">
          <ac:chgData name="Timm Ziarnetzky" userId="aec35307-a43a-4d63-891b-eec9cbfc423f" providerId="ADAL" clId="{EA4146F4-1B7F-4DE2-8CED-541E46BBF44B}" dt="2022-05-10T11:51:39.703" v="2063" actId="208"/>
          <ac:spMkLst>
            <pc:docMk/>
            <pc:sldMk cId="3338578901" sldId="296"/>
            <ac:spMk id="9" creationId="{29FADC9B-75F3-7EE4-775C-17B6FC50189E}"/>
          </ac:spMkLst>
        </pc:spChg>
        <pc:spChg chg="add mod">
          <ac:chgData name="Timm Ziarnetzky" userId="aec35307-a43a-4d63-891b-eec9cbfc423f" providerId="ADAL" clId="{EA4146F4-1B7F-4DE2-8CED-541E46BBF44B}" dt="2022-05-10T11:51:39.703" v="2063" actId="208"/>
          <ac:spMkLst>
            <pc:docMk/>
            <pc:sldMk cId="3338578901" sldId="296"/>
            <ac:spMk id="10" creationId="{63629686-8B7F-3738-1A4A-3F5783CBC682}"/>
          </ac:spMkLst>
        </pc:spChg>
        <pc:spChg chg="add mod">
          <ac:chgData name="Timm Ziarnetzky" userId="aec35307-a43a-4d63-891b-eec9cbfc423f" providerId="ADAL" clId="{EA4146F4-1B7F-4DE2-8CED-541E46BBF44B}" dt="2022-05-10T11:51:23.149" v="2062" actId="1076"/>
          <ac:spMkLst>
            <pc:docMk/>
            <pc:sldMk cId="3338578901" sldId="296"/>
            <ac:spMk id="11" creationId="{DF0D9753-0C4A-6403-7B9E-8D75DE41F999}"/>
          </ac:spMkLst>
        </pc:spChg>
        <pc:spChg chg="mod">
          <ac:chgData name="Timm Ziarnetzky" userId="aec35307-a43a-4d63-891b-eec9cbfc423f" providerId="ADAL" clId="{EA4146F4-1B7F-4DE2-8CED-541E46BBF44B}" dt="2022-05-10T11:58:28.532" v="2136"/>
          <ac:spMkLst>
            <pc:docMk/>
            <pc:sldMk cId="3338578901" sldId="296"/>
            <ac:spMk id="12" creationId="{D17C78FA-6558-49E1-A947-A702203CBA50}"/>
          </ac:spMkLst>
        </pc:spChg>
        <pc:spChg chg="del">
          <ac:chgData name="Timm Ziarnetzky" userId="aec35307-a43a-4d63-891b-eec9cbfc423f" providerId="ADAL" clId="{EA4146F4-1B7F-4DE2-8CED-541E46BBF44B}" dt="2022-05-10T11:51:15.503" v="2060" actId="478"/>
          <ac:spMkLst>
            <pc:docMk/>
            <pc:sldMk cId="3338578901" sldId="296"/>
            <ac:spMk id="13" creationId="{9EFE2027-5700-4C3D-BDF6-799D626AF7C2}"/>
          </ac:spMkLst>
        </pc:spChg>
        <pc:spChg chg="add mod">
          <ac:chgData name="Timm Ziarnetzky" userId="aec35307-a43a-4d63-891b-eec9cbfc423f" providerId="ADAL" clId="{EA4146F4-1B7F-4DE2-8CED-541E46BBF44B}" dt="2022-05-10T11:51:23.149" v="2062" actId="1076"/>
          <ac:spMkLst>
            <pc:docMk/>
            <pc:sldMk cId="3338578901" sldId="296"/>
            <ac:spMk id="14" creationId="{391A11C9-2EC1-E4FA-5719-7E086ADE58E9}"/>
          </ac:spMkLst>
        </pc:spChg>
        <pc:spChg chg="add mod">
          <ac:chgData name="Timm Ziarnetzky" userId="aec35307-a43a-4d63-891b-eec9cbfc423f" providerId="ADAL" clId="{EA4146F4-1B7F-4DE2-8CED-541E46BBF44B}" dt="2022-05-10T11:51:23.149" v="2062" actId="1076"/>
          <ac:spMkLst>
            <pc:docMk/>
            <pc:sldMk cId="3338578901" sldId="296"/>
            <ac:spMk id="17" creationId="{7A44B684-E19F-A903-E1FD-EB529CAD79E9}"/>
          </ac:spMkLst>
        </pc:spChg>
        <pc:spChg chg="add mod">
          <ac:chgData name="Timm Ziarnetzky" userId="aec35307-a43a-4d63-891b-eec9cbfc423f" providerId="ADAL" clId="{EA4146F4-1B7F-4DE2-8CED-541E46BBF44B}" dt="2022-05-10T11:51:23.149" v="2062" actId="1076"/>
          <ac:spMkLst>
            <pc:docMk/>
            <pc:sldMk cId="3338578901" sldId="296"/>
            <ac:spMk id="18" creationId="{4818DD8F-C446-0042-0256-D29B0078E6FE}"/>
          </ac:spMkLst>
        </pc:spChg>
        <pc:spChg chg="add mod">
          <ac:chgData name="Timm Ziarnetzky" userId="aec35307-a43a-4d63-891b-eec9cbfc423f" providerId="ADAL" clId="{EA4146F4-1B7F-4DE2-8CED-541E46BBF44B}" dt="2022-05-10T11:51:23.149" v="2062" actId="1076"/>
          <ac:spMkLst>
            <pc:docMk/>
            <pc:sldMk cId="3338578901" sldId="296"/>
            <ac:spMk id="19" creationId="{4B9E902A-46AD-2692-F489-FBC0B4CC459A}"/>
          </ac:spMkLst>
        </pc:spChg>
        <pc:spChg chg="add mod">
          <ac:chgData name="Timm Ziarnetzky" userId="aec35307-a43a-4d63-891b-eec9cbfc423f" providerId="ADAL" clId="{EA4146F4-1B7F-4DE2-8CED-541E46BBF44B}" dt="2022-05-10T11:51:23.149" v="2062" actId="1076"/>
          <ac:spMkLst>
            <pc:docMk/>
            <pc:sldMk cId="3338578901" sldId="296"/>
            <ac:spMk id="20" creationId="{08089060-D3C3-7EBF-C771-E6B722991DCF}"/>
          </ac:spMkLst>
        </pc:spChg>
        <pc:spChg chg="add mod">
          <ac:chgData name="Timm Ziarnetzky" userId="aec35307-a43a-4d63-891b-eec9cbfc423f" providerId="ADAL" clId="{EA4146F4-1B7F-4DE2-8CED-541E46BBF44B}" dt="2022-05-10T11:51:23.149" v="2062" actId="1076"/>
          <ac:spMkLst>
            <pc:docMk/>
            <pc:sldMk cId="3338578901" sldId="296"/>
            <ac:spMk id="21" creationId="{C64CE6D6-684A-F5D1-032E-897318A5A9AD}"/>
          </ac:spMkLst>
        </pc:spChg>
        <pc:spChg chg="add mod">
          <ac:chgData name="Timm Ziarnetzky" userId="aec35307-a43a-4d63-891b-eec9cbfc423f" providerId="ADAL" clId="{EA4146F4-1B7F-4DE2-8CED-541E46BBF44B}" dt="2022-05-10T11:51:23.149" v="2062" actId="1076"/>
          <ac:spMkLst>
            <pc:docMk/>
            <pc:sldMk cId="3338578901" sldId="296"/>
            <ac:spMk id="22" creationId="{26D77A2F-881A-2F8D-68D9-200C15ABFBBF}"/>
          </ac:spMkLst>
        </pc:spChg>
        <pc:spChg chg="add mod">
          <ac:chgData name="Timm Ziarnetzky" userId="aec35307-a43a-4d63-891b-eec9cbfc423f" providerId="ADAL" clId="{EA4146F4-1B7F-4DE2-8CED-541E46BBF44B}" dt="2022-05-10T11:51:23.149" v="2062" actId="1076"/>
          <ac:spMkLst>
            <pc:docMk/>
            <pc:sldMk cId="3338578901" sldId="296"/>
            <ac:spMk id="24" creationId="{9839C7A7-BB76-0102-30D6-268B737B5FA2}"/>
          </ac:spMkLst>
        </pc:spChg>
        <pc:spChg chg="add mod">
          <ac:chgData name="Timm Ziarnetzky" userId="aec35307-a43a-4d63-891b-eec9cbfc423f" providerId="ADAL" clId="{EA4146F4-1B7F-4DE2-8CED-541E46BBF44B}" dt="2022-05-10T11:51:39.703" v="2063" actId="208"/>
          <ac:spMkLst>
            <pc:docMk/>
            <pc:sldMk cId="3338578901" sldId="296"/>
            <ac:spMk id="25" creationId="{B1BF9679-CB96-BFA1-9757-642E024A705C}"/>
          </ac:spMkLst>
        </pc:spChg>
        <pc:spChg chg="add mod">
          <ac:chgData name="Timm Ziarnetzky" userId="aec35307-a43a-4d63-891b-eec9cbfc423f" providerId="ADAL" clId="{EA4146F4-1B7F-4DE2-8CED-541E46BBF44B}" dt="2022-05-10T11:51:23.149" v="2062" actId="1076"/>
          <ac:spMkLst>
            <pc:docMk/>
            <pc:sldMk cId="3338578901" sldId="296"/>
            <ac:spMk id="27" creationId="{5CFADDF0-D982-FF65-15EB-389357A8234D}"/>
          </ac:spMkLst>
        </pc:spChg>
        <pc:spChg chg="add mod">
          <ac:chgData name="Timm Ziarnetzky" userId="aec35307-a43a-4d63-891b-eec9cbfc423f" providerId="ADAL" clId="{EA4146F4-1B7F-4DE2-8CED-541E46BBF44B}" dt="2022-05-10T11:51:23.149" v="2062" actId="1076"/>
          <ac:spMkLst>
            <pc:docMk/>
            <pc:sldMk cId="3338578901" sldId="296"/>
            <ac:spMk id="28" creationId="{5B1988A1-9D06-118A-7F97-8EC4C32EFB82}"/>
          </ac:spMkLst>
        </pc:spChg>
        <pc:spChg chg="add mod">
          <ac:chgData name="Timm Ziarnetzky" userId="aec35307-a43a-4d63-891b-eec9cbfc423f" providerId="ADAL" clId="{EA4146F4-1B7F-4DE2-8CED-541E46BBF44B}" dt="2022-05-10T11:51:23.149" v="2062" actId="1076"/>
          <ac:spMkLst>
            <pc:docMk/>
            <pc:sldMk cId="3338578901" sldId="296"/>
            <ac:spMk id="29" creationId="{5285DD74-91A4-1F62-4C62-8EC1D9A0D84F}"/>
          </ac:spMkLst>
        </pc:spChg>
        <pc:spChg chg="add mod">
          <ac:chgData name="Timm Ziarnetzky" userId="aec35307-a43a-4d63-891b-eec9cbfc423f" providerId="ADAL" clId="{EA4146F4-1B7F-4DE2-8CED-541E46BBF44B}" dt="2022-05-10T11:51:23.149" v="2062" actId="1076"/>
          <ac:spMkLst>
            <pc:docMk/>
            <pc:sldMk cId="3338578901" sldId="296"/>
            <ac:spMk id="30" creationId="{6545C5DD-14C3-FC6A-0411-8492821806D8}"/>
          </ac:spMkLst>
        </pc:spChg>
        <pc:spChg chg="add mod">
          <ac:chgData name="Timm Ziarnetzky" userId="aec35307-a43a-4d63-891b-eec9cbfc423f" providerId="ADAL" clId="{EA4146F4-1B7F-4DE2-8CED-541E46BBF44B}" dt="2022-05-10T11:51:23.149" v="2062" actId="1076"/>
          <ac:spMkLst>
            <pc:docMk/>
            <pc:sldMk cId="3338578901" sldId="296"/>
            <ac:spMk id="31" creationId="{62AB2C65-5C44-F094-C0FD-76CAAC3D7242}"/>
          </ac:spMkLst>
        </pc:spChg>
        <pc:spChg chg="add mod">
          <ac:chgData name="Timm Ziarnetzky" userId="aec35307-a43a-4d63-891b-eec9cbfc423f" providerId="ADAL" clId="{EA4146F4-1B7F-4DE2-8CED-541E46BBF44B}" dt="2022-05-10T11:51:23.149" v="2062" actId="1076"/>
          <ac:spMkLst>
            <pc:docMk/>
            <pc:sldMk cId="3338578901" sldId="296"/>
            <ac:spMk id="39" creationId="{D465F2B9-795E-5DB9-79FE-A543EA1230B8}"/>
          </ac:spMkLst>
        </pc:spChg>
        <pc:spChg chg="add mod">
          <ac:chgData name="Timm Ziarnetzky" userId="aec35307-a43a-4d63-891b-eec9cbfc423f" providerId="ADAL" clId="{EA4146F4-1B7F-4DE2-8CED-541E46BBF44B}" dt="2022-05-10T11:51:23.149" v="2062" actId="1076"/>
          <ac:spMkLst>
            <pc:docMk/>
            <pc:sldMk cId="3338578901" sldId="296"/>
            <ac:spMk id="40" creationId="{D580A6F1-5274-6802-7ECB-C8C791F52397}"/>
          </ac:spMkLst>
        </pc:spChg>
        <pc:spChg chg="add mod">
          <ac:chgData name="Timm Ziarnetzky" userId="aec35307-a43a-4d63-891b-eec9cbfc423f" providerId="ADAL" clId="{EA4146F4-1B7F-4DE2-8CED-541E46BBF44B}" dt="2022-05-10T11:51:23.149" v="2062" actId="1076"/>
          <ac:spMkLst>
            <pc:docMk/>
            <pc:sldMk cId="3338578901" sldId="296"/>
            <ac:spMk id="42" creationId="{95DA93A2-54B4-7313-8A81-7702CBE024D5}"/>
          </ac:spMkLst>
        </pc:spChg>
        <pc:spChg chg="add mod">
          <ac:chgData name="Timm Ziarnetzky" userId="aec35307-a43a-4d63-891b-eec9cbfc423f" providerId="ADAL" clId="{EA4146F4-1B7F-4DE2-8CED-541E46BBF44B}" dt="2022-05-10T11:51:23.149" v="2062" actId="1076"/>
          <ac:spMkLst>
            <pc:docMk/>
            <pc:sldMk cId="3338578901" sldId="296"/>
            <ac:spMk id="44" creationId="{8864CA98-5E72-E629-1FB7-8844223C5DEF}"/>
          </ac:spMkLst>
        </pc:spChg>
        <pc:spChg chg="add mod">
          <ac:chgData name="Timm Ziarnetzky" userId="aec35307-a43a-4d63-891b-eec9cbfc423f" providerId="ADAL" clId="{EA4146F4-1B7F-4DE2-8CED-541E46BBF44B}" dt="2022-05-10T11:51:23.149" v="2062" actId="1076"/>
          <ac:spMkLst>
            <pc:docMk/>
            <pc:sldMk cId="3338578901" sldId="296"/>
            <ac:spMk id="46" creationId="{B516BE83-8F71-8846-3358-0AB7B7322916}"/>
          </ac:spMkLst>
        </pc:spChg>
        <pc:spChg chg="add mod">
          <ac:chgData name="Timm Ziarnetzky" userId="aec35307-a43a-4d63-891b-eec9cbfc423f" providerId="ADAL" clId="{EA4146F4-1B7F-4DE2-8CED-541E46BBF44B}" dt="2022-05-10T11:51:23.149" v="2062" actId="1076"/>
          <ac:spMkLst>
            <pc:docMk/>
            <pc:sldMk cId="3338578901" sldId="296"/>
            <ac:spMk id="47" creationId="{9DF91E26-B4E5-5BB8-C6E6-CB182AE987A1}"/>
          </ac:spMkLst>
        </pc:spChg>
        <pc:spChg chg="add mod">
          <ac:chgData name="Timm Ziarnetzky" userId="aec35307-a43a-4d63-891b-eec9cbfc423f" providerId="ADAL" clId="{EA4146F4-1B7F-4DE2-8CED-541E46BBF44B}" dt="2022-05-10T11:51:23.149" v="2062" actId="1076"/>
          <ac:spMkLst>
            <pc:docMk/>
            <pc:sldMk cId="3338578901" sldId="296"/>
            <ac:spMk id="48" creationId="{725E8D1B-44C0-90E6-367D-B57D5B2ADECE}"/>
          </ac:spMkLst>
        </pc:spChg>
        <pc:spChg chg="add mod">
          <ac:chgData name="Timm Ziarnetzky" userId="aec35307-a43a-4d63-891b-eec9cbfc423f" providerId="ADAL" clId="{EA4146F4-1B7F-4DE2-8CED-541E46BBF44B}" dt="2022-05-10T11:51:23.149" v="2062" actId="1076"/>
          <ac:spMkLst>
            <pc:docMk/>
            <pc:sldMk cId="3338578901" sldId="296"/>
            <ac:spMk id="49" creationId="{F7CE1C63-0C5F-CC5A-D864-CE6DF0064987}"/>
          </ac:spMkLst>
        </pc:spChg>
        <pc:spChg chg="add mod">
          <ac:chgData name="Timm Ziarnetzky" userId="aec35307-a43a-4d63-891b-eec9cbfc423f" providerId="ADAL" clId="{EA4146F4-1B7F-4DE2-8CED-541E46BBF44B}" dt="2022-05-10T11:51:23.149" v="2062" actId="1076"/>
          <ac:spMkLst>
            <pc:docMk/>
            <pc:sldMk cId="3338578901" sldId="296"/>
            <ac:spMk id="50" creationId="{15EE7D88-E7E1-6ACF-C790-F8CA39E1758B}"/>
          </ac:spMkLst>
        </pc:spChg>
        <pc:spChg chg="add mod">
          <ac:chgData name="Timm Ziarnetzky" userId="aec35307-a43a-4d63-891b-eec9cbfc423f" providerId="ADAL" clId="{EA4146F4-1B7F-4DE2-8CED-541E46BBF44B}" dt="2022-05-10T11:51:23.149" v="2062" actId="1076"/>
          <ac:spMkLst>
            <pc:docMk/>
            <pc:sldMk cId="3338578901" sldId="296"/>
            <ac:spMk id="51" creationId="{9EDCFF7B-7B79-1B21-F2C6-D2EC04E8F018}"/>
          </ac:spMkLst>
        </pc:spChg>
        <pc:spChg chg="add mod">
          <ac:chgData name="Timm Ziarnetzky" userId="aec35307-a43a-4d63-891b-eec9cbfc423f" providerId="ADAL" clId="{EA4146F4-1B7F-4DE2-8CED-541E46BBF44B}" dt="2022-05-10T11:51:23.149" v="2062" actId="1076"/>
          <ac:spMkLst>
            <pc:docMk/>
            <pc:sldMk cId="3338578901" sldId="296"/>
            <ac:spMk id="52" creationId="{EF5406A5-09D5-DBC7-7ACE-9BA80FD6763D}"/>
          </ac:spMkLst>
        </pc:spChg>
        <pc:spChg chg="add mod">
          <ac:chgData name="Timm Ziarnetzky" userId="aec35307-a43a-4d63-891b-eec9cbfc423f" providerId="ADAL" clId="{EA4146F4-1B7F-4DE2-8CED-541E46BBF44B}" dt="2022-05-10T11:51:23.149" v="2062" actId="1076"/>
          <ac:spMkLst>
            <pc:docMk/>
            <pc:sldMk cId="3338578901" sldId="296"/>
            <ac:spMk id="53" creationId="{C329FF1B-A98F-6E9E-7DCC-F81E13ACCE04}"/>
          </ac:spMkLst>
        </pc:spChg>
        <pc:spChg chg="add mod">
          <ac:chgData name="Timm Ziarnetzky" userId="aec35307-a43a-4d63-891b-eec9cbfc423f" providerId="ADAL" clId="{EA4146F4-1B7F-4DE2-8CED-541E46BBF44B}" dt="2022-05-10T11:51:23.149" v="2062" actId="1076"/>
          <ac:spMkLst>
            <pc:docMk/>
            <pc:sldMk cId="3338578901" sldId="296"/>
            <ac:spMk id="54" creationId="{9F4B549F-6E3C-4337-1ADA-FE43608B3330}"/>
          </ac:spMkLst>
        </pc:spChg>
        <pc:spChg chg="add mod">
          <ac:chgData name="Timm Ziarnetzky" userId="aec35307-a43a-4d63-891b-eec9cbfc423f" providerId="ADAL" clId="{EA4146F4-1B7F-4DE2-8CED-541E46BBF44B}" dt="2022-05-10T11:51:23.149" v="2062" actId="1076"/>
          <ac:spMkLst>
            <pc:docMk/>
            <pc:sldMk cId="3338578901" sldId="296"/>
            <ac:spMk id="55" creationId="{36174C73-F2DC-6F23-D5C0-72CA31B2D14F}"/>
          </ac:spMkLst>
        </pc:spChg>
        <pc:spChg chg="add mod">
          <ac:chgData name="Timm Ziarnetzky" userId="aec35307-a43a-4d63-891b-eec9cbfc423f" providerId="ADAL" clId="{EA4146F4-1B7F-4DE2-8CED-541E46BBF44B}" dt="2022-05-10T11:51:23.149" v="2062" actId="1076"/>
          <ac:spMkLst>
            <pc:docMk/>
            <pc:sldMk cId="3338578901" sldId="296"/>
            <ac:spMk id="56" creationId="{564DE69B-3B65-02B2-AFA8-F9C19CC3022B}"/>
          </ac:spMkLst>
        </pc:spChg>
        <pc:cxnChg chg="add mod">
          <ac:chgData name="Timm Ziarnetzky" userId="aec35307-a43a-4d63-891b-eec9cbfc423f" providerId="ADAL" clId="{EA4146F4-1B7F-4DE2-8CED-541E46BBF44B}" dt="2022-05-10T11:51:23.149" v="2062" actId="1076"/>
          <ac:cxnSpMkLst>
            <pc:docMk/>
            <pc:sldMk cId="3338578901" sldId="296"/>
            <ac:cxnSpMk id="15" creationId="{37E4F15D-1E81-1747-8A33-21B4343A93AF}"/>
          </ac:cxnSpMkLst>
        </pc:cxnChg>
        <pc:cxnChg chg="add mod">
          <ac:chgData name="Timm Ziarnetzky" userId="aec35307-a43a-4d63-891b-eec9cbfc423f" providerId="ADAL" clId="{EA4146F4-1B7F-4DE2-8CED-541E46BBF44B}" dt="2022-05-10T11:51:23.149" v="2062" actId="1076"/>
          <ac:cxnSpMkLst>
            <pc:docMk/>
            <pc:sldMk cId="3338578901" sldId="296"/>
            <ac:cxnSpMk id="16" creationId="{821C73F2-5E46-F6B0-2285-23CCD7F2BF79}"/>
          </ac:cxnSpMkLst>
        </pc:cxnChg>
        <pc:cxnChg chg="add mod">
          <ac:chgData name="Timm Ziarnetzky" userId="aec35307-a43a-4d63-891b-eec9cbfc423f" providerId="ADAL" clId="{EA4146F4-1B7F-4DE2-8CED-541E46BBF44B}" dt="2022-05-10T11:52:29.093" v="2069" actId="208"/>
          <ac:cxnSpMkLst>
            <pc:docMk/>
            <pc:sldMk cId="3338578901" sldId="296"/>
            <ac:cxnSpMk id="23" creationId="{8DB646BE-E428-BC6F-7CD0-CFF6BD035183}"/>
          </ac:cxnSpMkLst>
        </pc:cxnChg>
        <pc:cxnChg chg="add mod">
          <ac:chgData name="Timm Ziarnetzky" userId="aec35307-a43a-4d63-891b-eec9cbfc423f" providerId="ADAL" clId="{EA4146F4-1B7F-4DE2-8CED-541E46BBF44B}" dt="2022-05-10T11:52:29.093" v="2069" actId="208"/>
          <ac:cxnSpMkLst>
            <pc:docMk/>
            <pc:sldMk cId="3338578901" sldId="296"/>
            <ac:cxnSpMk id="26" creationId="{6B9FDC97-7C29-6F88-6F07-FE5EDFEEB23A}"/>
          </ac:cxnSpMkLst>
        </pc:cxnChg>
        <pc:cxnChg chg="add mod">
          <ac:chgData name="Timm Ziarnetzky" userId="aec35307-a43a-4d63-891b-eec9cbfc423f" providerId="ADAL" clId="{EA4146F4-1B7F-4DE2-8CED-541E46BBF44B}" dt="2022-05-10T11:51:23.149" v="2062" actId="1076"/>
          <ac:cxnSpMkLst>
            <pc:docMk/>
            <pc:sldMk cId="3338578901" sldId="296"/>
            <ac:cxnSpMk id="32" creationId="{175C9E0D-A422-8738-7D53-5312051401CD}"/>
          </ac:cxnSpMkLst>
        </pc:cxnChg>
        <pc:cxnChg chg="add mod">
          <ac:chgData name="Timm Ziarnetzky" userId="aec35307-a43a-4d63-891b-eec9cbfc423f" providerId="ADAL" clId="{EA4146F4-1B7F-4DE2-8CED-541E46BBF44B}" dt="2022-05-10T11:51:23.149" v="2062" actId="1076"/>
          <ac:cxnSpMkLst>
            <pc:docMk/>
            <pc:sldMk cId="3338578901" sldId="296"/>
            <ac:cxnSpMk id="33" creationId="{12492F7C-A800-BF65-4361-8FAB67AED9E2}"/>
          </ac:cxnSpMkLst>
        </pc:cxnChg>
        <pc:cxnChg chg="add mod">
          <ac:chgData name="Timm Ziarnetzky" userId="aec35307-a43a-4d63-891b-eec9cbfc423f" providerId="ADAL" clId="{EA4146F4-1B7F-4DE2-8CED-541E46BBF44B}" dt="2022-05-10T11:51:23.149" v="2062" actId="1076"/>
          <ac:cxnSpMkLst>
            <pc:docMk/>
            <pc:sldMk cId="3338578901" sldId="296"/>
            <ac:cxnSpMk id="34" creationId="{922FA792-6CFB-AA4F-69D9-5CD508E9B50D}"/>
          </ac:cxnSpMkLst>
        </pc:cxnChg>
        <pc:cxnChg chg="add mod">
          <ac:chgData name="Timm Ziarnetzky" userId="aec35307-a43a-4d63-891b-eec9cbfc423f" providerId="ADAL" clId="{EA4146F4-1B7F-4DE2-8CED-541E46BBF44B}" dt="2022-05-10T11:51:23.149" v="2062" actId="1076"/>
          <ac:cxnSpMkLst>
            <pc:docMk/>
            <pc:sldMk cId="3338578901" sldId="296"/>
            <ac:cxnSpMk id="35" creationId="{CB3D65B5-2CBB-71CA-1824-E3F1AD5B0ED7}"/>
          </ac:cxnSpMkLst>
        </pc:cxnChg>
        <pc:cxnChg chg="add mod">
          <ac:chgData name="Timm Ziarnetzky" userId="aec35307-a43a-4d63-891b-eec9cbfc423f" providerId="ADAL" clId="{EA4146F4-1B7F-4DE2-8CED-541E46BBF44B}" dt="2022-05-10T11:51:23.149" v="2062" actId="1076"/>
          <ac:cxnSpMkLst>
            <pc:docMk/>
            <pc:sldMk cId="3338578901" sldId="296"/>
            <ac:cxnSpMk id="36" creationId="{749C4C82-AF1D-9C4E-A45D-4B07480F953A}"/>
          </ac:cxnSpMkLst>
        </pc:cxnChg>
        <pc:cxnChg chg="add mod">
          <ac:chgData name="Timm Ziarnetzky" userId="aec35307-a43a-4d63-891b-eec9cbfc423f" providerId="ADAL" clId="{EA4146F4-1B7F-4DE2-8CED-541E46BBF44B}" dt="2022-05-10T11:52:29.093" v="2069" actId="208"/>
          <ac:cxnSpMkLst>
            <pc:docMk/>
            <pc:sldMk cId="3338578901" sldId="296"/>
            <ac:cxnSpMk id="37" creationId="{B183E5A2-BC7B-71B8-ABEF-1EE56EFE27A5}"/>
          </ac:cxnSpMkLst>
        </pc:cxnChg>
        <pc:cxnChg chg="add mod">
          <ac:chgData name="Timm Ziarnetzky" userId="aec35307-a43a-4d63-891b-eec9cbfc423f" providerId="ADAL" clId="{EA4146F4-1B7F-4DE2-8CED-541E46BBF44B}" dt="2022-05-10T11:52:29.093" v="2069" actId="208"/>
          <ac:cxnSpMkLst>
            <pc:docMk/>
            <pc:sldMk cId="3338578901" sldId="296"/>
            <ac:cxnSpMk id="38" creationId="{5F3AD9AF-A83E-3BBA-8530-9493BC48E373}"/>
          </ac:cxnSpMkLst>
        </pc:cxnChg>
        <pc:cxnChg chg="add mod">
          <ac:chgData name="Timm Ziarnetzky" userId="aec35307-a43a-4d63-891b-eec9cbfc423f" providerId="ADAL" clId="{EA4146F4-1B7F-4DE2-8CED-541E46BBF44B}" dt="2022-05-10T11:51:39.703" v="2063" actId="208"/>
          <ac:cxnSpMkLst>
            <pc:docMk/>
            <pc:sldMk cId="3338578901" sldId="296"/>
            <ac:cxnSpMk id="41" creationId="{6B17337E-8ADF-68DA-17D7-5D83E4F9C248}"/>
          </ac:cxnSpMkLst>
        </pc:cxnChg>
        <pc:cxnChg chg="add mod">
          <ac:chgData name="Timm Ziarnetzky" userId="aec35307-a43a-4d63-891b-eec9cbfc423f" providerId="ADAL" clId="{EA4146F4-1B7F-4DE2-8CED-541E46BBF44B}" dt="2022-05-10T11:51:39.703" v="2063" actId="208"/>
          <ac:cxnSpMkLst>
            <pc:docMk/>
            <pc:sldMk cId="3338578901" sldId="296"/>
            <ac:cxnSpMk id="43" creationId="{D7A4B7BC-C69F-5211-E221-4ECADAB72D74}"/>
          </ac:cxnSpMkLst>
        </pc:cxnChg>
        <pc:cxnChg chg="add mod">
          <ac:chgData name="Timm Ziarnetzky" userId="aec35307-a43a-4d63-891b-eec9cbfc423f" providerId="ADAL" clId="{EA4146F4-1B7F-4DE2-8CED-541E46BBF44B}" dt="2022-05-10T11:51:39.703" v="2063" actId="208"/>
          <ac:cxnSpMkLst>
            <pc:docMk/>
            <pc:sldMk cId="3338578901" sldId="296"/>
            <ac:cxnSpMk id="45" creationId="{152BDA1D-AEA3-C14C-FB25-526BF535C46D}"/>
          </ac:cxnSpMkLst>
        </pc:cxnChg>
      </pc:sldChg>
      <pc:sldChg chg="add del">
        <pc:chgData name="Timm Ziarnetzky" userId="aec35307-a43a-4d63-891b-eec9cbfc423f" providerId="ADAL" clId="{EA4146F4-1B7F-4DE2-8CED-541E46BBF44B}" dt="2022-05-10T11:54:31.855" v="2080" actId="2696"/>
        <pc:sldMkLst>
          <pc:docMk/>
          <pc:sldMk cId="2082367544" sldId="297"/>
        </pc:sldMkLst>
      </pc:sldChg>
      <pc:sldChg chg="addSp delSp modSp add mod modClrScheme chgLayout">
        <pc:chgData name="Timm Ziarnetzky" userId="aec35307-a43a-4d63-891b-eec9cbfc423f" providerId="ADAL" clId="{EA4146F4-1B7F-4DE2-8CED-541E46BBF44B}" dt="2022-05-10T11:54:26.108" v="2079" actId="478"/>
        <pc:sldMkLst>
          <pc:docMk/>
          <pc:sldMk cId="3040947742" sldId="671"/>
        </pc:sldMkLst>
        <pc:spChg chg="add del mod ord">
          <ac:chgData name="Timm Ziarnetzky" userId="aec35307-a43a-4d63-891b-eec9cbfc423f" providerId="ADAL" clId="{EA4146F4-1B7F-4DE2-8CED-541E46BBF44B}" dt="2022-05-10T11:54:00.773" v="2076" actId="478"/>
          <ac:spMkLst>
            <pc:docMk/>
            <pc:sldMk cId="3040947742" sldId="671"/>
            <ac:spMk id="2" creationId="{CAB07C4D-F433-D175-3A40-AB656B1C39B3}"/>
          </ac:spMkLst>
        </pc:spChg>
        <pc:spChg chg="add del mod ord">
          <ac:chgData name="Timm Ziarnetzky" userId="aec35307-a43a-4d63-891b-eec9cbfc423f" providerId="ADAL" clId="{EA4146F4-1B7F-4DE2-8CED-541E46BBF44B}" dt="2022-05-10T11:54:09.529" v="2077"/>
          <ac:spMkLst>
            <pc:docMk/>
            <pc:sldMk cId="3040947742" sldId="671"/>
            <ac:spMk id="3" creationId="{B83B01AB-2C11-DF9E-CFEF-6A4CDA5E6D52}"/>
          </ac:spMkLst>
        </pc:spChg>
        <pc:spChg chg="add mod ord">
          <ac:chgData name="Timm Ziarnetzky" userId="aec35307-a43a-4d63-891b-eec9cbfc423f" providerId="ADAL" clId="{EA4146F4-1B7F-4DE2-8CED-541E46BBF44B}" dt="2022-05-10T11:53:39.668" v="2071" actId="700"/>
          <ac:spMkLst>
            <pc:docMk/>
            <pc:sldMk cId="3040947742" sldId="671"/>
            <ac:spMk id="4" creationId="{9CBC18C0-107A-2D54-AFFC-C8E67B73F791}"/>
          </ac:spMkLst>
        </pc:spChg>
        <pc:spChg chg="add mod ord">
          <ac:chgData name="Timm Ziarnetzky" userId="aec35307-a43a-4d63-891b-eec9cbfc423f" providerId="ADAL" clId="{EA4146F4-1B7F-4DE2-8CED-541E46BBF44B}" dt="2022-05-10T11:53:39.668" v="2071" actId="700"/>
          <ac:spMkLst>
            <pc:docMk/>
            <pc:sldMk cId="3040947742" sldId="671"/>
            <ac:spMk id="5" creationId="{853D5894-9FDD-C181-E0FA-76C3C3400EBB}"/>
          </ac:spMkLst>
        </pc:spChg>
        <pc:spChg chg="add mod ord">
          <ac:chgData name="Timm Ziarnetzky" userId="aec35307-a43a-4d63-891b-eec9cbfc423f" providerId="ADAL" clId="{EA4146F4-1B7F-4DE2-8CED-541E46BBF44B}" dt="2022-05-10T11:53:39.668" v="2071" actId="700"/>
          <ac:spMkLst>
            <pc:docMk/>
            <pc:sldMk cId="3040947742" sldId="671"/>
            <ac:spMk id="6" creationId="{50B98571-DB34-31C5-5886-CEA874F79FDB}"/>
          </ac:spMkLst>
        </pc:spChg>
        <pc:spChg chg="add mod ord">
          <ac:chgData name="Timm Ziarnetzky" userId="aec35307-a43a-4d63-891b-eec9cbfc423f" providerId="ADAL" clId="{EA4146F4-1B7F-4DE2-8CED-541E46BBF44B}" dt="2022-05-10T11:53:39.668" v="2071" actId="700"/>
          <ac:spMkLst>
            <pc:docMk/>
            <pc:sldMk cId="3040947742" sldId="671"/>
            <ac:spMk id="7" creationId="{354D6BB5-7A42-75DC-358E-9C1AB1D9DB64}"/>
          </ac:spMkLst>
        </pc:spChg>
        <pc:spChg chg="add del mod">
          <ac:chgData name="Timm Ziarnetzky" userId="aec35307-a43a-4d63-891b-eec9cbfc423f" providerId="ADAL" clId="{EA4146F4-1B7F-4DE2-8CED-541E46BBF44B}" dt="2022-05-10T11:54:26.108" v="2079" actId="478"/>
          <ac:spMkLst>
            <pc:docMk/>
            <pc:sldMk cId="3040947742" sldId="671"/>
            <ac:spMk id="9" creationId="{08FDCDEC-2835-00C5-D96F-4DEC390F612B}"/>
          </ac:spMkLst>
        </pc:spChg>
        <pc:spChg chg="mod">
          <ac:chgData name="Timm Ziarnetzky" userId="aec35307-a43a-4d63-891b-eec9cbfc423f" providerId="ADAL" clId="{EA4146F4-1B7F-4DE2-8CED-541E46BBF44B}" dt="2022-05-10T11:53:57.425" v="2075" actId="6549"/>
          <ac:spMkLst>
            <pc:docMk/>
            <pc:sldMk cId="3040947742" sldId="671"/>
            <ac:spMk id="16" creationId="{BB4898DD-5D1B-4512-B94F-1A4C2ED8ABAF}"/>
          </ac:spMkLst>
        </pc:spChg>
        <pc:picChg chg="add mod">
          <ac:chgData name="Timm Ziarnetzky" userId="aec35307-a43a-4d63-891b-eec9cbfc423f" providerId="ADAL" clId="{EA4146F4-1B7F-4DE2-8CED-541E46BBF44B}" dt="2022-05-10T11:54:09.529" v="2077"/>
          <ac:picMkLst>
            <pc:docMk/>
            <pc:sldMk cId="3040947742" sldId="671"/>
            <ac:picMk id="11" creationId="{4BFE704D-15F0-3517-6821-DD516F4D8D16}"/>
          </ac:picMkLst>
        </pc:picChg>
        <pc:picChg chg="del mod ord modCrop">
          <ac:chgData name="Timm Ziarnetzky" userId="aec35307-a43a-4d63-891b-eec9cbfc423f" providerId="ADAL" clId="{EA4146F4-1B7F-4DE2-8CED-541E46BBF44B}" dt="2022-05-10T11:54:18.940" v="2078" actId="478"/>
          <ac:picMkLst>
            <pc:docMk/>
            <pc:sldMk cId="3040947742" sldId="671"/>
            <ac:picMk id="29" creationId="{974FD845-6778-4961-957C-6CDCFE6774B2}"/>
          </ac:picMkLst>
        </pc:picChg>
      </pc:sldChg>
      <pc:sldChg chg="addSp modSp add mod ord modAnim">
        <pc:chgData name="Timm Ziarnetzky" userId="aec35307-a43a-4d63-891b-eec9cbfc423f" providerId="ADAL" clId="{EA4146F4-1B7F-4DE2-8CED-541E46BBF44B}" dt="2022-05-10T12:04:25.881" v="2223" actId="1076"/>
        <pc:sldMkLst>
          <pc:docMk/>
          <pc:sldMk cId="3366413202" sldId="672"/>
        </pc:sldMkLst>
        <pc:spChg chg="mod">
          <ac:chgData name="Timm Ziarnetzky" userId="aec35307-a43a-4d63-891b-eec9cbfc423f" providerId="ADAL" clId="{EA4146F4-1B7F-4DE2-8CED-541E46BBF44B}" dt="2022-05-10T12:00:44.368" v="2174" actId="1076"/>
          <ac:spMkLst>
            <pc:docMk/>
            <pc:sldMk cId="3366413202" sldId="672"/>
            <ac:spMk id="5" creationId="{F53808C9-6996-60C4-B514-B858F41C1662}"/>
          </ac:spMkLst>
        </pc:spChg>
        <pc:spChg chg="mod">
          <ac:chgData name="Timm Ziarnetzky" userId="aec35307-a43a-4d63-891b-eec9cbfc423f" providerId="ADAL" clId="{EA4146F4-1B7F-4DE2-8CED-541E46BBF44B}" dt="2022-05-10T12:00:11.490" v="2151"/>
          <ac:spMkLst>
            <pc:docMk/>
            <pc:sldMk cId="3366413202" sldId="672"/>
            <ac:spMk id="6" creationId="{A3F619D8-E7C9-4645-3FC6-97331B173C1F}"/>
          </ac:spMkLst>
        </pc:spChg>
        <pc:spChg chg="mod">
          <ac:chgData name="Timm Ziarnetzky" userId="aec35307-a43a-4d63-891b-eec9cbfc423f" providerId="ADAL" clId="{EA4146F4-1B7F-4DE2-8CED-541E46BBF44B}" dt="2022-05-10T12:00:11.490" v="2151"/>
          <ac:spMkLst>
            <pc:docMk/>
            <pc:sldMk cId="3366413202" sldId="672"/>
            <ac:spMk id="7" creationId="{B8CD870A-C0A6-14DE-2D5B-DEB75A30325E}"/>
          </ac:spMkLst>
        </pc:spChg>
        <pc:spChg chg="mod">
          <ac:chgData name="Timm Ziarnetzky" userId="aec35307-a43a-4d63-891b-eec9cbfc423f" providerId="ADAL" clId="{EA4146F4-1B7F-4DE2-8CED-541E46BBF44B}" dt="2022-05-10T12:00:11.490" v="2151"/>
          <ac:spMkLst>
            <pc:docMk/>
            <pc:sldMk cId="3366413202" sldId="672"/>
            <ac:spMk id="8" creationId="{848B085A-BB90-F5CC-EB9E-015C1668169B}"/>
          </ac:spMkLst>
        </pc:spChg>
        <pc:spChg chg="mod">
          <ac:chgData name="Timm Ziarnetzky" userId="aec35307-a43a-4d63-891b-eec9cbfc423f" providerId="ADAL" clId="{EA4146F4-1B7F-4DE2-8CED-541E46BBF44B}" dt="2022-05-10T12:00:11.490" v="2151"/>
          <ac:spMkLst>
            <pc:docMk/>
            <pc:sldMk cId="3366413202" sldId="672"/>
            <ac:spMk id="9" creationId="{345906F8-D63E-A090-36AE-C2DD5367E083}"/>
          </ac:spMkLst>
        </pc:spChg>
        <pc:spChg chg="mod">
          <ac:chgData name="Timm Ziarnetzky" userId="aec35307-a43a-4d63-891b-eec9cbfc423f" providerId="ADAL" clId="{EA4146F4-1B7F-4DE2-8CED-541E46BBF44B}" dt="2022-05-10T12:00:11.490" v="2151"/>
          <ac:spMkLst>
            <pc:docMk/>
            <pc:sldMk cId="3366413202" sldId="672"/>
            <ac:spMk id="10" creationId="{CBFE84C9-3D5D-375F-4BE1-D98AB34FD508}"/>
          </ac:spMkLst>
        </pc:spChg>
        <pc:spChg chg="add mod">
          <ac:chgData name="Timm Ziarnetzky" userId="aec35307-a43a-4d63-891b-eec9cbfc423f" providerId="ADAL" clId="{EA4146F4-1B7F-4DE2-8CED-541E46BBF44B}" dt="2022-05-10T12:00:31.932" v="2173" actId="1035"/>
          <ac:spMkLst>
            <pc:docMk/>
            <pc:sldMk cId="3366413202" sldId="672"/>
            <ac:spMk id="11" creationId="{D15C66AC-D551-169E-0112-9007AA2FCF2F}"/>
          </ac:spMkLst>
        </pc:spChg>
        <pc:spChg chg="mod">
          <ac:chgData name="Timm Ziarnetzky" userId="aec35307-a43a-4d63-891b-eec9cbfc423f" providerId="ADAL" clId="{EA4146F4-1B7F-4DE2-8CED-541E46BBF44B}" dt="2022-05-10T11:59:28.010" v="2142" actId="20577"/>
          <ac:spMkLst>
            <pc:docMk/>
            <pc:sldMk cId="3366413202" sldId="672"/>
            <ac:spMk id="12" creationId="{D17C78FA-6558-49E1-A947-A702203CBA50}"/>
          </ac:spMkLst>
        </pc:spChg>
        <pc:spChg chg="mod">
          <ac:chgData name="Timm Ziarnetzky" userId="aec35307-a43a-4d63-891b-eec9cbfc423f" providerId="ADAL" clId="{EA4146F4-1B7F-4DE2-8CED-541E46BBF44B}" dt="2022-05-10T12:04:07.943" v="2222" actId="20577"/>
          <ac:spMkLst>
            <pc:docMk/>
            <pc:sldMk cId="3366413202" sldId="672"/>
            <ac:spMk id="13" creationId="{9EFE2027-5700-4C3D-BDF6-799D626AF7C2}"/>
          </ac:spMkLst>
        </pc:spChg>
        <pc:spChg chg="add mod">
          <ac:chgData name="Timm Ziarnetzky" userId="aec35307-a43a-4d63-891b-eec9cbfc423f" providerId="ADAL" clId="{EA4146F4-1B7F-4DE2-8CED-541E46BBF44B}" dt="2022-05-10T12:00:31.932" v="2173" actId="1035"/>
          <ac:spMkLst>
            <pc:docMk/>
            <pc:sldMk cId="3366413202" sldId="672"/>
            <ac:spMk id="14" creationId="{4E275AF4-F31B-8586-9602-AB72A1B1C018}"/>
          </ac:spMkLst>
        </pc:spChg>
        <pc:spChg chg="add mod">
          <ac:chgData name="Timm Ziarnetzky" userId="aec35307-a43a-4d63-891b-eec9cbfc423f" providerId="ADAL" clId="{EA4146F4-1B7F-4DE2-8CED-541E46BBF44B}" dt="2022-05-10T12:00:19.034" v="2161" actId="1035"/>
          <ac:spMkLst>
            <pc:docMk/>
            <pc:sldMk cId="3366413202" sldId="672"/>
            <ac:spMk id="15" creationId="{672F0F99-5D7E-DFEB-AE13-E308FC346CC0}"/>
          </ac:spMkLst>
        </pc:spChg>
        <pc:spChg chg="add mod">
          <ac:chgData name="Timm Ziarnetzky" userId="aec35307-a43a-4d63-891b-eec9cbfc423f" providerId="ADAL" clId="{EA4146F4-1B7F-4DE2-8CED-541E46BBF44B}" dt="2022-05-10T12:00:19.034" v="2161" actId="1035"/>
          <ac:spMkLst>
            <pc:docMk/>
            <pc:sldMk cId="3366413202" sldId="672"/>
            <ac:spMk id="16" creationId="{F66A8D53-4F0A-A889-5675-07DE1154EB96}"/>
          </ac:spMkLst>
        </pc:spChg>
        <pc:spChg chg="add mod">
          <ac:chgData name="Timm Ziarnetzky" userId="aec35307-a43a-4d63-891b-eec9cbfc423f" providerId="ADAL" clId="{EA4146F4-1B7F-4DE2-8CED-541E46BBF44B}" dt="2022-05-10T12:00:31.932" v="2173" actId="1035"/>
          <ac:spMkLst>
            <pc:docMk/>
            <pc:sldMk cId="3366413202" sldId="672"/>
            <ac:spMk id="17" creationId="{2AEF994E-60E2-12F3-CEFE-C95104A8F854}"/>
          </ac:spMkLst>
        </pc:spChg>
        <pc:grpChg chg="add mod">
          <ac:chgData name="Timm Ziarnetzky" userId="aec35307-a43a-4d63-891b-eec9cbfc423f" providerId="ADAL" clId="{EA4146F4-1B7F-4DE2-8CED-541E46BBF44B}" dt="2022-05-10T12:00:31.932" v="2173" actId="1035"/>
          <ac:grpSpMkLst>
            <pc:docMk/>
            <pc:sldMk cId="3366413202" sldId="672"/>
            <ac:grpSpMk id="4" creationId="{4D01AF95-6BF4-7DA5-4467-B04E51BA46C1}"/>
          </ac:grpSpMkLst>
        </pc:grpChg>
        <pc:graphicFrameChg chg="add mod modGraphic">
          <ac:chgData name="Timm Ziarnetzky" userId="aec35307-a43a-4d63-891b-eec9cbfc423f" providerId="ADAL" clId="{EA4146F4-1B7F-4DE2-8CED-541E46BBF44B}" dt="2022-05-10T12:03:15.727" v="2212" actId="14734"/>
          <ac:graphicFrameMkLst>
            <pc:docMk/>
            <pc:sldMk cId="3366413202" sldId="672"/>
            <ac:graphicFrameMk id="2" creationId="{03F87EC5-8C96-1D18-1FB3-961DE9D2380C}"/>
          </ac:graphicFrameMkLst>
        </pc:graphicFrameChg>
        <pc:graphicFrameChg chg="add mod">
          <ac:chgData name="Timm Ziarnetzky" userId="aec35307-a43a-4d63-891b-eec9cbfc423f" providerId="ADAL" clId="{EA4146F4-1B7F-4DE2-8CED-541E46BBF44B}" dt="2022-05-10T12:04:25.881" v="2223" actId="1076"/>
          <ac:graphicFrameMkLst>
            <pc:docMk/>
            <pc:sldMk cId="3366413202" sldId="672"/>
            <ac:graphicFrameMk id="18" creationId="{1724EEA9-EF51-14C3-4E2A-F4E7D0771D1C}"/>
          </ac:graphicFrameMkLst>
        </pc:graphicFrameChg>
      </pc:sldChg>
    </pc:docChg>
  </pc:docChgLst>
</pc:chgInfo>
</file>

<file path=ppt/comments/modernComment_124_8A131E8B.xml><?xml version="1.0" encoding="utf-8"?>
<p188:cmLst xmlns:a="http://schemas.openxmlformats.org/drawingml/2006/main" xmlns:r="http://schemas.openxmlformats.org/officeDocument/2006/relationships" xmlns:p188="http://schemas.microsoft.com/office/powerpoint/2018/8/main">
  <p188:cm id="{DC3500D9-B991-4A64-942F-A34E8906A98B}" authorId="{CD612BF6-C132-46EA-212E-C8968A7CE04D}" created="2022-05-10T11:37:40.089">
    <ac:deMkLst xmlns:ac="http://schemas.microsoft.com/office/drawing/2013/main/command">
      <pc:docMk xmlns:pc="http://schemas.microsoft.com/office/powerpoint/2013/main/command"/>
      <pc:sldMk xmlns:pc="http://schemas.microsoft.com/office/powerpoint/2013/main/command" cId="2316508811" sldId="292"/>
      <ac:spMk id="12" creationId="{D17C78FA-6558-49E1-A947-A702203CBA50}"/>
    </ac:deMkLst>
    <p188:txBody>
      <a:bodyPr/>
      <a:lstStyle/>
      <a:p>
        <a:r>
          <a:rPr lang="de-DE"/>
          <a:t>a kann ungleich d sein: Ladeort (SOURCE) könnte auf dem Weg von aktueller Position (muss nicht Depot sein) zu Depot (PARKING), sodass bei einem Preload im Vergleich zu dem Standard Proposal die Strecke d eingespart würde.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EF0017-8566-49B6-95AC-06D17BE9DB1D}" type="datetimeFigureOut">
              <a:rPr lang="de-DE" smtClean="0"/>
              <a:t>10.05.2022</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527421-B0B6-4A3E-A51A-4B97E11B7FD8}" type="slidenum">
              <a:rPr lang="de-DE" smtClean="0"/>
              <a:t>‹Nr.›</a:t>
            </a:fld>
            <a:endParaRPr lang="de-DE"/>
          </a:p>
        </p:txBody>
      </p:sp>
    </p:spTree>
    <p:extLst>
      <p:ext uri="{BB962C8B-B14F-4D97-AF65-F5344CB8AC3E}">
        <p14:creationId xmlns:p14="http://schemas.microsoft.com/office/powerpoint/2010/main" val="492486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full image">
    <p:spTree>
      <p:nvGrpSpPr>
        <p:cNvPr id="1" name=""/>
        <p:cNvGrpSpPr/>
        <p:nvPr/>
      </p:nvGrpSpPr>
      <p:grpSpPr>
        <a:xfrm>
          <a:off x="0" y="0"/>
          <a:ext cx="0" cy="0"/>
          <a:chOff x="0" y="0"/>
          <a:chExt cx="0" cy="0"/>
        </a:xfrm>
      </p:grpSpPr>
      <p:sp>
        <p:nvSpPr>
          <p:cNvPr id="13" name="Vollbild">
            <a:extLst>
              <a:ext uri="{FF2B5EF4-FFF2-40B4-BE49-F238E27FC236}">
                <a16:creationId xmlns:a16="http://schemas.microsoft.com/office/drawing/2014/main" id="{14397B68-4E63-4A35-AB9B-0598739D8A88}"/>
              </a:ext>
            </a:extLst>
          </p:cNvPr>
          <p:cNvSpPr>
            <a:spLocks noGrp="1"/>
          </p:cNvSpPr>
          <p:nvPr>
            <p:ph type="pic" sz="quarter" idx="13" hasCustomPrompt="1"/>
          </p:nvPr>
        </p:nvSpPr>
        <p:spPr>
          <a:xfrm>
            <a:off x="0" y="1"/>
            <a:ext cx="11520489" cy="6480175"/>
          </a:xfrm>
          <a:custGeom>
            <a:avLst/>
            <a:gdLst>
              <a:gd name="connsiteX0" fmla="*/ 0 w 11520489"/>
              <a:gd name="connsiteY0" fmla="*/ 0 h 6480175"/>
              <a:gd name="connsiteX1" fmla="*/ 619392 w 11520489"/>
              <a:gd name="connsiteY1" fmla="*/ 0 h 6480175"/>
              <a:gd name="connsiteX2" fmla="*/ 540000 w 11520489"/>
              <a:gd name="connsiteY2" fmla="*/ 287337 h 6480175"/>
              <a:gd name="connsiteX3" fmla="*/ 1294046 w 11520489"/>
              <a:gd name="connsiteY3" fmla="*/ 287337 h 6480175"/>
              <a:gd name="connsiteX4" fmla="*/ 1373438 w 11520489"/>
              <a:gd name="connsiteY4" fmla="*/ 0 h 6480175"/>
              <a:gd name="connsiteX5" fmla="*/ 11520489 w 11520489"/>
              <a:gd name="connsiteY5" fmla="*/ 0 h 6480175"/>
              <a:gd name="connsiteX6" fmla="*/ 11520489 w 11520489"/>
              <a:gd name="connsiteY6" fmla="*/ 6480175 h 6480175"/>
              <a:gd name="connsiteX7" fmla="*/ 10978063 w 11520489"/>
              <a:gd name="connsiteY7" fmla="*/ 6480175 h 6480175"/>
              <a:gd name="connsiteX8" fmla="*/ 10978063 w 11520489"/>
              <a:gd name="connsiteY8" fmla="*/ 6173787 h 6480175"/>
              <a:gd name="connsiteX9" fmla="*/ 10224000 w 11520489"/>
              <a:gd name="connsiteY9" fmla="*/ 6173787 h 6480175"/>
              <a:gd name="connsiteX10" fmla="*/ 10224000 w 11520489"/>
              <a:gd name="connsiteY10" fmla="*/ 6480175 h 6480175"/>
              <a:gd name="connsiteX11" fmla="*/ 0 w 11520489"/>
              <a:gd name="connsiteY11"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20489" h="6480175">
                <a:moveTo>
                  <a:pt x="0" y="0"/>
                </a:moveTo>
                <a:lnTo>
                  <a:pt x="619392" y="0"/>
                </a:lnTo>
                <a:lnTo>
                  <a:pt x="540000" y="287337"/>
                </a:lnTo>
                <a:lnTo>
                  <a:pt x="1294046" y="287337"/>
                </a:lnTo>
                <a:lnTo>
                  <a:pt x="1373438" y="0"/>
                </a:lnTo>
                <a:lnTo>
                  <a:pt x="11520489" y="0"/>
                </a:lnTo>
                <a:lnTo>
                  <a:pt x="11520489" y="6480175"/>
                </a:lnTo>
                <a:lnTo>
                  <a:pt x="10978063" y="6480175"/>
                </a:lnTo>
                <a:lnTo>
                  <a:pt x="10978063" y="6173787"/>
                </a:lnTo>
                <a:lnTo>
                  <a:pt x="10224000" y="6173787"/>
                </a:lnTo>
                <a:lnTo>
                  <a:pt x="10224000" y="6480175"/>
                </a:lnTo>
                <a:lnTo>
                  <a:pt x="0" y="6480175"/>
                </a:lnTo>
                <a:close/>
              </a:path>
            </a:pathLst>
          </a:custGeom>
          <a:solidFill>
            <a:schemeClr val="accent3">
              <a:lumMod val="20000"/>
              <a:lumOff val="80000"/>
            </a:schemeClr>
          </a:solidFill>
        </p:spPr>
        <p:txBody>
          <a:bodyPr wrap="square" lIns="10224000" bIns="792000" anchor="b" anchorCtr="0">
            <a:noAutofit/>
          </a:bodyPr>
          <a:lstStyle>
            <a:lvl1pPr algn="l">
              <a:defRPr sz="1600" b="0"/>
            </a:lvl1pPr>
          </a:lstStyle>
          <a:p>
            <a:r>
              <a:rPr lang="de-DE" dirty="0"/>
              <a:t>Bild einfügen &gt;&gt; Menü </a:t>
            </a:r>
            <a:br>
              <a:rPr lang="de-DE" dirty="0"/>
            </a:br>
            <a:r>
              <a:rPr lang="de-DE" dirty="0"/>
              <a:t>&gt; Einfügen </a:t>
            </a:r>
            <a:br>
              <a:rPr lang="de-DE" dirty="0"/>
            </a:br>
            <a:r>
              <a:rPr lang="de-DE" dirty="0"/>
              <a:t>&gt; Bilder </a:t>
            </a:r>
            <a:br>
              <a:rPr lang="de-DE" dirty="0"/>
            </a:br>
            <a:r>
              <a:rPr lang="de-DE" dirty="0"/>
              <a:t>oder per </a:t>
            </a:r>
            <a:br>
              <a:rPr lang="de-DE" dirty="0"/>
            </a:br>
            <a:r>
              <a:rPr lang="de-DE" dirty="0"/>
              <a:t>Drag-n-Drop</a:t>
            </a:r>
          </a:p>
        </p:txBody>
      </p:sp>
      <p:sp>
        <p:nvSpPr>
          <p:cNvPr id="21" name="Titel">
            <a:extLst>
              <a:ext uri="{FF2B5EF4-FFF2-40B4-BE49-F238E27FC236}">
                <a16:creationId xmlns:a16="http://schemas.microsoft.com/office/drawing/2014/main" id="{E58928A2-F2F0-4DA2-A28F-CE5885C0E895}"/>
              </a:ext>
            </a:extLst>
          </p:cNvPr>
          <p:cNvSpPr>
            <a:spLocks noGrp="1"/>
          </p:cNvSpPr>
          <p:nvPr>
            <p:ph type="ctrTitle" hasCustomPrompt="1"/>
          </p:nvPr>
        </p:nvSpPr>
        <p:spPr>
          <a:xfrm>
            <a:off x="0" y="0"/>
            <a:ext cx="11156950" cy="6480175"/>
          </a:xfrm>
          <a:custGeom>
            <a:avLst/>
            <a:gdLst>
              <a:gd name="connsiteX0" fmla="*/ 0 w 11156950"/>
              <a:gd name="connsiteY0" fmla="*/ 0 h 6480175"/>
              <a:gd name="connsiteX1" fmla="*/ 619392 w 11156950"/>
              <a:gd name="connsiteY1" fmla="*/ 0 h 6480175"/>
              <a:gd name="connsiteX2" fmla="*/ 540000 w 11156950"/>
              <a:gd name="connsiteY2" fmla="*/ 287338 h 6480175"/>
              <a:gd name="connsiteX3" fmla="*/ 1294046 w 11156950"/>
              <a:gd name="connsiteY3" fmla="*/ 287338 h 6480175"/>
              <a:gd name="connsiteX4" fmla="*/ 1373438 w 11156950"/>
              <a:gd name="connsiteY4" fmla="*/ 0 h 6480175"/>
              <a:gd name="connsiteX5" fmla="*/ 11156950 w 11156950"/>
              <a:gd name="connsiteY5" fmla="*/ 0 h 6480175"/>
              <a:gd name="connsiteX6" fmla="*/ 9388946 w 11156950"/>
              <a:gd name="connsiteY6" fmla="*/ 6480175 h 6480175"/>
              <a:gd name="connsiteX7" fmla="*/ 0 w 11156950"/>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56950" h="6480175">
                <a:moveTo>
                  <a:pt x="0" y="0"/>
                </a:moveTo>
                <a:lnTo>
                  <a:pt x="619392" y="0"/>
                </a:lnTo>
                <a:lnTo>
                  <a:pt x="540000" y="287338"/>
                </a:lnTo>
                <a:lnTo>
                  <a:pt x="1294046" y="287338"/>
                </a:lnTo>
                <a:lnTo>
                  <a:pt x="1373438" y="0"/>
                </a:lnTo>
                <a:lnTo>
                  <a:pt x="11156950" y="0"/>
                </a:lnTo>
                <a:lnTo>
                  <a:pt x="9388946" y="6480175"/>
                </a:lnTo>
                <a:lnTo>
                  <a:pt x="0" y="6480175"/>
                </a:lnTo>
                <a:close/>
              </a:path>
            </a:pathLst>
          </a:custGeom>
          <a:solidFill>
            <a:schemeClr val="accent3">
              <a:alpha val="50000"/>
            </a:schemeClr>
          </a:solidFill>
        </p:spPr>
        <p:txBody>
          <a:bodyPr wrap="square" lIns="1404000" tIns="1782000" rIns="1080000" anchor="t" anchorCtr="0">
            <a:noAutofit/>
          </a:bodyPr>
          <a:lstStyle>
            <a:lvl1pPr algn="l">
              <a:defRPr sz="3000">
                <a:solidFill>
                  <a:schemeClr val="bg1"/>
                </a:solidFill>
                <a:latin typeface="+mj-lt"/>
              </a:defRPr>
            </a:lvl1pPr>
          </a:lstStyle>
          <a:p>
            <a:r>
              <a:rPr lang="de-DE" dirty="0"/>
              <a:t>Hier steht der Titel der Präsentation</a:t>
            </a:r>
            <a:br>
              <a:rPr lang="de-DE" dirty="0"/>
            </a:br>
            <a:r>
              <a:rPr lang="de-DE" dirty="0"/>
              <a:t>Dieser kann zweizeilig sein</a:t>
            </a:r>
          </a:p>
        </p:txBody>
      </p:sp>
      <p:sp>
        <p:nvSpPr>
          <p:cNvPr id="3" name="Over Line">
            <a:extLst>
              <a:ext uri="{FF2B5EF4-FFF2-40B4-BE49-F238E27FC236}">
                <a16:creationId xmlns:a16="http://schemas.microsoft.com/office/drawing/2014/main" id="{5D62107B-E00D-4D9F-B761-023EEF0E9789}"/>
              </a:ext>
            </a:extLst>
          </p:cNvPr>
          <p:cNvSpPr>
            <a:spLocks noGrp="1"/>
          </p:cNvSpPr>
          <p:nvPr>
            <p:ph type="subTitle" idx="1" hasCustomPrompt="1"/>
          </p:nvPr>
        </p:nvSpPr>
        <p:spPr>
          <a:xfrm>
            <a:off x="1403350" y="1262063"/>
            <a:ext cx="8672400" cy="503499"/>
          </a:xfrm>
        </p:spPr>
        <p:txBody>
          <a:bodyPr anchor="b" anchorCtr="0"/>
          <a:lstStyle>
            <a:lvl1pPr marL="0" indent="0" algn="l">
              <a:buFont typeface="Arial" panose="020B0604020202020204" pitchFamily="34" charset="0"/>
              <a:buNone/>
              <a:defRPr sz="3000" b="0">
                <a:solidFill>
                  <a:schemeClr val="bg1"/>
                </a:solidFill>
                <a:latin typeface="+mn-lt"/>
              </a:defRPr>
            </a:lvl1pPr>
            <a:lvl2pPr marL="0" indent="0" algn="l">
              <a:buFont typeface="Arial" panose="020B0604020202020204" pitchFamily="34" charset="0"/>
              <a:buNone/>
              <a:defRPr sz="3000" b="0">
                <a:solidFill>
                  <a:schemeClr val="bg1"/>
                </a:solidFill>
                <a:latin typeface="+mn-lt"/>
              </a:defRPr>
            </a:lvl2pPr>
            <a:lvl3pPr marL="0" indent="0" algn="l">
              <a:buFont typeface="Arial" panose="020B0604020202020204" pitchFamily="34" charset="0"/>
              <a:buNone/>
              <a:defRPr sz="3000" b="0">
                <a:solidFill>
                  <a:schemeClr val="bg1"/>
                </a:solidFill>
                <a:latin typeface="+mn-lt"/>
              </a:defRPr>
            </a:lvl3pPr>
            <a:lvl4pPr marL="0" indent="0" algn="l">
              <a:buFont typeface="Arial" panose="020B0604020202020204" pitchFamily="34" charset="0"/>
              <a:buNone/>
              <a:defRPr sz="3000" b="0">
                <a:solidFill>
                  <a:schemeClr val="bg1"/>
                </a:solidFill>
                <a:latin typeface="+mn-lt"/>
              </a:defRPr>
            </a:lvl4pPr>
            <a:lvl5pPr marL="0" indent="0" algn="l">
              <a:buFont typeface="Arial" panose="020B0604020202020204" pitchFamily="34" charset="0"/>
              <a:buNone/>
              <a:defRPr sz="3000" b="0">
                <a:solidFill>
                  <a:schemeClr val="bg1"/>
                </a:solidFill>
                <a:latin typeface="+mn-lt"/>
              </a:defRPr>
            </a:lvl5pPr>
            <a:lvl6pPr marL="0" indent="0" algn="l">
              <a:spcBef>
                <a:spcPts val="0"/>
              </a:spcBef>
              <a:buFont typeface="Arial" panose="020B0604020202020204" pitchFamily="34" charset="0"/>
              <a:buNone/>
              <a:defRPr sz="3000" b="0">
                <a:solidFill>
                  <a:schemeClr val="bg1"/>
                </a:solidFill>
                <a:latin typeface="+mn-lt"/>
              </a:defRPr>
            </a:lvl6pPr>
            <a:lvl7pPr marL="0" indent="0" algn="l">
              <a:buFont typeface="Arial" panose="020B0604020202020204" pitchFamily="34" charset="0"/>
              <a:buNone/>
              <a:defRPr sz="3000" b="0">
                <a:solidFill>
                  <a:schemeClr val="bg1"/>
                </a:solidFill>
                <a:latin typeface="+mn-lt"/>
              </a:defRPr>
            </a:lvl7pPr>
            <a:lvl8pPr marL="0" indent="0" algn="l">
              <a:buFont typeface="Arial" panose="020B0604020202020204" pitchFamily="34" charset="0"/>
              <a:buNone/>
              <a:defRPr sz="3000" b="0">
                <a:solidFill>
                  <a:schemeClr val="bg1"/>
                </a:solidFill>
                <a:latin typeface="+mn-lt"/>
              </a:defRPr>
            </a:lvl8pPr>
            <a:lvl9pPr marL="0" indent="0" algn="l">
              <a:buFont typeface="Arial" panose="020B0604020202020204" pitchFamily="34" charset="0"/>
              <a:buNone/>
              <a:defRPr sz="3000" b="0">
                <a:solidFill>
                  <a:schemeClr val="bg1"/>
                </a:solidFill>
                <a:latin typeface="+mn-lt"/>
              </a:defRPr>
            </a:lvl9pPr>
          </a:lstStyle>
          <a:p>
            <a:pPr lvl="1"/>
            <a:r>
              <a:rPr lang="de-DE" dirty="0"/>
              <a:t>Over Line Präsentationstitel</a:t>
            </a:r>
          </a:p>
        </p:txBody>
      </p:sp>
      <p:sp>
        <p:nvSpPr>
          <p:cNvPr id="24" name="Vortragender 1">
            <a:extLst>
              <a:ext uri="{FF2B5EF4-FFF2-40B4-BE49-F238E27FC236}">
                <a16:creationId xmlns:a16="http://schemas.microsoft.com/office/drawing/2014/main" id="{EE590035-1C9F-4D28-BC16-E8B42F9A8DFE}"/>
              </a:ext>
            </a:extLst>
          </p:cNvPr>
          <p:cNvSpPr>
            <a:spLocks noGrp="1"/>
          </p:cNvSpPr>
          <p:nvPr>
            <p:ph type="body" orient="vert" idx="14" hasCustomPrompt="1"/>
          </p:nvPr>
        </p:nvSpPr>
        <p:spPr>
          <a:xfrm>
            <a:off x="1403350" y="4464050"/>
            <a:ext cx="3600000" cy="1331913"/>
          </a:xfrm>
        </p:spPr>
        <p:txBody>
          <a:bodyPr vert="horz"/>
          <a:lstStyle>
            <a:lvl1pPr>
              <a:defRPr>
                <a:solidFill>
                  <a:schemeClr val="bg1"/>
                </a:solidFill>
              </a:defRPr>
            </a:lvl1pPr>
            <a:lvl2pPr marL="0" indent="0">
              <a:spcBef>
                <a:spcPts val="0"/>
              </a:spcBef>
              <a:buNone/>
              <a:defRPr b="0">
                <a:solidFill>
                  <a:schemeClr val="bg1"/>
                </a:solidFill>
              </a:defRPr>
            </a:lvl2pPr>
            <a:lvl3pPr marL="0" indent="0">
              <a:spcBef>
                <a:spcPts val="2160"/>
              </a:spcBef>
              <a:buNone/>
              <a:defRPr sz="1100" b="0">
                <a:solidFill>
                  <a:schemeClr val="bg1"/>
                </a:solidFill>
              </a:defRPr>
            </a:lvl3pPr>
            <a:lvl4pPr marL="0" indent="0">
              <a:buNone/>
              <a:defRPr sz="1100" b="0">
                <a:solidFill>
                  <a:schemeClr val="bg1"/>
                </a:solidFill>
              </a:defRPr>
            </a:lvl4pPr>
            <a:lvl5pPr marL="0" indent="0">
              <a:buFont typeface="Arial" panose="020B0604020202020204" pitchFamily="34" charset="0"/>
              <a:buNone/>
              <a:defRPr sz="1100" b="0">
                <a:solidFill>
                  <a:schemeClr val="bg1"/>
                </a:solidFill>
              </a:defRPr>
            </a:lvl5pPr>
            <a:lvl6pPr marL="0" indent="0">
              <a:spcBef>
                <a:spcPts val="0"/>
              </a:spcBef>
              <a:buFont typeface="Arial" panose="020B0604020202020204" pitchFamily="34" charset="0"/>
              <a:buNone/>
              <a:defRPr sz="1100" b="0">
                <a:solidFill>
                  <a:schemeClr val="bg1"/>
                </a:solidFill>
              </a:defRPr>
            </a:lvl6pPr>
            <a:lvl7pPr marL="0" indent="0">
              <a:buFont typeface="Arial" panose="020B0604020202020204" pitchFamily="34" charset="0"/>
              <a:buNone/>
              <a:defRPr sz="1100" b="0">
                <a:solidFill>
                  <a:schemeClr val="bg1"/>
                </a:solidFill>
              </a:defRPr>
            </a:lvl7pPr>
            <a:lvl8pPr marL="0" indent="0">
              <a:buFont typeface="Arial" panose="020B0604020202020204" pitchFamily="34" charset="0"/>
              <a:buNone/>
              <a:defRPr sz="1100" b="0">
                <a:solidFill>
                  <a:schemeClr val="bg1"/>
                </a:solidFill>
              </a:defRPr>
            </a:lvl8pPr>
            <a:lvl9pPr marL="0" indent="0">
              <a:buFont typeface="Arial" panose="020B0604020202020204" pitchFamily="34" charset="0"/>
              <a:buNone/>
              <a:defRPr sz="1100" b="0">
                <a:solidFill>
                  <a:schemeClr val="bg1"/>
                </a:solidFill>
              </a:defRPr>
            </a:lvl9pPr>
          </a:lstStyle>
          <a:p>
            <a:pPr lvl="0"/>
            <a:r>
              <a:rPr lang="de-DE" dirty="0"/>
              <a:t>Name Vortragender 1 auf erster Ebene // für Position und E-Mail &gt;&gt; Menü &gt; Start &gt; Absatz &gt; Listenebene</a:t>
            </a:r>
          </a:p>
          <a:p>
            <a:pPr lvl="1"/>
            <a:r>
              <a:rPr lang="de-DE" dirty="0"/>
              <a:t>Zweite Ebene</a:t>
            </a:r>
          </a:p>
        </p:txBody>
      </p:sp>
      <p:sp>
        <p:nvSpPr>
          <p:cNvPr id="25" name="Vortragender 2">
            <a:extLst>
              <a:ext uri="{FF2B5EF4-FFF2-40B4-BE49-F238E27FC236}">
                <a16:creationId xmlns:a16="http://schemas.microsoft.com/office/drawing/2014/main" id="{9CDAA703-5C3A-493D-87FB-7A5417DBC2DB}"/>
              </a:ext>
            </a:extLst>
          </p:cNvPr>
          <p:cNvSpPr>
            <a:spLocks noGrp="1"/>
          </p:cNvSpPr>
          <p:nvPr>
            <p:ph type="body" orient="vert" idx="15" hasCustomPrompt="1"/>
          </p:nvPr>
        </p:nvSpPr>
        <p:spPr>
          <a:xfrm>
            <a:off x="5795963" y="4464050"/>
            <a:ext cx="3600000" cy="1331913"/>
          </a:xfrm>
        </p:spPr>
        <p:txBody>
          <a:bodyPr vert="horz"/>
          <a:lstStyle>
            <a:lvl1pPr>
              <a:defRPr>
                <a:solidFill>
                  <a:schemeClr val="bg1"/>
                </a:solidFill>
              </a:defRPr>
            </a:lvl1pPr>
            <a:lvl2pPr marL="0" indent="0">
              <a:spcBef>
                <a:spcPts val="0"/>
              </a:spcBef>
              <a:buNone/>
              <a:defRPr b="0">
                <a:solidFill>
                  <a:schemeClr val="bg1"/>
                </a:solidFill>
              </a:defRPr>
            </a:lvl2pPr>
            <a:lvl3pPr marL="0" indent="0">
              <a:spcBef>
                <a:spcPts val="2160"/>
              </a:spcBef>
              <a:buNone/>
              <a:defRPr sz="1100" b="0">
                <a:solidFill>
                  <a:schemeClr val="bg1"/>
                </a:solidFill>
              </a:defRPr>
            </a:lvl3pPr>
            <a:lvl4pPr marL="0" indent="0">
              <a:buNone/>
              <a:defRPr sz="1100" b="0">
                <a:solidFill>
                  <a:schemeClr val="bg1"/>
                </a:solidFill>
              </a:defRPr>
            </a:lvl4pPr>
            <a:lvl5pPr marL="0" indent="0">
              <a:buFont typeface="Arial" panose="020B0604020202020204" pitchFamily="34" charset="0"/>
              <a:buNone/>
              <a:defRPr sz="1100" b="0">
                <a:solidFill>
                  <a:schemeClr val="bg1"/>
                </a:solidFill>
              </a:defRPr>
            </a:lvl5pPr>
            <a:lvl6pPr marL="0" indent="0">
              <a:spcBef>
                <a:spcPts val="0"/>
              </a:spcBef>
              <a:buFont typeface="Arial" panose="020B0604020202020204" pitchFamily="34" charset="0"/>
              <a:buNone/>
              <a:defRPr sz="1100" b="0">
                <a:solidFill>
                  <a:schemeClr val="bg1"/>
                </a:solidFill>
              </a:defRPr>
            </a:lvl6pPr>
            <a:lvl7pPr marL="0" indent="0">
              <a:buFont typeface="Arial" panose="020B0604020202020204" pitchFamily="34" charset="0"/>
              <a:buNone/>
              <a:defRPr sz="1100" b="0">
                <a:solidFill>
                  <a:schemeClr val="bg1"/>
                </a:solidFill>
              </a:defRPr>
            </a:lvl7pPr>
            <a:lvl8pPr marL="0" indent="0">
              <a:buFont typeface="Arial" panose="020B0604020202020204" pitchFamily="34" charset="0"/>
              <a:buNone/>
              <a:defRPr sz="1100" b="0">
                <a:solidFill>
                  <a:schemeClr val="bg1"/>
                </a:solidFill>
              </a:defRPr>
            </a:lvl8pPr>
            <a:lvl9pPr marL="0" indent="0">
              <a:buFont typeface="Arial" panose="020B0604020202020204" pitchFamily="34" charset="0"/>
              <a:buNone/>
              <a:defRPr sz="1100" b="0">
                <a:solidFill>
                  <a:schemeClr val="bg1"/>
                </a:solidFill>
              </a:defRPr>
            </a:lvl9pPr>
          </a:lstStyle>
          <a:p>
            <a:pPr lvl="0"/>
            <a:r>
              <a:rPr lang="de-DE" dirty="0"/>
              <a:t>Name Vortragender 2 auf erster Ebene // für Position und E-Mail &gt;&gt; Menü &gt; Start &gt; Absatz &gt; Listenebene</a:t>
            </a:r>
          </a:p>
          <a:p>
            <a:pPr lvl="1"/>
            <a:r>
              <a:rPr lang="de-DE" dirty="0"/>
              <a:t>Zweite Ebene</a:t>
            </a:r>
          </a:p>
        </p:txBody>
      </p:sp>
      <p:sp>
        <p:nvSpPr>
          <p:cNvPr id="12" name="Privacy Notice">
            <a:extLst>
              <a:ext uri="{FF2B5EF4-FFF2-40B4-BE49-F238E27FC236}">
                <a16:creationId xmlns:a16="http://schemas.microsoft.com/office/drawing/2014/main" id="{0B1F9BD4-65EC-42A7-8E8D-E9B13F420A4F}"/>
              </a:ext>
            </a:extLst>
          </p:cNvPr>
          <p:cNvSpPr>
            <a:spLocks noGrp="1"/>
          </p:cNvSpPr>
          <p:nvPr>
            <p:ph type="body" orient="vert" idx="19" hasCustomPrompt="1"/>
          </p:nvPr>
        </p:nvSpPr>
        <p:spPr>
          <a:xfrm>
            <a:off x="1403350" y="5795964"/>
            <a:ext cx="7416000" cy="586800"/>
          </a:xfrm>
        </p:spPr>
        <p:txBody>
          <a:bodyPr vert="horz" anchor="b" anchorCtr="0"/>
          <a:lstStyle>
            <a:lvl1pPr marL="0" indent="0">
              <a:spcBef>
                <a:spcPts val="0"/>
              </a:spcBef>
              <a:buFont typeface="Arial" panose="020B0604020202020204" pitchFamily="34" charset="0"/>
              <a:buNone/>
              <a:defRPr sz="900" b="0">
                <a:solidFill>
                  <a:schemeClr val="bg1"/>
                </a:solidFill>
                <a:latin typeface="+mn-lt"/>
              </a:defRPr>
            </a:lvl1pPr>
            <a:lvl2pPr marL="0" indent="0">
              <a:spcBef>
                <a:spcPts val="0"/>
              </a:spcBef>
              <a:buFont typeface="Arial" panose="020B0604020202020204" pitchFamily="34" charset="0"/>
              <a:buNone/>
              <a:defRPr sz="900" b="0">
                <a:solidFill>
                  <a:schemeClr val="bg1"/>
                </a:solidFill>
                <a:latin typeface="+mn-lt"/>
              </a:defRPr>
            </a:lvl2pPr>
            <a:lvl3pPr marL="0" indent="0">
              <a:spcBef>
                <a:spcPts val="0"/>
              </a:spcBef>
              <a:buFont typeface="Arial" panose="020B0604020202020204" pitchFamily="34" charset="0"/>
              <a:buNone/>
              <a:defRPr sz="900" b="0">
                <a:solidFill>
                  <a:schemeClr val="bg1"/>
                </a:solidFill>
                <a:latin typeface="+mn-lt"/>
              </a:defRPr>
            </a:lvl3pPr>
            <a:lvl4pPr marL="0" indent="0">
              <a:spcBef>
                <a:spcPts val="0"/>
              </a:spcBef>
              <a:buFont typeface="Arial" panose="020B0604020202020204" pitchFamily="34" charset="0"/>
              <a:buNone/>
              <a:defRPr sz="900" b="0">
                <a:solidFill>
                  <a:schemeClr val="bg1"/>
                </a:solidFill>
                <a:latin typeface="+mn-lt"/>
              </a:defRPr>
            </a:lvl4pPr>
            <a:lvl5pPr marL="0" indent="0">
              <a:spcBef>
                <a:spcPts val="0"/>
              </a:spcBef>
              <a:buFont typeface="Arial" panose="020B0604020202020204" pitchFamily="34" charset="0"/>
              <a:buNone/>
              <a:defRPr sz="900" b="0">
                <a:solidFill>
                  <a:schemeClr val="bg1"/>
                </a:solidFill>
                <a:latin typeface="+mn-lt"/>
              </a:defRPr>
            </a:lvl5pPr>
            <a:lvl6pPr marL="0" indent="0">
              <a:spcBef>
                <a:spcPts val="0"/>
              </a:spcBef>
              <a:buFont typeface="Arial" panose="020B0604020202020204" pitchFamily="34" charset="0"/>
              <a:buNone/>
              <a:defRPr sz="900" b="0">
                <a:solidFill>
                  <a:schemeClr val="bg1"/>
                </a:solidFill>
                <a:latin typeface="+mn-lt"/>
              </a:defRPr>
            </a:lvl6pPr>
            <a:lvl7pPr marL="0" indent="0">
              <a:spcBef>
                <a:spcPts val="0"/>
              </a:spcBef>
              <a:buFont typeface="Arial" panose="020B0604020202020204" pitchFamily="34" charset="0"/>
              <a:buNone/>
              <a:defRPr sz="900" b="0">
                <a:solidFill>
                  <a:schemeClr val="bg1"/>
                </a:solidFill>
                <a:latin typeface="+mn-lt"/>
              </a:defRPr>
            </a:lvl7pPr>
            <a:lvl8pPr marL="0" indent="0">
              <a:spcBef>
                <a:spcPts val="0"/>
              </a:spcBef>
              <a:buFont typeface="Arial" panose="020B0604020202020204" pitchFamily="34" charset="0"/>
              <a:buNone/>
              <a:defRPr sz="900" b="0">
                <a:solidFill>
                  <a:schemeClr val="bg1"/>
                </a:solidFill>
                <a:latin typeface="+mn-lt"/>
              </a:defRPr>
            </a:lvl8pPr>
            <a:lvl9pPr marL="0" indent="0">
              <a:spcBef>
                <a:spcPts val="0"/>
              </a:spcBef>
              <a:buFont typeface="Arial" panose="020B0604020202020204" pitchFamily="34" charset="0"/>
              <a:buNone/>
              <a:defRPr sz="900" b="0">
                <a:solidFill>
                  <a:schemeClr val="bg1"/>
                </a:solidFill>
                <a:latin typeface="+mn-lt"/>
              </a:defRPr>
            </a:lvl9pPr>
          </a:lstStyle>
          <a:p>
            <a:pPr lvl="0"/>
            <a:r>
              <a:rPr lang="en-US" noProof="0" dirty="0"/>
              <a:t>Privacy Notice</a:t>
            </a:r>
          </a:p>
        </p:txBody>
      </p:sp>
      <p:sp>
        <p:nvSpPr>
          <p:cNvPr id="6" name="Datum">
            <a:extLst>
              <a:ext uri="{FF2B5EF4-FFF2-40B4-BE49-F238E27FC236}">
                <a16:creationId xmlns:a16="http://schemas.microsoft.com/office/drawing/2014/main" id="{B1E4A66D-6C80-4E10-87DF-9164AD754B66}"/>
              </a:ext>
            </a:extLst>
          </p:cNvPr>
          <p:cNvSpPr>
            <a:spLocks noGrp="1"/>
          </p:cNvSpPr>
          <p:nvPr>
            <p:ph type="dt" sz="half" idx="20"/>
          </p:nvPr>
        </p:nvSpPr>
        <p:spPr>
          <a:xfrm>
            <a:off x="3168000" y="6552000"/>
            <a:ext cx="720000" cy="180000"/>
          </a:xfrm>
        </p:spPr>
        <p:txBody>
          <a:bodyPr/>
          <a:lstStyle/>
          <a:p>
            <a:fld id="{618CD3BC-1EE4-4050-B2BF-C7FCA8BD8257}" type="datetime1">
              <a:rPr lang="de-DE" smtClean="0"/>
              <a:t>10.05.2022</a:t>
            </a:fld>
            <a:endParaRPr lang="de-DE" sz="1000" dirty="0"/>
          </a:p>
        </p:txBody>
      </p:sp>
      <p:sp>
        <p:nvSpPr>
          <p:cNvPr id="7" name="Fußzeile">
            <a:extLst>
              <a:ext uri="{FF2B5EF4-FFF2-40B4-BE49-F238E27FC236}">
                <a16:creationId xmlns:a16="http://schemas.microsoft.com/office/drawing/2014/main" id="{EAC983C9-CD91-4A8C-AC2C-62C586ED472A}"/>
              </a:ext>
            </a:extLst>
          </p:cNvPr>
          <p:cNvSpPr>
            <a:spLocks noGrp="1"/>
          </p:cNvSpPr>
          <p:nvPr>
            <p:ph type="ftr" sz="quarter" idx="21"/>
          </p:nvPr>
        </p:nvSpPr>
        <p:spPr>
          <a:xfrm>
            <a:off x="539750" y="6552000"/>
            <a:ext cx="2376250" cy="180000"/>
          </a:xfrm>
        </p:spPr>
        <p:txBody>
          <a:bodyPr/>
          <a:lstStyle/>
          <a:p>
            <a:r>
              <a:rPr lang="en-US" dirty="0"/>
              <a:t>Refer to proprietary notice on title page</a:t>
            </a:r>
            <a:endParaRPr lang="de-DE" dirty="0"/>
          </a:p>
        </p:txBody>
      </p:sp>
      <p:sp>
        <p:nvSpPr>
          <p:cNvPr id="8" name="Foliennummer">
            <a:extLst>
              <a:ext uri="{FF2B5EF4-FFF2-40B4-BE49-F238E27FC236}">
                <a16:creationId xmlns:a16="http://schemas.microsoft.com/office/drawing/2014/main" id="{CEBFC61B-EA60-454E-87D6-CDC14E7623F3}"/>
              </a:ext>
            </a:extLst>
          </p:cNvPr>
          <p:cNvSpPr>
            <a:spLocks noGrp="1"/>
          </p:cNvSpPr>
          <p:nvPr>
            <p:ph type="sldNum" sz="quarter" idx="22"/>
          </p:nvPr>
        </p:nvSpPr>
        <p:spPr>
          <a:xfrm>
            <a:off x="4068000" y="6552000"/>
            <a:ext cx="540000" cy="180000"/>
          </a:xfrm>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3500438313"/>
      </p:ext>
    </p:extLst>
  </p:cSld>
  <p:clrMapOvr>
    <a:masterClrMapping/>
  </p:clrMapOvr>
  <p:extLst>
    <p:ext uri="{DCECCB84-F9BA-43D5-87BE-67443E8EF086}">
      <p15:sldGuideLst xmlns:p15="http://schemas.microsoft.com/office/powerpoint/2012/main">
        <p15:guide id="1" pos="884" userDrawn="1">
          <p15:clr>
            <a:srgbClr val="FBAE40"/>
          </p15:clr>
        </p15:guide>
        <p15:guide id="2" orient="horz" pos="2812" userDrawn="1">
          <p15:clr>
            <a:srgbClr val="FBAE40"/>
          </p15:clr>
        </p15:guide>
        <p15:guide id="3" pos="3651" userDrawn="1">
          <p15:clr>
            <a:srgbClr val="FBAE40"/>
          </p15:clr>
        </p15:guide>
        <p15:guide id="4" orient="horz" pos="3651" userDrawn="1">
          <p15:clr>
            <a:srgbClr val="FBAE40"/>
          </p15:clr>
        </p15:guide>
        <p15:guide id="5" orient="horz" pos="385" userDrawn="1">
          <p15:clr>
            <a:srgbClr val="FBAE40"/>
          </p15:clr>
        </p15:guide>
        <p15:guide id="6" orient="horz" pos="79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rhomboid">
    <p:spTree>
      <p:nvGrpSpPr>
        <p:cNvPr id="1" name=""/>
        <p:cNvGrpSpPr/>
        <p:nvPr/>
      </p:nvGrpSpPr>
      <p:grpSpPr>
        <a:xfrm>
          <a:off x="0" y="0"/>
          <a:ext cx="0" cy="0"/>
          <a:chOff x="0" y="0"/>
          <a:chExt cx="0" cy="0"/>
        </a:xfrm>
      </p:grpSpPr>
      <p:sp>
        <p:nvSpPr>
          <p:cNvPr id="54" name="Rhomboid Bild 3 Spalten">
            <a:extLst>
              <a:ext uri="{FF2B5EF4-FFF2-40B4-BE49-F238E27FC236}">
                <a16:creationId xmlns:a16="http://schemas.microsoft.com/office/drawing/2014/main" id="{137F158A-59F1-458A-BC27-F880FE4A52B8}"/>
              </a:ext>
            </a:extLst>
          </p:cNvPr>
          <p:cNvSpPr>
            <a:spLocks noGrp="1"/>
          </p:cNvSpPr>
          <p:nvPr>
            <p:ph type="pic" sz="quarter" idx="19" hasCustomPrompt="1"/>
          </p:nvPr>
        </p:nvSpPr>
        <p:spPr>
          <a:xfrm>
            <a:off x="7377114" y="0"/>
            <a:ext cx="4143375" cy="6480175"/>
          </a:xfrm>
          <a:custGeom>
            <a:avLst/>
            <a:gdLst>
              <a:gd name="connsiteX0" fmla="*/ 1766948 w 4143375"/>
              <a:gd name="connsiteY0" fmla="*/ 0 h 6480175"/>
              <a:gd name="connsiteX1" fmla="*/ 4143375 w 4143375"/>
              <a:gd name="connsiteY1" fmla="*/ 0 h 6480175"/>
              <a:gd name="connsiteX2" fmla="*/ 4143375 w 4143375"/>
              <a:gd name="connsiteY2" fmla="*/ 6480175 h 6480175"/>
              <a:gd name="connsiteX3" fmla="*/ 3600949 w 4143375"/>
              <a:gd name="connsiteY3" fmla="*/ 6480175 h 6480175"/>
              <a:gd name="connsiteX4" fmla="*/ 3600949 w 4143375"/>
              <a:gd name="connsiteY4" fmla="*/ 6173788 h 6480175"/>
              <a:gd name="connsiteX5" fmla="*/ 2846886 w 4143375"/>
              <a:gd name="connsiteY5" fmla="*/ 6173788 h 6480175"/>
              <a:gd name="connsiteX6" fmla="*/ 2846886 w 4143375"/>
              <a:gd name="connsiteY6" fmla="*/ 6480175 h 6480175"/>
              <a:gd name="connsiteX7" fmla="*/ 0 w 4143375"/>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6480175">
                <a:moveTo>
                  <a:pt x="1766948" y="0"/>
                </a:moveTo>
                <a:lnTo>
                  <a:pt x="4143375" y="0"/>
                </a:lnTo>
                <a:lnTo>
                  <a:pt x="4143375" y="6480175"/>
                </a:lnTo>
                <a:lnTo>
                  <a:pt x="3600949" y="6480175"/>
                </a:lnTo>
                <a:lnTo>
                  <a:pt x="3600949" y="6173788"/>
                </a:lnTo>
                <a:lnTo>
                  <a:pt x="2846886" y="6173788"/>
                </a:lnTo>
                <a:lnTo>
                  <a:pt x="2846886"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Bild einfügen per </a:t>
            </a:r>
            <a:br>
              <a:rPr lang="de-DE" dirty="0"/>
            </a:br>
            <a:r>
              <a:rPr lang="de-DE" dirty="0"/>
              <a:t>Drag-n-Drop </a:t>
            </a:r>
          </a:p>
        </p:txBody>
      </p:sp>
      <p:sp>
        <p:nvSpPr>
          <p:cNvPr id="21" name="Titel">
            <a:extLst>
              <a:ext uri="{FF2B5EF4-FFF2-40B4-BE49-F238E27FC236}">
                <a16:creationId xmlns:a16="http://schemas.microsoft.com/office/drawing/2014/main" id="{E58928A2-F2F0-4DA2-A28F-CE5885C0E895}"/>
              </a:ext>
            </a:extLst>
          </p:cNvPr>
          <p:cNvSpPr>
            <a:spLocks noGrp="1"/>
          </p:cNvSpPr>
          <p:nvPr>
            <p:ph type="ctrTitle" hasCustomPrompt="1"/>
          </p:nvPr>
        </p:nvSpPr>
        <p:spPr>
          <a:xfrm>
            <a:off x="539751" y="1029361"/>
            <a:ext cx="5760000" cy="1620000"/>
          </a:xfrm>
          <a:prstGeom prst="rect">
            <a:avLst/>
          </a:prstGeom>
          <a:noFill/>
        </p:spPr>
        <p:txBody>
          <a:bodyPr wrap="square" lIns="0" tIns="0" rIns="0" anchor="t" anchorCtr="0">
            <a:noAutofit/>
          </a:bodyPr>
          <a:lstStyle>
            <a:lvl1pPr algn="l">
              <a:defRPr sz="3000">
                <a:solidFill>
                  <a:schemeClr val="tx1"/>
                </a:solidFill>
                <a:latin typeface="+mj-lt"/>
              </a:defRPr>
            </a:lvl1pPr>
          </a:lstStyle>
          <a:p>
            <a:r>
              <a:rPr lang="de-DE" dirty="0"/>
              <a:t>Hier steht der Titel </a:t>
            </a:r>
            <a:br>
              <a:rPr lang="de-DE" dirty="0"/>
            </a:br>
            <a:r>
              <a:rPr lang="de-DE" dirty="0"/>
              <a:t>der Präsentation</a:t>
            </a:r>
            <a:br>
              <a:rPr lang="de-DE" dirty="0"/>
            </a:br>
            <a:r>
              <a:rPr lang="de-DE" dirty="0"/>
              <a:t>Dieser kann mehrzeilig sein</a:t>
            </a:r>
          </a:p>
        </p:txBody>
      </p:sp>
      <p:sp>
        <p:nvSpPr>
          <p:cNvPr id="3" name="Over Line">
            <a:extLst>
              <a:ext uri="{FF2B5EF4-FFF2-40B4-BE49-F238E27FC236}">
                <a16:creationId xmlns:a16="http://schemas.microsoft.com/office/drawing/2014/main" id="{5D62107B-E00D-4D9F-B761-023EEF0E9789}"/>
              </a:ext>
            </a:extLst>
          </p:cNvPr>
          <p:cNvSpPr>
            <a:spLocks noGrp="1"/>
          </p:cNvSpPr>
          <p:nvPr>
            <p:ph type="subTitle" idx="1" hasCustomPrompt="1"/>
          </p:nvPr>
        </p:nvSpPr>
        <p:spPr>
          <a:xfrm>
            <a:off x="539750" y="512763"/>
            <a:ext cx="5760000" cy="503499"/>
          </a:xfrm>
        </p:spPr>
        <p:txBody>
          <a:bodyPr anchor="b" anchorCtr="0"/>
          <a:lstStyle>
            <a:lvl1pPr marL="0" indent="0" algn="l">
              <a:buFont typeface="Arial" panose="020B0604020202020204" pitchFamily="34" charset="0"/>
              <a:buNone/>
              <a:defRPr sz="3000" b="0">
                <a:solidFill>
                  <a:schemeClr val="tx1"/>
                </a:solidFill>
                <a:latin typeface="+mn-lt"/>
              </a:defRPr>
            </a:lvl1pPr>
            <a:lvl2pPr marL="0" indent="0" algn="l">
              <a:buFont typeface="Arial" panose="020B0604020202020204" pitchFamily="34" charset="0"/>
              <a:buNone/>
              <a:defRPr sz="3000" b="0">
                <a:solidFill>
                  <a:schemeClr val="tx1"/>
                </a:solidFill>
                <a:latin typeface="+mn-lt"/>
              </a:defRPr>
            </a:lvl2pPr>
            <a:lvl3pPr marL="0" indent="0" algn="l">
              <a:buFont typeface="Arial" panose="020B0604020202020204" pitchFamily="34" charset="0"/>
              <a:buNone/>
              <a:defRPr sz="3000" b="0">
                <a:solidFill>
                  <a:schemeClr val="tx1"/>
                </a:solidFill>
                <a:latin typeface="+mn-lt"/>
              </a:defRPr>
            </a:lvl3pPr>
            <a:lvl4pPr marL="0" indent="0" algn="l">
              <a:buFont typeface="Arial" panose="020B0604020202020204" pitchFamily="34" charset="0"/>
              <a:buNone/>
              <a:defRPr sz="3000" b="0">
                <a:solidFill>
                  <a:schemeClr val="tx1"/>
                </a:solidFill>
                <a:latin typeface="+mn-lt"/>
              </a:defRPr>
            </a:lvl4pPr>
            <a:lvl5pPr marL="0" indent="0" algn="l">
              <a:buFont typeface="Arial" panose="020B0604020202020204" pitchFamily="34" charset="0"/>
              <a:buNone/>
              <a:defRPr sz="3000" b="0">
                <a:solidFill>
                  <a:schemeClr val="tx1"/>
                </a:solidFill>
                <a:latin typeface="+mn-lt"/>
              </a:defRPr>
            </a:lvl5pPr>
            <a:lvl6pPr marL="0" indent="0" algn="l">
              <a:spcBef>
                <a:spcPts val="0"/>
              </a:spcBef>
              <a:buFont typeface="Arial" panose="020B0604020202020204" pitchFamily="34" charset="0"/>
              <a:buNone/>
              <a:defRPr sz="3000" b="0">
                <a:solidFill>
                  <a:schemeClr val="tx1"/>
                </a:solidFill>
                <a:latin typeface="+mn-lt"/>
              </a:defRPr>
            </a:lvl6pPr>
            <a:lvl7pPr marL="0" indent="0" algn="l">
              <a:buFont typeface="Arial" panose="020B0604020202020204" pitchFamily="34" charset="0"/>
              <a:buNone/>
              <a:defRPr sz="3000" b="0">
                <a:solidFill>
                  <a:schemeClr val="tx1"/>
                </a:solidFill>
                <a:latin typeface="+mn-lt"/>
              </a:defRPr>
            </a:lvl7pPr>
            <a:lvl8pPr marL="0" indent="0" algn="l">
              <a:buFont typeface="Arial" panose="020B0604020202020204" pitchFamily="34" charset="0"/>
              <a:buNone/>
              <a:defRPr sz="3000" b="0">
                <a:solidFill>
                  <a:schemeClr val="tx1"/>
                </a:solidFill>
                <a:latin typeface="+mn-lt"/>
              </a:defRPr>
            </a:lvl8pPr>
            <a:lvl9pPr marL="0" indent="0" algn="l">
              <a:buFont typeface="Arial" panose="020B0604020202020204" pitchFamily="34" charset="0"/>
              <a:buNone/>
              <a:defRPr sz="3000" b="0">
                <a:solidFill>
                  <a:schemeClr val="tx1"/>
                </a:solidFill>
                <a:latin typeface="+mn-lt"/>
              </a:defRPr>
            </a:lvl9pPr>
          </a:lstStyle>
          <a:p>
            <a:pPr lvl="1"/>
            <a:r>
              <a:rPr lang="de-DE" dirty="0"/>
              <a:t>Over Line Präsentationstitel</a:t>
            </a:r>
          </a:p>
        </p:txBody>
      </p:sp>
      <p:sp>
        <p:nvSpPr>
          <p:cNvPr id="24" name="Ort/Datum">
            <a:extLst>
              <a:ext uri="{FF2B5EF4-FFF2-40B4-BE49-F238E27FC236}">
                <a16:creationId xmlns:a16="http://schemas.microsoft.com/office/drawing/2014/main" id="{EE590035-1C9F-4D28-BC16-E8B42F9A8DFE}"/>
              </a:ext>
            </a:extLst>
          </p:cNvPr>
          <p:cNvSpPr>
            <a:spLocks noGrp="1"/>
          </p:cNvSpPr>
          <p:nvPr>
            <p:ph type="body" orient="vert" idx="14" hasCustomPrompt="1"/>
          </p:nvPr>
        </p:nvSpPr>
        <p:spPr>
          <a:xfrm>
            <a:off x="539749" y="5232932"/>
            <a:ext cx="5760000" cy="503499"/>
          </a:xfrm>
        </p:spPr>
        <p:txBody>
          <a:bodyPr vert="horz" anchor="b" anchorCtr="0"/>
          <a:lstStyle>
            <a:lvl1pPr marL="0" indent="0">
              <a:spcBef>
                <a:spcPts val="0"/>
              </a:spcBef>
              <a:buFont typeface="Arial" panose="020B0604020202020204" pitchFamily="34" charset="0"/>
              <a:buNone/>
              <a:defRPr sz="1800" b="1">
                <a:solidFill>
                  <a:schemeClr val="tx1"/>
                </a:solidFill>
              </a:defRPr>
            </a:lvl1pPr>
            <a:lvl2pPr marL="0" indent="0">
              <a:spcBef>
                <a:spcPts val="0"/>
              </a:spcBef>
              <a:buFont typeface="Arial" panose="020B0604020202020204" pitchFamily="34" charset="0"/>
              <a:buNone/>
              <a:defRPr sz="1800" b="1">
                <a:solidFill>
                  <a:schemeClr val="tx1"/>
                </a:solidFill>
              </a:defRPr>
            </a:lvl2pPr>
            <a:lvl3pPr marL="0" indent="0">
              <a:spcBef>
                <a:spcPts val="0"/>
              </a:spcBef>
              <a:buFont typeface="Arial" panose="020B0604020202020204" pitchFamily="34" charset="0"/>
              <a:buNone/>
              <a:defRPr sz="1800" b="1">
                <a:solidFill>
                  <a:schemeClr val="tx1"/>
                </a:solidFill>
              </a:defRPr>
            </a:lvl3pPr>
            <a:lvl4pPr marL="0" indent="0">
              <a:spcBef>
                <a:spcPts val="0"/>
              </a:spcBef>
              <a:buFont typeface="Arial" panose="020B0604020202020204" pitchFamily="34" charset="0"/>
              <a:buNone/>
              <a:defRPr sz="1800" b="1">
                <a:solidFill>
                  <a:schemeClr val="tx1"/>
                </a:solidFill>
              </a:defRPr>
            </a:lvl4pPr>
            <a:lvl5pPr marL="0" indent="0">
              <a:spcBef>
                <a:spcPts val="0"/>
              </a:spcBef>
              <a:buFont typeface="Arial" panose="020B0604020202020204" pitchFamily="34" charset="0"/>
              <a:buNone/>
              <a:defRPr sz="1800" b="1">
                <a:solidFill>
                  <a:schemeClr val="tx1"/>
                </a:solidFill>
              </a:defRPr>
            </a:lvl5pPr>
            <a:lvl6pPr marL="0" indent="0">
              <a:spcBef>
                <a:spcPts val="0"/>
              </a:spcBef>
              <a:buFont typeface="Arial" panose="020B0604020202020204" pitchFamily="34" charset="0"/>
              <a:buNone/>
              <a:defRPr sz="1800" b="1">
                <a:solidFill>
                  <a:schemeClr val="tx1"/>
                </a:solidFill>
              </a:defRPr>
            </a:lvl6pPr>
            <a:lvl7pPr marL="0" indent="0">
              <a:spcBef>
                <a:spcPts val="0"/>
              </a:spcBef>
              <a:buFont typeface="Arial" panose="020B0604020202020204" pitchFamily="34" charset="0"/>
              <a:buNone/>
              <a:defRPr sz="1800" b="1">
                <a:solidFill>
                  <a:schemeClr val="tx1"/>
                </a:solidFill>
              </a:defRPr>
            </a:lvl7pPr>
            <a:lvl8pPr marL="0" indent="0">
              <a:spcBef>
                <a:spcPts val="0"/>
              </a:spcBef>
              <a:buFont typeface="Arial" panose="020B0604020202020204" pitchFamily="34" charset="0"/>
              <a:buNone/>
              <a:defRPr sz="1800" b="1">
                <a:solidFill>
                  <a:schemeClr val="tx1"/>
                </a:solidFill>
              </a:defRPr>
            </a:lvl8pPr>
            <a:lvl9pPr marL="0" indent="0">
              <a:spcBef>
                <a:spcPts val="0"/>
              </a:spcBef>
              <a:buFont typeface="Arial" panose="020B0604020202020204" pitchFamily="34" charset="0"/>
              <a:buNone/>
              <a:defRPr sz="1800" b="1">
                <a:solidFill>
                  <a:schemeClr val="tx1"/>
                </a:solidFill>
              </a:defRPr>
            </a:lvl9pPr>
          </a:lstStyle>
          <a:p>
            <a:pPr lvl="0"/>
            <a:r>
              <a:rPr lang="de-DE" dirty="0"/>
              <a:t>Ort, X. Monat 2019  </a:t>
            </a:r>
          </a:p>
        </p:txBody>
      </p:sp>
      <p:sp>
        <p:nvSpPr>
          <p:cNvPr id="58" name="Inhalt">
            <a:extLst>
              <a:ext uri="{FF2B5EF4-FFF2-40B4-BE49-F238E27FC236}">
                <a16:creationId xmlns:a16="http://schemas.microsoft.com/office/drawing/2014/main" id="{C6CD3634-E569-42B7-9679-B18C402C418A}"/>
              </a:ext>
            </a:extLst>
          </p:cNvPr>
          <p:cNvSpPr>
            <a:spLocks noGrp="1"/>
          </p:cNvSpPr>
          <p:nvPr>
            <p:ph idx="21" hasCustomPrompt="1"/>
          </p:nvPr>
        </p:nvSpPr>
        <p:spPr>
          <a:xfrm>
            <a:off x="539750" y="3240086"/>
            <a:ext cx="2520000" cy="1440000"/>
          </a:xfrm>
        </p:spPr>
        <p:txBody>
          <a:bodyPr/>
          <a:lstStyle>
            <a:lvl1pPr marL="0" indent="0">
              <a:buFont typeface="Arial" panose="020B0604020202020204" pitchFamily="34" charset="0"/>
              <a:buNone/>
              <a:defRPr sz="1000" b="0"/>
            </a:lvl1pPr>
            <a:lvl2pPr marL="0" indent="0">
              <a:buNone/>
              <a:defRPr sz="1000" b="0"/>
            </a:lvl2pPr>
            <a:lvl3pPr marL="0" indent="0">
              <a:buNone/>
              <a:defRPr sz="1000" b="0"/>
            </a:lvl3pPr>
            <a:lvl4pPr marL="0" indent="0">
              <a:buNone/>
              <a:defRPr sz="1000" b="0"/>
            </a:lvl4pPr>
            <a:lvl5pPr marL="0" indent="0">
              <a:buFont typeface="Arial" panose="020B0604020202020204" pitchFamily="34" charset="0"/>
              <a:buNone/>
              <a:defRPr sz="1000" b="0"/>
            </a:lvl5pPr>
            <a:lvl6pPr marL="0" indent="0">
              <a:buFont typeface="Arial" panose="020B0604020202020204" pitchFamily="34" charset="0"/>
              <a:buNone/>
              <a:defRPr sz="1000" b="0"/>
            </a:lvl6pPr>
            <a:lvl7pPr marL="0" indent="0">
              <a:buFont typeface="Arial" panose="020B0604020202020204" pitchFamily="34" charset="0"/>
              <a:buNone/>
              <a:defRPr sz="1000" b="0"/>
            </a:lvl7pPr>
            <a:lvl8pPr marL="0" indent="0">
              <a:buFont typeface="Arial" panose="020B0604020202020204" pitchFamily="34" charset="0"/>
              <a:buNone/>
              <a:defRPr sz="1000" b="0"/>
            </a:lvl8pPr>
            <a:lvl9pPr marL="0" indent="0">
              <a:buFont typeface="Arial" panose="020B0604020202020204" pitchFamily="34" charset="0"/>
              <a:buNone/>
              <a:defRPr sz="1000" b="0"/>
            </a:lvl9pPr>
          </a:lstStyle>
          <a:p>
            <a:pPr lvl="0"/>
            <a:r>
              <a:rPr lang="de-DE" dirty="0"/>
              <a:t>ggf. Kundenlogo einfügen</a:t>
            </a:r>
          </a:p>
        </p:txBody>
      </p:sp>
      <p:sp>
        <p:nvSpPr>
          <p:cNvPr id="12" name="Privacy Notice">
            <a:extLst>
              <a:ext uri="{FF2B5EF4-FFF2-40B4-BE49-F238E27FC236}">
                <a16:creationId xmlns:a16="http://schemas.microsoft.com/office/drawing/2014/main" id="{90A0CF01-6C1D-40BE-9E15-FFB1088A3887}"/>
              </a:ext>
            </a:extLst>
          </p:cNvPr>
          <p:cNvSpPr>
            <a:spLocks noGrp="1"/>
          </p:cNvSpPr>
          <p:nvPr>
            <p:ph type="body" orient="vert" idx="22" hasCustomPrompt="1"/>
          </p:nvPr>
        </p:nvSpPr>
        <p:spPr>
          <a:xfrm>
            <a:off x="539749" y="5795964"/>
            <a:ext cx="7416000" cy="586800"/>
          </a:xfrm>
        </p:spPr>
        <p:txBody>
          <a:bodyPr vert="horz" anchor="b" anchorCtr="0"/>
          <a:lstStyle>
            <a:lvl1pPr marL="0" indent="0">
              <a:spcBef>
                <a:spcPts val="0"/>
              </a:spcBef>
              <a:buFont typeface="Arial" panose="020B0604020202020204" pitchFamily="34" charset="0"/>
              <a:buNone/>
              <a:defRPr sz="900" b="0">
                <a:solidFill>
                  <a:schemeClr val="tx1"/>
                </a:solidFill>
                <a:latin typeface="+mn-lt"/>
              </a:defRPr>
            </a:lvl1pPr>
            <a:lvl2pPr marL="0" indent="0">
              <a:spcBef>
                <a:spcPts val="0"/>
              </a:spcBef>
              <a:buFont typeface="Arial" panose="020B0604020202020204" pitchFamily="34" charset="0"/>
              <a:buNone/>
              <a:defRPr sz="900" b="0">
                <a:solidFill>
                  <a:schemeClr val="tx1"/>
                </a:solidFill>
                <a:latin typeface="+mn-lt"/>
              </a:defRPr>
            </a:lvl2pPr>
            <a:lvl3pPr marL="0" indent="0">
              <a:spcBef>
                <a:spcPts val="0"/>
              </a:spcBef>
              <a:buFont typeface="Arial" panose="020B0604020202020204" pitchFamily="34" charset="0"/>
              <a:buNone/>
              <a:defRPr sz="900" b="0">
                <a:solidFill>
                  <a:schemeClr val="tx1"/>
                </a:solidFill>
                <a:latin typeface="+mn-lt"/>
              </a:defRPr>
            </a:lvl3pPr>
            <a:lvl4pPr marL="0" indent="0">
              <a:spcBef>
                <a:spcPts val="0"/>
              </a:spcBef>
              <a:buFont typeface="Arial" panose="020B0604020202020204" pitchFamily="34" charset="0"/>
              <a:buNone/>
              <a:defRPr sz="900" b="0">
                <a:solidFill>
                  <a:schemeClr val="tx1"/>
                </a:solidFill>
                <a:latin typeface="+mn-lt"/>
              </a:defRPr>
            </a:lvl4pPr>
            <a:lvl5pPr marL="0" indent="0">
              <a:spcBef>
                <a:spcPts val="0"/>
              </a:spcBef>
              <a:buFont typeface="Arial" panose="020B0604020202020204" pitchFamily="34" charset="0"/>
              <a:buNone/>
              <a:defRPr sz="900" b="0">
                <a:solidFill>
                  <a:schemeClr val="tx1"/>
                </a:solidFill>
                <a:latin typeface="+mn-lt"/>
              </a:defRPr>
            </a:lvl5pPr>
            <a:lvl6pPr marL="0" indent="0">
              <a:spcBef>
                <a:spcPts val="0"/>
              </a:spcBef>
              <a:buFont typeface="Arial" panose="020B0604020202020204" pitchFamily="34" charset="0"/>
              <a:buNone/>
              <a:defRPr sz="900" b="0">
                <a:solidFill>
                  <a:schemeClr val="tx1"/>
                </a:solidFill>
                <a:latin typeface="+mn-lt"/>
              </a:defRPr>
            </a:lvl6pPr>
            <a:lvl7pPr marL="0" indent="0">
              <a:spcBef>
                <a:spcPts val="0"/>
              </a:spcBef>
              <a:buFont typeface="Arial" panose="020B0604020202020204" pitchFamily="34" charset="0"/>
              <a:buNone/>
              <a:defRPr sz="900" b="0">
                <a:solidFill>
                  <a:schemeClr val="tx1"/>
                </a:solidFill>
                <a:latin typeface="+mn-lt"/>
              </a:defRPr>
            </a:lvl7pPr>
            <a:lvl8pPr marL="0" indent="0">
              <a:spcBef>
                <a:spcPts val="0"/>
              </a:spcBef>
              <a:buFont typeface="Arial" panose="020B0604020202020204" pitchFamily="34" charset="0"/>
              <a:buNone/>
              <a:defRPr sz="900" b="0">
                <a:solidFill>
                  <a:schemeClr val="tx1"/>
                </a:solidFill>
                <a:latin typeface="+mn-lt"/>
              </a:defRPr>
            </a:lvl8pPr>
            <a:lvl9pPr marL="0" indent="0">
              <a:spcBef>
                <a:spcPts val="0"/>
              </a:spcBef>
              <a:buFont typeface="Arial" panose="020B0604020202020204" pitchFamily="34" charset="0"/>
              <a:buNone/>
              <a:defRPr sz="900" b="0">
                <a:solidFill>
                  <a:schemeClr val="tx1"/>
                </a:solidFill>
                <a:latin typeface="+mn-lt"/>
              </a:defRPr>
            </a:lvl9pPr>
          </a:lstStyle>
          <a:p>
            <a:pPr lvl="0"/>
            <a:r>
              <a:rPr lang="en-US" noProof="0" dirty="0"/>
              <a:t>Privacy Notice</a:t>
            </a:r>
          </a:p>
        </p:txBody>
      </p:sp>
      <p:sp>
        <p:nvSpPr>
          <p:cNvPr id="11" name="Datum">
            <a:extLst>
              <a:ext uri="{FF2B5EF4-FFF2-40B4-BE49-F238E27FC236}">
                <a16:creationId xmlns:a16="http://schemas.microsoft.com/office/drawing/2014/main" id="{6A30448C-ED32-483C-91FE-AFA97F4AFABE}"/>
              </a:ext>
            </a:extLst>
          </p:cNvPr>
          <p:cNvSpPr>
            <a:spLocks noGrp="1"/>
          </p:cNvSpPr>
          <p:nvPr>
            <p:ph type="dt" sz="half" idx="20"/>
          </p:nvPr>
        </p:nvSpPr>
        <p:spPr>
          <a:xfrm>
            <a:off x="3168000" y="6552000"/>
            <a:ext cx="720000" cy="180000"/>
          </a:xfrm>
        </p:spPr>
        <p:txBody>
          <a:bodyPr/>
          <a:lstStyle/>
          <a:p>
            <a:fld id="{86D7BBF9-7C8E-497B-A742-6E93E4649479}" type="datetime1">
              <a:rPr lang="de-DE" smtClean="0"/>
              <a:t>10.05.2022</a:t>
            </a:fld>
            <a:endParaRPr lang="de-DE" sz="1000" dirty="0"/>
          </a:p>
        </p:txBody>
      </p:sp>
      <p:sp>
        <p:nvSpPr>
          <p:cNvPr id="13" name="Fußzeile">
            <a:extLst>
              <a:ext uri="{FF2B5EF4-FFF2-40B4-BE49-F238E27FC236}">
                <a16:creationId xmlns:a16="http://schemas.microsoft.com/office/drawing/2014/main" id="{D2664EAF-959E-431B-9E6B-F97E37650B01}"/>
              </a:ext>
            </a:extLst>
          </p:cNvPr>
          <p:cNvSpPr>
            <a:spLocks noGrp="1"/>
          </p:cNvSpPr>
          <p:nvPr>
            <p:ph type="ftr" sz="quarter" idx="23"/>
          </p:nvPr>
        </p:nvSpPr>
        <p:spPr>
          <a:xfrm>
            <a:off x="539750" y="6552000"/>
            <a:ext cx="2376250" cy="180000"/>
          </a:xfrm>
        </p:spPr>
        <p:txBody>
          <a:bodyPr/>
          <a:lstStyle/>
          <a:p>
            <a:r>
              <a:rPr lang="en-US" dirty="0"/>
              <a:t>Refer to proprietary notice on title page</a:t>
            </a:r>
            <a:endParaRPr lang="de-DE" dirty="0"/>
          </a:p>
        </p:txBody>
      </p:sp>
      <p:sp>
        <p:nvSpPr>
          <p:cNvPr id="14" name="Foliennummer">
            <a:extLst>
              <a:ext uri="{FF2B5EF4-FFF2-40B4-BE49-F238E27FC236}">
                <a16:creationId xmlns:a16="http://schemas.microsoft.com/office/drawing/2014/main" id="{7F06B5C4-71A5-4F46-A9B8-B9DC8CCB6279}"/>
              </a:ext>
            </a:extLst>
          </p:cNvPr>
          <p:cNvSpPr>
            <a:spLocks noGrp="1"/>
          </p:cNvSpPr>
          <p:nvPr>
            <p:ph type="sldNum" sz="quarter" idx="24"/>
          </p:nvPr>
        </p:nvSpPr>
        <p:spPr>
          <a:xfrm>
            <a:off x="4068000" y="6552000"/>
            <a:ext cx="540000" cy="180000"/>
          </a:xfrm>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181258783"/>
      </p:ext>
    </p:extLst>
  </p:cSld>
  <p:clrMapOvr>
    <a:masterClrMapping/>
  </p:clrMapOvr>
  <p:extLst>
    <p:ext uri="{DCECCB84-F9BA-43D5-87BE-67443E8EF086}">
      <p15:sldGuideLst xmlns:p15="http://schemas.microsoft.com/office/powerpoint/2012/main">
        <p15:guide id="1" pos="6917" userDrawn="1">
          <p15:clr>
            <a:srgbClr val="FBAE40"/>
          </p15:clr>
        </p15:guide>
        <p15:guide id="3" pos="340" userDrawn="1">
          <p15:clr>
            <a:srgbClr val="FBAE40"/>
          </p15:clr>
        </p15:guide>
        <p15:guide id="4" orient="horz" pos="3651">
          <p15:clr>
            <a:srgbClr val="FBAE40"/>
          </p15:clr>
        </p15:guide>
        <p15:guide id="5" orient="horz" pos="385" userDrawn="1">
          <p15:clr>
            <a:srgbClr val="FBAE40"/>
          </p15:clr>
        </p15:guide>
        <p15:guide id="6" orient="horz" pos="32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2"/>
        </a:solidFill>
        <a:effectLst/>
      </p:bgPr>
    </p:bg>
    <p:spTree>
      <p:nvGrpSpPr>
        <p:cNvPr id="1" name=""/>
        <p:cNvGrpSpPr/>
        <p:nvPr/>
      </p:nvGrpSpPr>
      <p:grpSpPr>
        <a:xfrm>
          <a:off x="0" y="0"/>
          <a:ext cx="0" cy="0"/>
          <a:chOff x="0" y="0"/>
          <a:chExt cx="0" cy="0"/>
        </a:xfrm>
      </p:grpSpPr>
      <p:sp>
        <p:nvSpPr>
          <p:cNvPr id="29" name="Rhomboid Bild 5 Spalten">
            <a:extLst>
              <a:ext uri="{FF2B5EF4-FFF2-40B4-BE49-F238E27FC236}">
                <a16:creationId xmlns:a16="http://schemas.microsoft.com/office/drawing/2014/main" id="{DFD4FD9B-06B3-4512-9614-B72FD3778563}"/>
              </a:ext>
            </a:extLst>
          </p:cNvPr>
          <p:cNvSpPr>
            <a:spLocks noGrp="1"/>
          </p:cNvSpPr>
          <p:nvPr userDrawn="1">
            <p:ph type="pic" sz="quarter" idx="10" hasCustomPrompt="1"/>
          </p:nvPr>
        </p:nvSpPr>
        <p:spPr>
          <a:xfrm>
            <a:off x="6496051" y="1"/>
            <a:ext cx="5024438" cy="6480175"/>
          </a:xfrm>
          <a:custGeom>
            <a:avLst/>
            <a:gdLst>
              <a:gd name="connsiteX0" fmla="*/ 1766606 w 5024438"/>
              <a:gd name="connsiteY0" fmla="*/ 0 h 6480175"/>
              <a:gd name="connsiteX1" fmla="*/ 5024438 w 5024438"/>
              <a:gd name="connsiteY1" fmla="*/ 0 h 6480175"/>
              <a:gd name="connsiteX2" fmla="*/ 5024438 w 5024438"/>
              <a:gd name="connsiteY2" fmla="*/ 6480175 h 6480175"/>
              <a:gd name="connsiteX3" fmla="*/ 4482012 w 5024438"/>
              <a:gd name="connsiteY3" fmla="*/ 6480175 h 6480175"/>
              <a:gd name="connsiteX4" fmla="*/ 4482012 w 5024438"/>
              <a:gd name="connsiteY4" fmla="*/ 6173787 h 6480175"/>
              <a:gd name="connsiteX5" fmla="*/ 3727949 w 5024438"/>
              <a:gd name="connsiteY5" fmla="*/ 6173787 h 6480175"/>
              <a:gd name="connsiteX6" fmla="*/ 3727949 w 5024438"/>
              <a:gd name="connsiteY6" fmla="*/ 6480175 h 6480175"/>
              <a:gd name="connsiteX7" fmla="*/ 0 w 502443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24438" h="6480175">
                <a:moveTo>
                  <a:pt x="1766606" y="0"/>
                </a:moveTo>
                <a:lnTo>
                  <a:pt x="5024438" y="0"/>
                </a:lnTo>
                <a:lnTo>
                  <a:pt x="5024438" y="6480175"/>
                </a:lnTo>
                <a:lnTo>
                  <a:pt x="4482012" y="6480175"/>
                </a:lnTo>
                <a:lnTo>
                  <a:pt x="4482012" y="6173787"/>
                </a:lnTo>
                <a:lnTo>
                  <a:pt x="3727949" y="6173787"/>
                </a:lnTo>
                <a:lnTo>
                  <a:pt x="372794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1" name="Rhomboid Bild 4 Spalten">
            <a:extLst>
              <a:ext uri="{FF2B5EF4-FFF2-40B4-BE49-F238E27FC236}">
                <a16:creationId xmlns:a16="http://schemas.microsoft.com/office/drawing/2014/main" id="{23A1F439-72B6-4499-B473-E21B037F45D8}"/>
              </a:ext>
            </a:extLst>
          </p:cNvPr>
          <p:cNvSpPr>
            <a:spLocks noGrp="1"/>
          </p:cNvSpPr>
          <p:nvPr>
            <p:ph type="pic" sz="quarter" idx="12" hasCustomPrompt="1"/>
          </p:nvPr>
        </p:nvSpPr>
        <p:spPr>
          <a:xfrm>
            <a:off x="7378701" y="1"/>
            <a:ext cx="4141788" cy="6480175"/>
          </a:xfrm>
          <a:custGeom>
            <a:avLst/>
            <a:gdLst>
              <a:gd name="connsiteX0" fmla="*/ 1766271 w 4141788"/>
              <a:gd name="connsiteY0" fmla="*/ 0 h 6480175"/>
              <a:gd name="connsiteX1" fmla="*/ 4141788 w 4141788"/>
              <a:gd name="connsiteY1" fmla="*/ 0 h 6480175"/>
              <a:gd name="connsiteX2" fmla="*/ 4141788 w 4141788"/>
              <a:gd name="connsiteY2" fmla="*/ 6480175 h 6480175"/>
              <a:gd name="connsiteX3" fmla="*/ 3599362 w 4141788"/>
              <a:gd name="connsiteY3" fmla="*/ 6480175 h 6480175"/>
              <a:gd name="connsiteX4" fmla="*/ 3599362 w 4141788"/>
              <a:gd name="connsiteY4" fmla="*/ 6173787 h 6480175"/>
              <a:gd name="connsiteX5" fmla="*/ 2845299 w 4141788"/>
              <a:gd name="connsiteY5" fmla="*/ 6173787 h 6480175"/>
              <a:gd name="connsiteX6" fmla="*/ 2845299 w 4141788"/>
              <a:gd name="connsiteY6" fmla="*/ 6480175 h 6480175"/>
              <a:gd name="connsiteX7" fmla="*/ 0 w 414178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1788" h="6480175">
                <a:moveTo>
                  <a:pt x="1766271" y="0"/>
                </a:moveTo>
                <a:lnTo>
                  <a:pt x="4141788" y="0"/>
                </a:lnTo>
                <a:lnTo>
                  <a:pt x="4141788" y="6480175"/>
                </a:lnTo>
                <a:lnTo>
                  <a:pt x="3599362" y="6480175"/>
                </a:lnTo>
                <a:lnTo>
                  <a:pt x="3599362" y="6173787"/>
                </a:lnTo>
                <a:lnTo>
                  <a:pt x="2845299" y="6173787"/>
                </a:lnTo>
                <a:lnTo>
                  <a:pt x="284529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0" name="Rhomboid Bild 3 Spalten">
            <a:extLst>
              <a:ext uri="{FF2B5EF4-FFF2-40B4-BE49-F238E27FC236}">
                <a16:creationId xmlns:a16="http://schemas.microsoft.com/office/drawing/2014/main" id="{3A0886EA-8BE1-4DA7-AF08-BD1EE33DD6E1}"/>
              </a:ext>
            </a:extLst>
          </p:cNvPr>
          <p:cNvSpPr>
            <a:spLocks noGrp="1"/>
          </p:cNvSpPr>
          <p:nvPr>
            <p:ph type="pic" sz="quarter" idx="11" hasCustomPrompt="1"/>
          </p:nvPr>
        </p:nvSpPr>
        <p:spPr>
          <a:xfrm>
            <a:off x="8258176" y="1"/>
            <a:ext cx="3262313" cy="6480175"/>
          </a:xfrm>
          <a:custGeom>
            <a:avLst/>
            <a:gdLst>
              <a:gd name="connsiteX0" fmla="*/ 1766697 w 3262313"/>
              <a:gd name="connsiteY0" fmla="*/ 0 h 6480175"/>
              <a:gd name="connsiteX1" fmla="*/ 3262313 w 3262313"/>
              <a:gd name="connsiteY1" fmla="*/ 0 h 6480175"/>
              <a:gd name="connsiteX2" fmla="*/ 3262313 w 3262313"/>
              <a:gd name="connsiteY2" fmla="*/ 6480175 h 6480175"/>
              <a:gd name="connsiteX3" fmla="*/ 2719887 w 3262313"/>
              <a:gd name="connsiteY3" fmla="*/ 6480175 h 6480175"/>
              <a:gd name="connsiteX4" fmla="*/ 2719887 w 3262313"/>
              <a:gd name="connsiteY4" fmla="*/ 6173787 h 6480175"/>
              <a:gd name="connsiteX5" fmla="*/ 1965824 w 3262313"/>
              <a:gd name="connsiteY5" fmla="*/ 6173787 h 6480175"/>
              <a:gd name="connsiteX6" fmla="*/ 1965824 w 3262313"/>
              <a:gd name="connsiteY6" fmla="*/ 6480175 h 6480175"/>
              <a:gd name="connsiteX7" fmla="*/ 0 w 3262313"/>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313" h="6480175">
                <a:moveTo>
                  <a:pt x="1766697" y="0"/>
                </a:moveTo>
                <a:lnTo>
                  <a:pt x="3262313" y="0"/>
                </a:lnTo>
                <a:lnTo>
                  <a:pt x="3262313" y="6480175"/>
                </a:lnTo>
                <a:lnTo>
                  <a:pt x="2719887" y="6480175"/>
                </a:lnTo>
                <a:lnTo>
                  <a:pt x="2719887" y="6173787"/>
                </a:lnTo>
                <a:lnTo>
                  <a:pt x="1965824" y="6173787"/>
                </a:lnTo>
                <a:lnTo>
                  <a:pt x="1965824"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2" name="Überschrift">
            <a:extLst>
              <a:ext uri="{FF2B5EF4-FFF2-40B4-BE49-F238E27FC236}">
                <a16:creationId xmlns:a16="http://schemas.microsoft.com/office/drawing/2014/main" id="{DFFD8CF9-EE51-4F4F-9FA8-D015D8A8D12C}"/>
              </a:ext>
            </a:extLst>
          </p:cNvPr>
          <p:cNvSpPr>
            <a:spLocks noGrp="1"/>
          </p:cNvSpPr>
          <p:nvPr>
            <p:ph type="title" hasCustomPrompt="1"/>
          </p:nvPr>
        </p:nvSpPr>
        <p:spPr/>
        <p:txBody>
          <a:bodyPr/>
          <a:lstStyle>
            <a:lvl1pPr>
              <a:defRPr lang="de-DE" sz="1800" b="1" i="0" u="none" strike="noStrike" baseline="0" smtClean="0"/>
            </a:lvl1pPr>
          </a:lstStyle>
          <a:p>
            <a:r>
              <a:rPr lang="de-DE" dirty="0"/>
              <a:t>Hier steht der Inhalt</a:t>
            </a:r>
          </a:p>
        </p:txBody>
      </p:sp>
      <p:sp>
        <p:nvSpPr>
          <p:cNvPr id="8" name="Text">
            <a:extLst>
              <a:ext uri="{FF2B5EF4-FFF2-40B4-BE49-F238E27FC236}">
                <a16:creationId xmlns:a16="http://schemas.microsoft.com/office/drawing/2014/main" id="{25230366-7AB1-4EE3-AD91-2C54FE8789C5}"/>
              </a:ext>
            </a:extLst>
          </p:cNvPr>
          <p:cNvSpPr>
            <a:spLocks noGrp="1"/>
          </p:cNvSpPr>
          <p:nvPr>
            <p:ph type="body" orient="vert" idx="1" hasCustomPrompt="1"/>
          </p:nvPr>
        </p:nvSpPr>
        <p:spPr>
          <a:xfrm>
            <a:off x="539749" y="1350963"/>
            <a:ext cx="6948488" cy="4445000"/>
          </a:xfrm>
        </p:spPr>
        <p:txBody>
          <a:bodyPr vert="horz"/>
          <a:lstStyle>
            <a:lvl1pPr marL="126000" indent="-126000">
              <a:spcBef>
                <a:spcPts val="2160"/>
              </a:spcBef>
              <a:buFont typeface="Arial" panose="020B0604020202020204" pitchFamily="34" charset="0"/>
              <a:buChar char="▪"/>
              <a:defRPr/>
            </a:lvl1pPr>
            <a:lvl2pPr marL="126000" indent="0">
              <a:spcBef>
                <a:spcPts val="0"/>
              </a:spcBef>
              <a:buNone/>
              <a:defRPr b="0"/>
            </a:lvl2pPr>
            <a:lvl3pPr marL="126000" indent="0">
              <a:buNone/>
              <a:defRPr b="0"/>
            </a:lvl3pPr>
            <a:lvl4pPr marL="126000" indent="0">
              <a:buNone/>
              <a:defRPr b="0"/>
            </a:lvl4pPr>
            <a:lvl5pPr marL="126000">
              <a:defRPr b="0"/>
            </a:lvl5pPr>
            <a:lvl6pPr marL="126000" indent="0">
              <a:spcBef>
                <a:spcPts val="0"/>
              </a:spcBef>
              <a:buNone/>
              <a:defRPr b="0"/>
            </a:lvl6pPr>
            <a:lvl7pPr marL="126000">
              <a:defRPr b="0"/>
            </a:lvl7pPr>
            <a:lvl8pPr marL="126000">
              <a:defRPr b="0"/>
            </a:lvl8pPr>
            <a:lvl9pPr marL="126000">
              <a:defRPr b="0"/>
            </a:lvl9pPr>
          </a:lstStyle>
          <a:p>
            <a:pPr lvl="0"/>
            <a:r>
              <a:rPr lang="de-DE" dirty="0"/>
              <a:t>Hauptthema auf erster Ebene // für Unterthema &gt;&gt; Menü &gt; Start &gt; Absatz &gt; Listenebene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6" name="Datum">
            <a:extLst>
              <a:ext uri="{FF2B5EF4-FFF2-40B4-BE49-F238E27FC236}">
                <a16:creationId xmlns:a16="http://schemas.microsoft.com/office/drawing/2014/main" id="{C065D492-915F-49EF-A43D-D824707C7980}"/>
              </a:ext>
            </a:extLst>
          </p:cNvPr>
          <p:cNvSpPr>
            <a:spLocks noGrp="1"/>
          </p:cNvSpPr>
          <p:nvPr>
            <p:ph type="dt" sz="half" idx="13"/>
          </p:nvPr>
        </p:nvSpPr>
        <p:spPr/>
        <p:txBody>
          <a:bodyPr/>
          <a:lstStyle/>
          <a:p>
            <a:fld id="{E435E030-9418-4180-99C5-609FE031C58B}" type="datetime1">
              <a:rPr lang="de-DE" smtClean="0"/>
              <a:t>10.05.2022</a:t>
            </a:fld>
            <a:endParaRPr lang="de-DE" sz="1000" dirty="0"/>
          </a:p>
        </p:txBody>
      </p:sp>
      <p:sp>
        <p:nvSpPr>
          <p:cNvPr id="7" name="Fußzeile">
            <a:extLst>
              <a:ext uri="{FF2B5EF4-FFF2-40B4-BE49-F238E27FC236}">
                <a16:creationId xmlns:a16="http://schemas.microsoft.com/office/drawing/2014/main" id="{5895FE63-63A2-45BF-BBE7-2BBEEFCD3919}"/>
              </a:ext>
            </a:extLst>
          </p:cNvPr>
          <p:cNvSpPr>
            <a:spLocks noGrp="1"/>
          </p:cNvSpPr>
          <p:nvPr>
            <p:ph type="ftr" sz="quarter" idx="14"/>
          </p:nvPr>
        </p:nvSpPr>
        <p:spPr/>
        <p:txBody>
          <a:bodyPr/>
          <a:lstStyle/>
          <a:p>
            <a:r>
              <a:rPr lang="en-US"/>
              <a:t>Refer to proprietary notice on title page</a:t>
            </a:r>
            <a:endParaRPr lang="de-DE" dirty="0"/>
          </a:p>
        </p:txBody>
      </p:sp>
      <p:sp>
        <p:nvSpPr>
          <p:cNvPr id="9" name="Foliennummer">
            <a:extLst>
              <a:ext uri="{FF2B5EF4-FFF2-40B4-BE49-F238E27FC236}">
                <a16:creationId xmlns:a16="http://schemas.microsoft.com/office/drawing/2014/main" id="{3787D5DE-C01B-4DCB-A773-F58C6FA764FD}"/>
              </a:ext>
            </a:extLst>
          </p:cNvPr>
          <p:cNvSpPr>
            <a:spLocks noGrp="1"/>
          </p:cNvSpPr>
          <p:nvPr>
            <p:ph type="sldNum" sz="quarter" idx="15"/>
          </p:nvPr>
        </p:nvSpPr>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4197549016"/>
      </p:ext>
    </p:extLst>
  </p:cSld>
  <p:clrMapOvr>
    <a:masterClrMapping/>
  </p:clrMapOvr>
  <p:extLst>
    <p:ext uri="{DCECCB84-F9BA-43D5-87BE-67443E8EF086}">
      <p15:sldGuideLst xmlns:p15="http://schemas.microsoft.com/office/powerpoint/2012/main">
        <p15:guide id="1" pos="340" userDrawn="1">
          <p15:clr>
            <a:srgbClr val="FBAE40"/>
          </p15:clr>
        </p15:guide>
        <p15:guide id="2" orient="horz" pos="385" userDrawn="1">
          <p15:clr>
            <a:srgbClr val="FBAE40"/>
          </p15:clr>
        </p15:guide>
        <p15:guide id="3" pos="4717" userDrawn="1">
          <p15:clr>
            <a:srgbClr val="FBAE40"/>
          </p15:clr>
        </p15:guide>
        <p15:guide id="4" pos="6917" userDrawn="1">
          <p15:clr>
            <a:srgbClr val="FBAE40"/>
          </p15:clr>
        </p15:guide>
        <p15:guide id="5" orient="horz" pos="851" userDrawn="1">
          <p15:clr>
            <a:srgbClr val="FBAE40"/>
          </p15:clr>
        </p15:guide>
        <p15:guide id="6" orient="horz" pos="3651" userDrawn="1">
          <p15:clr>
            <a:srgbClr val="FBAE40"/>
          </p15:clr>
        </p15:guide>
        <p15:guide id="7" pos="415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slide + rhomboid">
    <p:bg>
      <p:bgPr>
        <a:solidFill>
          <a:schemeClr val="tx2"/>
        </a:solidFill>
        <a:effectLst/>
      </p:bgPr>
    </p:bg>
    <p:spTree>
      <p:nvGrpSpPr>
        <p:cNvPr id="1" name=""/>
        <p:cNvGrpSpPr/>
        <p:nvPr/>
      </p:nvGrpSpPr>
      <p:grpSpPr>
        <a:xfrm>
          <a:off x="0" y="0"/>
          <a:ext cx="0" cy="0"/>
          <a:chOff x="0" y="0"/>
          <a:chExt cx="0" cy="0"/>
        </a:xfrm>
      </p:grpSpPr>
      <p:sp>
        <p:nvSpPr>
          <p:cNvPr id="29" name="Rhomboid Bild 5 Spalten">
            <a:extLst>
              <a:ext uri="{FF2B5EF4-FFF2-40B4-BE49-F238E27FC236}">
                <a16:creationId xmlns:a16="http://schemas.microsoft.com/office/drawing/2014/main" id="{DFD4FD9B-06B3-4512-9614-B72FD3778563}"/>
              </a:ext>
            </a:extLst>
          </p:cNvPr>
          <p:cNvSpPr>
            <a:spLocks noGrp="1"/>
          </p:cNvSpPr>
          <p:nvPr userDrawn="1">
            <p:ph type="pic" sz="quarter" idx="10" hasCustomPrompt="1"/>
          </p:nvPr>
        </p:nvSpPr>
        <p:spPr>
          <a:xfrm>
            <a:off x="6496051" y="1"/>
            <a:ext cx="5024438" cy="6480175"/>
          </a:xfrm>
          <a:custGeom>
            <a:avLst/>
            <a:gdLst>
              <a:gd name="connsiteX0" fmla="*/ 1766606 w 5024438"/>
              <a:gd name="connsiteY0" fmla="*/ 0 h 6480175"/>
              <a:gd name="connsiteX1" fmla="*/ 5024438 w 5024438"/>
              <a:gd name="connsiteY1" fmla="*/ 0 h 6480175"/>
              <a:gd name="connsiteX2" fmla="*/ 5024438 w 5024438"/>
              <a:gd name="connsiteY2" fmla="*/ 6480175 h 6480175"/>
              <a:gd name="connsiteX3" fmla="*/ 4482012 w 5024438"/>
              <a:gd name="connsiteY3" fmla="*/ 6480175 h 6480175"/>
              <a:gd name="connsiteX4" fmla="*/ 4482012 w 5024438"/>
              <a:gd name="connsiteY4" fmla="*/ 6173787 h 6480175"/>
              <a:gd name="connsiteX5" fmla="*/ 3727949 w 5024438"/>
              <a:gd name="connsiteY5" fmla="*/ 6173787 h 6480175"/>
              <a:gd name="connsiteX6" fmla="*/ 3727949 w 5024438"/>
              <a:gd name="connsiteY6" fmla="*/ 6480175 h 6480175"/>
              <a:gd name="connsiteX7" fmla="*/ 0 w 502443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24438" h="6480175">
                <a:moveTo>
                  <a:pt x="1766606" y="0"/>
                </a:moveTo>
                <a:lnTo>
                  <a:pt x="5024438" y="0"/>
                </a:lnTo>
                <a:lnTo>
                  <a:pt x="5024438" y="6480175"/>
                </a:lnTo>
                <a:lnTo>
                  <a:pt x="4482012" y="6480175"/>
                </a:lnTo>
                <a:lnTo>
                  <a:pt x="4482012" y="6173787"/>
                </a:lnTo>
                <a:lnTo>
                  <a:pt x="3727949" y="6173787"/>
                </a:lnTo>
                <a:lnTo>
                  <a:pt x="372794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1" name="Rhomboid Bild 4 Spalten">
            <a:extLst>
              <a:ext uri="{FF2B5EF4-FFF2-40B4-BE49-F238E27FC236}">
                <a16:creationId xmlns:a16="http://schemas.microsoft.com/office/drawing/2014/main" id="{23A1F439-72B6-4499-B473-E21B037F45D8}"/>
              </a:ext>
            </a:extLst>
          </p:cNvPr>
          <p:cNvSpPr>
            <a:spLocks noGrp="1"/>
          </p:cNvSpPr>
          <p:nvPr>
            <p:ph type="pic" sz="quarter" idx="12" hasCustomPrompt="1"/>
          </p:nvPr>
        </p:nvSpPr>
        <p:spPr>
          <a:xfrm>
            <a:off x="7378701" y="1"/>
            <a:ext cx="4141788" cy="6480175"/>
          </a:xfrm>
          <a:custGeom>
            <a:avLst/>
            <a:gdLst>
              <a:gd name="connsiteX0" fmla="*/ 1766271 w 4141788"/>
              <a:gd name="connsiteY0" fmla="*/ 0 h 6480175"/>
              <a:gd name="connsiteX1" fmla="*/ 4141788 w 4141788"/>
              <a:gd name="connsiteY1" fmla="*/ 0 h 6480175"/>
              <a:gd name="connsiteX2" fmla="*/ 4141788 w 4141788"/>
              <a:gd name="connsiteY2" fmla="*/ 6480175 h 6480175"/>
              <a:gd name="connsiteX3" fmla="*/ 3599362 w 4141788"/>
              <a:gd name="connsiteY3" fmla="*/ 6480175 h 6480175"/>
              <a:gd name="connsiteX4" fmla="*/ 3599362 w 4141788"/>
              <a:gd name="connsiteY4" fmla="*/ 6173787 h 6480175"/>
              <a:gd name="connsiteX5" fmla="*/ 2845299 w 4141788"/>
              <a:gd name="connsiteY5" fmla="*/ 6173787 h 6480175"/>
              <a:gd name="connsiteX6" fmla="*/ 2845299 w 4141788"/>
              <a:gd name="connsiteY6" fmla="*/ 6480175 h 6480175"/>
              <a:gd name="connsiteX7" fmla="*/ 0 w 414178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1788" h="6480175">
                <a:moveTo>
                  <a:pt x="1766271" y="0"/>
                </a:moveTo>
                <a:lnTo>
                  <a:pt x="4141788" y="0"/>
                </a:lnTo>
                <a:lnTo>
                  <a:pt x="4141788" y="6480175"/>
                </a:lnTo>
                <a:lnTo>
                  <a:pt x="3599362" y="6480175"/>
                </a:lnTo>
                <a:lnTo>
                  <a:pt x="3599362" y="6173787"/>
                </a:lnTo>
                <a:lnTo>
                  <a:pt x="2845299" y="6173787"/>
                </a:lnTo>
                <a:lnTo>
                  <a:pt x="284529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0" name="Rhomboid Bild 3 Spalten">
            <a:extLst>
              <a:ext uri="{FF2B5EF4-FFF2-40B4-BE49-F238E27FC236}">
                <a16:creationId xmlns:a16="http://schemas.microsoft.com/office/drawing/2014/main" id="{3A0886EA-8BE1-4DA7-AF08-BD1EE33DD6E1}"/>
              </a:ext>
            </a:extLst>
          </p:cNvPr>
          <p:cNvSpPr>
            <a:spLocks noGrp="1"/>
          </p:cNvSpPr>
          <p:nvPr>
            <p:ph type="pic" sz="quarter" idx="11" hasCustomPrompt="1"/>
          </p:nvPr>
        </p:nvSpPr>
        <p:spPr>
          <a:xfrm>
            <a:off x="8258176" y="1"/>
            <a:ext cx="3262313" cy="6480175"/>
          </a:xfrm>
          <a:custGeom>
            <a:avLst/>
            <a:gdLst>
              <a:gd name="connsiteX0" fmla="*/ 1766697 w 3262313"/>
              <a:gd name="connsiteY0" fmla="*/ 0 h 6480175"/>
              <a:gd name="connsiteX1" fmla="*/ 3262313 w 3262313"/>
              <a:gd name="connsiteY1" fmla="*/ 0 h 6480175"/>
              <a:gd name="connsiteX2" fmla="*/ 3262313 w 3262313"/>
              <a:gd name="connsiteY2" fmla="*/ 6480175 h 6480175"/>
              <a:gd name="connsiteX3" fmla="*/ 2719887 w 3262313"/>
              <a:gd name="connsiteY3" fmla="*/ 6480175 h 6480175"/>
              <a:gd name="connsiteX4" fmla="*/ 2719887 w 3262313"/>
              <a:gd name="connsiteY4" fmla="*/ 6173787 h 6480175"/>
              <a:gd name="connsiteX5" fmla="*/ 1965824 w 3262313"/>
              <a:gd name="connsiteY5" fmla="*/ 6173787 h 6480175"/>
              <a:gd name="connsiteX6" fmla="*/ 1965824 w 3262313"/>
              <a:gd name="connsiteY6" fmla="*/ 6480175 h 6480175"/>
              <a:gd name="connsiteX7" fmla="*/ 0 w 3262313"/>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313" h="6480175">
                <a:moveTo>
                  <a:pt x="1766697" y="0"/>
                </a:moveTo>
                <a:lnTo>
                  <a:pt x="3262313" y="0"/>
                </a:lnTo>
                <a:lnTo>
                  <a:pt x="3262313" y="6480175"/>
                </a:lnTo>
                <a:lnTo>
                  <a:pt x="2719887" y="6480175"/>
                </a:lnTo>
                <a:lnTo>
                  <a:pt x="2719887" y="6173787"/>
                </a:lnTo>
                <a:lnTo>
                  <a:pt x="1965824" y="6173787"/>
                </a:lnTo>
                <a:lnTo>
                  <a:pt x="1965824"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2" name="Überschrift">
            <a:extLst>
              <a:ext uri="{FF2B5EF4-FFF2-40B4-BE49-F238E27FC236}">
                <a16:creationId xmlns:a16="http://schemas.microsoft.com/office/drawing/2014/main" id="{DFFD8CF9-EE51-4F4F-9FA8-D015D8A8D12C}"/>
              </a:ext>
            </a:extLst>
          </p:cNvPr>
          <p:cNvSpPr>
            <a:spLocks noGrp="1"/>
          </p:cNvSpPr>
          <p:nvPr>
            <p:ph type="title" hasCustomPrompt="1"/>
          </p:nvPr>
        </p:nvSpPr>
        <p:spPr/>
        <p:txBody>
          <a:bodyPr/>
          <a:lstStyle>
            <a:lvl1pPr>
              <a:defRPr/>
            </a:lvl1pPr>
          </a:lstStyle>
          <a:p>
            <a:r>
              <a:rPr lang="de-DE" dirty="0"/>
              <a:t>Hier steht eine Überschrift</a:t>
            </a:r>
            <a:br>
              <a:rPr lang="de-DE" dirty="0"/>
            </a:br>
            <a:r>
              <a:rPr lang="de-DE" dirty="0"/>
              <a:t>Diese kann zweizeilig sein</a:t>
            </a:r>
          </a:p>
        </p:txBody>
      </p:sp>
      <p:sp>
        <p:nvSpPr>
          <p:cNvPr id="3" name="Inhalt">
            <a:extLst>
              <a:ext uri="{FF2B5EF4-FFF2-40B4-BE49-F238E27FC236}">
                <a16:creationId xmlns:a16="http://schemas.microsoft.com/office/drawing/2014/main" id="{F47392CF-7E88-490D-B47F-DF31B998A499}"/>
              </a:ext>
            </a:extLst>
          </p:cNvPr>
          <p:cNvSpPr>
            <a:spLocks noGrp="1"/>
          </p:cNvSpPr>
          <p:nvPr>
            <p:ph idx="1" hasCustomPrompt="1"/>
          </p:nvPr>
        </p:nvSpPr>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First level text // for bullets, numbering and other text levels </a:t>
            </a:r>
            <a:br>
              <a:rPr lang="en-US" dirty="0"/>
            </a:br>
            <a:r>
              <a:rPr lang="en-US" dirty="0"/>
              <a:t>&gt;&gt; Menu &gt; Home &gt; Paragraph &gt; Increase/Decrease List Level</a:t>
            </a:r>
            <a:br>
              <a:rPr lang="en-US" dirty="0"/>
            </a:br>
            <a:br>
              <a:rPr lang="en-US" dirty="0"/>
            </a:br>
            <a:r>
              <a:rPr lang="de-DE" dirty="0"/>
              <a:t>Text auf erster Ebene // für Aufzählung, Nummerierung und weitere Textebenen </a:t>
            </a:r>
            <a:br>
              <a:rPr lang="de-DE" dirty="0"/>
            </a:br>
            <a:r>
              <a:rPr lang="de-DE" dirty="0"/>
              <a:t>&gt;&gt; Menü &gt; Start &gt; Absatz &gt; Listenebene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13" name="Datum">
            <a:extLst>
              <a:ext uri="{FF2B5EF4-FFF2-40B4-BE49-F238E27FC236}">
                <a16:creationId xmlns:a16="http://schemas.microsoft.com/office/drawing/2014/main" id="{7785864D-1CAD-4D49-B260-F4092BDD856E}"/>
              </a:ext>
            </a:extLst>
          </p:cNvPr>
          <p:cNvSpPr>
            <a:spLocks noGrp="1"/>
          </p:cNvSpPr>
          <p:nvPr>
            <p:ph type="dt" sz="half" idx="13"/>
          </p:nvPr>
        </p:nvSpPr>
        <p:spPr>
          <a:xfrm>
            <a:off x="3168000" y="6211052"/>
            <a:ext cx="720000" cy="180000"/>
          </a:xfrm>
        </p:spPr>
        <p:txBody>
          <a:bodyPr/>
          <a:lstStyle/>
          <a:p>
            <a:fld id="{FBF89E89-5D20-420A-8146-1D72AE10AF92}" type="datetime1">
              <a:rPr lang="de-DE" smtClean="0"/>
              <a:t>10.05.2022</a:t>
            </a:fld>
            <a:endParaRPr lang="de-DE" sz="1000" dirty="0"/>
          </a:p>
        </p:txBody>
      </p:sp>
      <p:sp>
        <p:nvSpPr>
          <p:cNvPr id="14" name="Fußzeile">
            <a:extLst>
              <a:ext uri="{FF2B5EF4-FFF2-40B4-BE49-F238E27FC236}">
                <a16:creationId xmlns:a16="http://schemas.microsoft.com/office/drawing/2014/main" id="{B5BED47F-807F-497B-B7ED-868E59310EAE}"/>
              </a:ext>
            </a:extLst>
          </p:cNvPr>
          <p:cNvSpPr>
            <a:spLocks noGrp="1"/>
          </p:cNvSpPr>
          <p:nvPr>
            <p:ph type="ftr" sz="quarter" idx="14"/>
          </p:nvPr>
        </p:nvSpPr>
        <p:spPr>
          <a:xfrm>
            <a:off x="539750" y="6211052"/>
            <a:ext cx="2376250" cy="180000"/>
          </a:xfrm>
        </p:spPr>
        <p:txBody>
          <a:bodyPr/>
          <a:lstStyle/>
          <a:p>
            <a:r>
              <a:rPr lang="en-US"/>
              <a:t>Refer to proprietary notice on title page</a:t>
            </a:r>
            <a:endParaRPr lang="de-DE" dirty="0"/>
          </a:p>
        </p:txBody>
      </p:sp>
      <p:sp>
        <p:nvSpPr>
          <p:cNvPr id="15" name="Foliennummer">
            <a:extLst>
              <a:ext uri="{FF2B5EF4-FFF2-40B4-BE49-F238E27FC236}">
                <a16:creationId xmlns:a16="http://schemas.microsoft.com/office/drawing/2014/main" id="{C7B96CF2-F627-4234-B3C9-4CDD084F694F}"/>
              </a:ext>
            </a:extLst>
          </p:cNvPr>
          <p:cNvSpPr>
            <a:spLocks noGrp="1"/>
          </p:cNvSpPr>
          <p:nvPr>
            <p:ph type="sldNum" sz="quarter" idx="15"/>
          </p:nvPr>
        </p:nvSpPr>
        <p:spPr>
          <a:xfrm>
            <a:off x="4068000" y="6211052"/>
            <a:ext cx="540000" cy="180000"/>
          </a:xfrm>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2224091888"/>
      </p:ext>
    </p:extLst>
  </p:cSld>
  <p:clrMapOvr>
    <a:masterClrMapping/>
  </p:clrMapOvr>
  <p:extLst>
    <p:ext uri="{DCECCB84-F9BA-43D5-87BE-67443E8EF086}">
      <p15:sldGuideLst xmlns:p15="http://schemas.microsoft.com/office/powerpoint/2012/main">
        <p15:guide id="1" pos="340" userDrawn="1">
          <p15:clr>
            <a:srgbClr val="FBAE40"/>
          </p15:clr>
        </p15:guide>
        <p15:guide id="2" orient="horz" pos="3651" userDrawn="1">
          <p15:clr>
            <a:srgbClr val="FBAE40"/>
          </p15:clr>
        </p15:guide>
        <p15:guide id="3" pos="4717" userDrawn="1">
          <p15:clr>
            <a:srgbClr val="FBAE40"/>
          </p15:clr>
        </p15:guide>
        <p15:guide id="4" pos="6917" userDrawn="1">
          <p15:clr>
            <a:srgbClr val="FBAE40"/>
          </p15:clr>
        </p15:guide>
        <p15:guide id="5" orient="horz" pos="851" userDrawn="1">
          <p15:clr>
            <a:srgbClr val="FBAE40"/>
          </p15:clr>
        </p15:guide>
        <p15:guide id="6" orient="horz" pos="385" userDrawn="1">
          <p15:clr>
            <a:srgbClr val="FBAE40"/>
          </p15:clr>
        </p15:guide>
        <p15:guide id="7" pos="415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eadline + text">
    <p:bg>
      <p:bgPr>
        <a:solidFill>
          <a:schemeClr val="tx2"/>
        </a:solidFill>
        <a:effectLst/>
      </p:bgPr>
    </p:bg>
    <p:spTree>
      <p:nvGrpSpPr>
        <p:cNvPr id="1" name=""/>
        <p:cNvGrpSpPr/>
        <p:nvPr/>
      </p:nvGrpSpPr>
      <p:grpSpPr>
        <a:xfrm>
          <a:off x="0" y="0"/>
          <a:ext cx="0" cy="0"/>
          <a:chOff x="0" y="0"/>
          <a:chExt cx="0" cy="0"/>
        </a:xfrm>
      </p:grpSpPr>
      <p:sp>
        <p:nvSpPr>
          <p:cNvPr id="2" name="Überschrift">
            <a:extLst>
              <a:ext uri="{FF2B5EF4-FFF2-40B4-BE49-F238E27FC236}">
                <a16:creationId xmlns:a16="http://schemas.microsoft.com/office/drawing/2014/main" id="{DFFD8CF9-EE51-4F4F-9FA8-D015D8A8D12C}"/>
              </a:ext>
            </a:extLst>
          </p:cNvPr>
          <p:cNvSpPr>
            <a:spLocks noGrp="1"/>
          </p:cNvSpPr>
          <p:nvPr>
            <p:ph type="title" hasCustomPrompt="1"/>
          </p:nvPr>
        </p:nvSpPr>
        <p:spPr>
          <a:xfrm>
            <a:off x="539750" y="611187"/>
            <a:ext cx="10440988" cy="612000"/>
          </a:xfrm>
        </p:spPr>
        <p:txBody>
          <a:bodyPr/>
          <a:lstStyle>
            <a:lvl1pPr>
              <a:defRPr/>
            </a:lvl1pPr>
          </a:lstStyle>
          <a:p>
            <a:r>
              <a:rPr lang="de-DE" dirty="0"/>
              <a:t>Hier steht eine Überschrift</a:t>
            </a:r>
            <a:br>
              <a:rPr lang="de-DE" dirty="0"/>
            </a:br>
            <a:r>
              <a:rPr lang="de-DE" dirty="0"/>
              <a:t>Diese kann zweizeilig sein</a:t>
            </a:r>
          </a:p>
        </p:txBody>
      </p:sp>
      <p:sp>
        <p:nvSpPr>
          <p:cNvPr id="3" name="Inhalt">
            <a:extLst>
              <a:ext uri="{FF2B5EF4-FFF2-40B4-BE49-F238E27FC236}">
                <a16:creationId xmlns:a16="http://schemas.microsoft.com/office/drawing/2014/main" id="{F47392CF-7E88-490D-B47F-DF31B998A499}"/>
              </a:ext>
            </a:extLst>
          </p:cNvPr>
          <p:cNvSpPr>
            <a:spLocks noGrp="1"/>
          </p:cNvSpPr>
          <p:nvPr>
            <p:ph idx="1" hasCustomPrompt="1"/>
          </p:nvPr>
        </p:nvSpPr>
        <p:spPr>
          <a:xfrm>
            <a:off x="539750" y="1350963"/>
            <a:ext cx="10440988" cy="4445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First level text // for bullets, numbering and other text levels </a:t>
            </a:r>
            <a:br>
              <a:rPr lang="en-US" dirty="0"/>
            </a:br>
            <a:r>
              <a:rPr lang="en-US" dirty="0"/>
              <a:t>&gt;&gt; Menu &gt; Home &gt; Paragraph &gt; Increase/Decrease List Level</a:t>
            </a:r>
            <a:br>
              <a:rPr lang="en-US" dirty="0"/>
            </a:br>
            <a:br>
              <a:rPr lang="en-US" dirty="0"/>
            </a:br>
            <a:r>
              <a:rPr lang="de-DE" dirty="0"/>
              <a:t>Text auf erster Ebene // für Aufzählung, Nummerierung und weitere Textebenen </a:t>
            </a:r>
            <a:br>
              <a:rPr lang="de-DE" dirty="0"/>
            </a:br>
            <a:r>
              <a:rPr lang="de-DE" dirty="0"/>
              <a:t>&gt;&gt; Menü &gt; Start &gt; Absatz &gt; Listenebene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7" name="Datum">
            <a:extLst>
              <a:ext uri="{FF2B5EF4-FFF2-40B4-BE49-F238E27FC236}">
                <a16:creationId xmlns:a16="http://schemas.microsoft.com/office/drawing/2014/main" id="{8909E736-F023-4E4A-86D6-0A4490F0C4F2}"/>
              </a:ext>
            </a:extLst>
          </p:cNvPr>
          <p:cNvSpPr>
            <a:spLocks noGrp="1"/>
          </p:cNvSpPr>
          <p:nvPr>
            <p:ph type="dt" sz="half" idx="13"/>
          </p:nvPr>
        </p:nvSpPr>
        <p:spPr>
          <a:xfrm>
            <a:off x="3168000" y="6211052"/>
            <a:ext cx="720000" cy="180000"/>
          </a:xfrm>
        </p:spPr>
        <p:txBody>
          <a:bodyPr/>
          <a:lstStyle/>
          <a:p>
            <a:fld id="{7B3B8615-D552-4564-B744-BDF58E76A48E}" type="datetime1">
              <a:rPr lang="de-DE" smtClean="0"/>
              <a:t>10.05.2022</a:t>
            </a:fld>
            <a:endParaRPr lang="de-DE" sz="1000" dirty="0"/>
          </a:p>
        </p:txBody>
      </p:sp>
      <p:sp>
        <p:nvSpPr>
          <p:cNvPr id="8" name="Fußzeile">
            <a:extLst>
              <a:ext uri="{FF2B5EF4-FFF2-40B4-BE49-F238E27FC236}">
                <a16:creationId xmlns:a16="http://schemas.microsoft.com/office/drawing/2014/main" id="{062B1FBB-89C7-4EDA-9A31-022DAD8861BD}"/>
              </a:ext>
            </a:extLst>
          </p:cNvPr>
          <p:cNvSpPr>
            <a:spLocks noGrp="1"/>
          </p:cNvSpPr>
          <p:nvPr>
            <p:ph type="ftr" sz="quarter" idx="14"/>
          </p:nvPr>
        </p:nvSpPr>
        <p:spPr>
          <a:xfrm>
            <a:off x="539750" y="6211052"/>
            <a:ext cx="2376250" cy="180000"/>
          </a:xfrm>
        </p:spPr>
        <p:txBody>
          <a:bodyPr/>
          <a:lstStyle/>
          <a:p>
            <a:r>
              <a:rPr lang="en-US"/>
              <a:t>Refer to proprietary notice on title page</a:t>
            </a:r>
            <a:endParaRPr lang="de-DE" dirty="0"/>
          </a:p>
        </p:txBody>
      </p:sp>
      <p:sp>
        <p:nvSpPr>
          <p:cNvPr id="9" name="Foliennummer">
            <a:extLst>
              <a:ext uri="{FF2B5EF4-FFF2-40B4-BE49-F238E27FC236}">
                <a16:creationId xmlns:a16="http://schemas.microsoft.com/office/drawing/2014/main" id="{4A5E04D5-2B0E-4865-8DC5-336AF1CC22DD}"/>
              </a:ext>
            </a:extLst>
          </p:cNvPr>
          <p:cNvSpPr>
            <a:spLocks noGrp="1"/>
          </p:cNvSpPr>
          <p:nvPr>
            <p:ph type="sldNum" sz="quarter" idx="15"/>
          </p:nvPr>
        </p:nvSpPr>
        <p:spPr>
          <a:xfrm>
            <a:off x="4068000" y="6211052"/>
            <a:ext cx="540000" cy="180000"/>
          </a:xfrm>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288491380"/>
      </p:ext>
    </p:extLst>
  </p:cSld>
  <p:clrMapOvr>
    <a:masterClrMapping/>
  </p:clrMapOvr>
  <p:extLst>
    <p:ext uri="{DCECCB84-F9BA-43D5-87BE-67443E8EF086}">
      <p15:sldGuideLst xmlns:p15="http://schemas.microsoft.com/office/powerpoint/2012/main">
        <p15:guide id="1" pos="340">
          <p15:clr>
            <a:srgbClr val="FBAE40"/>
          </p15:clr>
        </p15:guide>
        <p15:guide id="2" orient="horz" pos="3651">
          <p15:clr>
            <a:srgbClr val="FBAE40"/>
          </p15:clr>
        </p15:guide>
        <p15:guide id="4" pos="6917">
          <p15:clr>
            <a:srgbClr val="FBAE40"/>
          </p15:clr>
        </p15:guide>
        <p15:guide id="5" orient="horz" pos="851">
          <p15:clr>
            <a:srgbClr val="FBAE40"/>
          </p15:clr>
        </p15:guide>
        <p15:guide id="6" orient="horz" pos="38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line only">
    <p:bg>
      <p:bgPr>
        <a:solidFill>
          <a:schemeClr val="tx2"/>
        </a:solidFill>
        <a:effectLst/>
      </p:bgPr>
    </p:bg>
    <p:spTree>
      <p:nvGrpSpPr>
        <p:cNvPr id="1" name=""/>
        <p:cNvGrpSpPr/>
        <p:nvPr/>
      </p:nvGrpSpPr>
      <p:grpSpPr>
        <a:xfrm>
          <a:off x="0" y="0"/>
          <a:ext cx="0" cy="0"/>
          <a:chOff x="0" y="0"/>
          <a:chExt cx="0" cy="0"/>
        </a:xfrm>
      </p:grpSpPr>
      <p:sp>
        <p:nvSpPr>
          <p:cNvPr id="2" name="Überschrift">
            <a:extLst>
              <a:ext uri="{FF2B5EF4-FFF2-40B4-BE49-F238E27FC236}">
                <a16:creationId xmlns:a16="http://schemas.microsoft.com/office/drawing/2014/main" id="{6DEBD897-BD19-464D-93C6-5A9DA48C206E}"/>
              </a:ext>
            </a:extLst>
          </p:cNvPr>
          <p:cNvSpPr>
            <a:spLocks noGrp="1"/>
          </p:cNvSpPr>
          <p:nvPr>
            <p:ph type="title" hasCustomPrompt="1"/>
          </p:nvPr>
        </p:nvSpPr>
        <p:spPr>
          <a:xfrm>
            <a:off x="539750" y="611187"/>
            <a:ext cx="6948488" cy="612000"/>
          </a:xfrm>
        </p:spPr>
        <p:txBody>
          <a:bodyPr/>
          <a:lstStyle>
            <a:lvl1pPr>
              <a:defRPr/>
            </a:lvl1pPr>
          </a:lstStyle>
          <a:p>
            <a:r>
              <a:rPr lang="de-DE" dirty="0"/>
              <a:t>Hier steht eine Überschrift</a:t>
            </a:r>
            <a:br>
              <a:rPr lang="de-DE" dirty="0"/>
            </a:br>
            <a:r>
              <a:rPr lang="de-DE" dirty="0"/>
              <a:t>Diese kann zweizeilig sein</a:t>
            </a:r>
          </a:p>
        </p:txBody>
      </p:sp>
      <p:sp>
        <p:nvSpPr>
          <p:cNvPr id="9" name="Datum">
            <a:extLst>
              <a:ext uri="{FF2B5EF4-FFF2-40B4-BE49-F238E27FC236}">
                <a16:creationId xmlns:a16="http://schemas.microsoft.com/office/drawing/2014/main" id="{909F007A-B80E-4AB4-8F40-2F3E0877F809}"/>
              </a:ext>
            </a:extLst>
          </p:cNvPr>
          <p:cNvSpPr>
            <a:spLocks noGrp="1"/>
          </p:cNvSpPr>
          <p:nvPr>
            <p:ph type="dt" sz="half" idx="13"/>
          </p:nvPr>
        </p:nvSpPr>
        <p:spPr>
          <a:xfrm>
            <a:off x="3168000" y="6211052"/>
            <a:ext cx="720000" cy="180000"/>
          </a:xfrm>
        </p:spPr>
        <p:txBody>
          <a:bodyPr/>
          <a:lstStyle/>
          <a:p>
            <a:fld id="{49718F17-4FF3-40C5-AADC-BCF13A6DC43A}" type="datetime1">
              <a:rPr lang="de-DE" smtClean="0"/>
              <a:t>10.05.2022</a:t>
            </a:fld>
            <a:endParaRPr lang="de-DE" sz="1000" dirty="0"/>
          </a:p>
        </p:txBody>
      </p:sp>
      <p:sp>
        <p:nvSpPr>
          <p:cNvPr id="10" name="Fußzeile">
            <a:extLst>
              <a:ext uri="{FF2B5EF4-FFF2-40B4-BE49-F238E27FC236}">
                <a16:creationId xmlns:a16="http://schemas.microsoft.com/office/drawing/2014/main" id="{44136639-EAA8-44DE-AD5C-9B0A972A338F}"/>
              </a:ext>
            </a:extLst>
          </p:cNvPr>
          <p:cNvSpPr>
            <a:spLocks noGrp="1"/>
          </p:cNvSpPr>
          <p:nvPr>
            <p:ph type="ftr" sz="quarter" idx="14"/>
          </p:nvPr>
        </p:nvSpPr>
        <p:spPr>
          <a:xfrm>
            <a:off x="539750" y="6211052"/>
            <a:ext cx="2376250" cy="180000"/>
          </a:xfrm>
        </p:spPr>
        <p:txBody>
          <a:bodyPr/>
          <a:lstStyle/>
          <a:p>
            <a:r>
              <a:rPr lang="en-US"/>
              <a:t>Refer to proprietary notice on title page</a:t>
            </a:r>
            <a:endParaRPr lang="de-DE" dirty="0"/>
          </a:p>
        </p:txBody>
      </p:sp>
      <p:sp>
        <p:nvSpPr>
          <p:cNvPr id="11" name="Foliennummer">
            <a:extLst>
              <a:ext uri="{FF2B5EF4-FFF2-40B4-BE49-F238E27FC236}">
                <a16:creationId xmlns:a16="http://schemas.microsoft.com/office/drawing/2014/main" id="{C2611687-7860-40F6-8F95-94B38535CD50}"/>
              </a:ext>
            </a:extLst>
          </p:cNvPr>
          <p:cNvSpPr>
            <a:spLocks noGrp="1"/>
          </p:cNvSpPr>
          <p:nvPr>
            <p:ph type="sldNum" sz="quarter" idx="15"/>
          </p:nvPr>
        </p:nvSpPr>
        <p:spPr>
          <a:xfrm>
            <a:off x="4068000" y="6211052"/>
            <a:ext cx="540000" cy="180000"/>
          </a:xfrm>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3108283190"/>
      </p:ext>
    </p:extLst>
  </p:cSld>
  <p:clrMapOvr>
    <a:masterClrMapping/>
  </p:clrMapOvr>
  <p:extLst>
    <p:ext uri="{DCECCB84-F9BA-43D5-87BE-67443E8EF086}">
      <p15:sldGuideLst xmlns:p15="http://schemas.microsoft.com/office/powerpoint/2012/main">
        <p15:guide id="1" pos="340">
          <p15:clr>
            <a:srgbClr val="FBAE40"/>
          </p15:clr>
        </p15:guide>
        <p15:guide id="2" orient="horz" pos="3651">
          <p15:clr>
            <a:srgbClr val="FBAE40"/>
          </p15:clr>
        </p15:guide>
        <p15:guide id="4" pos="6917">
          <p15:clr>
            <a:srgbClr val="FBAE40"/>
          </p15:clr>
        </p15:guide>
        <p15:guide id="5" orient="horz" pos="851">
          <p15:clr>
            <a:srgbClr val="FBAE40"/>
          </p15:clr>
        </p15:guide>
        <p15:guide id="6" orient="horz" pos="38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pty slide">
    <p:bg>
      <p:bgPr>
        <a:solidFill>
          <a:schemeClr val="tx2"/>
        </a:solidFill>
        <a:effectLst/>
      </p:bgPr>
    </p:bg>
    <p:spTree>
      <p:nvGrpSpPr>
        <p:cNvPr id="1" name=""/>
        <p:cNvGrpSpPr/>
        <p:nvPr/>
      </p:nvGrpSpPr>
      <p:grpSpPr>
        <a:xfrm>
          <a:off x="0" y="0"/>
          <a:ext cx="0" cy="0"/>
          <a:chOff x="0" y="0"/>
          <a:chExt cx="0" cy="0"/>
        </a:xfrm>
      </p:grpSpPr>
      <p:sp>
        <p:nvSpPr>
          <p:cNvPr id="8" name="Datum">
            <a:extLst>
              <a:ext uri="{FF2B5EF4-FFF2-40B4-BE49-F238E27FC236}">
                <a16:creationId xmlns:a16="http://schemas.microsoft.com/office/drawing/2014/main" id="{FF3F95F2-E6C4-4172-A542-118E7BEBDAC4}"/>
              </a:ext>
            </a:extLst>
          </p:cNvPr>
          <p:cNvSpPr>
            <a:spLocks noGrp="1"/>
          </p:cNvSpPr>
          <p:nvPr>
            <p:ph type="dt" sz="half" idx="13"/>
          </p:nvPr>
        </p:nvSpPr>
        <p:spPr>
          <a:xfrm>
            <a:off x="3168000" y="6211052"/>
            <a:ext cx="720000" cy="180000"/>
          </a:xfrm>
        </p:spPr>
        <p:txBody>
          <a:bodyPr/>
          <a:lstStyle/>
          <a:p>
            <a:fld id="{C5D7E2DB-D455-497F-8BBF-B0F4BA7E7AB7}" type="datetime1">
              <a:rPr lang="de-DE" smtClean="0"/>
              <a:t>10.05.2022</a:t>
            </a:fld>
            <a:endParaRPr lang="de-DE" sz="1000" dirty="0"/>
          </a:p>
        </p:txBody>
      </p:sp>
      <p:sp>
        <p:nvSpPr>
          <p:cNvPr id="9" name="Fußzeile">
            <a:extLst>
              <a:ext uri="{FF2B5EF4-FFF2-40B4-BE49-F238E27FC236}">
                <a16:creationId xmlns:a16="http://schemas.microsoft.com/office/drawing/2014/main" id="{9EC68774-2A50-4196-B533-8E145210E4F9}"/>
              </a:ext>
            </a:extLst>
          </p:cNvPr>
          <p:cNvSpPr>
            <a:spLocks noGrp="1"/>
          </p:cNvSpPr>
          <p:nvPr>
            <p:ph type="ftr" sz="quarter" idx="14"/>
          </p:nvPr>
        </p:nvSpPr>
        <p:spPr>
          <a:xfrm>
            <a:off x="539750" y="6211052"/>
            <a:ext cx="2376250" cy="180000"/>
          </a:xfrm>
        </p:spPr>
        <p:txBody>
          <a:bodyPr/>
          <a:lstStyle/>
          <a:p>
            <a:r>
              <a:rPr lang="en-US"/>
              <a:t>Refer to proprietary notice on title page</a:t>
            </a:r>
            <a:endParaRPr lang="de-DE" dirty="0"/>
          </a:p>
        </p:txBody>
      </p:sp>
      <p:sp>
        <p:nvSpPr>
          <p:cNvPr id="10" name="Foliennummer">
            <a:extLst>
              <a:ext uri="{FF2B5EF4-FFF2-40B4-BE49-F238E27FC236}">
                <a16:creationId xmlns:a16="http://schemas.microsoft.com/office/drawing/2014/main" id="{F4BF0082-5DDF-44BA-870B-64C3915B1BDA}"/>
              </a:ext>
            </a:extLst>
          </p:cNvPr>
          <p:cNvSpPr>
            <a:spLocks noGrp="1"/>
          </p:cNvSpPr>
          <p:nvPr>
            <p:ph type="sldNum" sz="quarter" idx="15"/>
          </p:nvPr>
        </p:nvSpPr>
        <p:spPr>
          <a:xfrm>
            <a:off x="4068000" y="6211052"/>
            <a:ext cx="540000" cy="180000"/>
          </a:xfrm>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354916402"/>
      </p:ext>
    </p:extLst>
  </p:cSld>
  <p:clrMapOvr>
    <a:masterClrMapping/>
  </p:clrMapOvr>
  <p:extLst>
    <p:ext uri="{DCECCB84-F9BA-43D5-87BE-67443E8EF086}">
      <p15:sldGuideLst xmlns:p15="http://schemas.microsoft.com/office/powerpoint/2012/main">
        <p15:guide id="1" pos="340">
          <p15:clr>
            <a:srgbClr val="FBAE40"/>
          </p15:clr>
        </p15:guide>
        <p15:guide id="2" orient="horz" pos="3651">
          <p15:clr>
            <a:srgbClr val="FBAE40"/>
          </p15:clr>
        </p15:guide>
        <p15:guide id="4" pos="6917">
          <p15:clr>
            <a:srgbClr val="FBAE40"/>
          </p15:clr>
        </p15:guide>
        <p15:guide id="5" orient="horz" pos="851">
          <p15:clr>
            <a:srgbClr val="FBAE40"/>
          </p15:clr>
        </p15:guide>
        <p15:guide id="6" orient="horz" pos="38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rhomboid">
    <p:bg>
      <p:bgPr>
        <a:solidFill>
          <a:schemeClr val="tx2"/>
        </a:solidFill>
        <a:effectLst/>
      </p:bgPr>
    </p:bg>
    <p:spTree>
      <p:nvGrpSpPr>
        <p:cNvPr id="1" name=""/>
        <p:cNvGrpSpPr/>
        <p:nvPr/>
      </p:nvGrpSpPr>
      <p:grpSpPr>
        <a:xfrm>
          <a:off x="0" y="0"/>
          <a:ext cx="0" cy="0"/>
          <a:chOff x="0" y="0"/>
          <a:chExt cx="0" cy="0"/>
        </a:xfrm>
      </p:grpSpPr>
      <p:sp>
        <p:nvSpPr>
          <p:cNvPr id="8" name="Rhomboid Bild 9 Spalten">
            <a:extLst>
              <a:ext uri="{FF2B5EF4-FFF2-40B4-BE49-F238E27FC236}">
                <a16:creationId xmlns:a16="http://schemas.microsoft.com/office/drawing/2014/main" id="{0E7F3D5D-81FF-409C-A28D-64C2A1AA9624}"/>
              </a:ext>
            </a:extLst>
          </p:cNvPr>
          <p:cNvSpPr>
            <a:spLocks noGrp="1"/>
          </p:cNvSpPr>
          <p:nvPr>
            <p:ph type="pic" sz="quarter" idx="13" hasCustomPrompt="1"/>
          </p:nvPr>
        </p:nvSpPr>
        <p:spPr>
          <a:xfrm>
            <a:off x="323851" y="0"/>
            <a:ext cx="10848975" cy="6480175"/>
          </a:xfrm>
          <a:custGeom>
            <a:avLst/>
            <a:gdLst>
              <a:gd name="connsiteX0" fmla="*/ 1766581 w 10848975"/>
              <a:gd name="connsiteY0" fmla="*/ 0 h 6480175"/>
              <a:gd name="connsiteX1" fmla="*/ 10848975 w 10848975"/>
              <a:gd name="connsiteY1" fmla="*/ 0 h 6480175"/>
              <a:gd name="connsiteX2" fmla="*/ 9082035 w 10848975"/>
              <a:gd name="connsiteY2" fmla="*/ 6480175 h 6480175"/>
              <a:gd name="connsiteX3" fmla="*/ 0 w 10848975"/>
              <a:gd name="connsiteY3" fmla="*/ 6480175 h 6480175"/>
            </a:gdLst>
            <a:ahLst/>
            <a:cxnLst>
              <a:cxn ang="0">
                <a:pos x="connsiteX0" y="connsiteY0"/>
              </a:cxn>
              <a:cxn ang="0">
                <a:pos x="connsiteX1" y="connsiteY1"/>
              </a:cxn>
              <a:cxn ang="0">
                <a:pos x="connsiteX2" y="connsiteY2"/>
              </a:cxn>
              <a:cxn ang="0">
                <a:pos x="connsiteX3" y="connsiteY3"/>
              </a:cxn>
            </a:cxnLst>
            <a:rect l="l" t="t" r="r" b="b"/>
            <a:pathLst>
              <a:path w="10848975" h="6480175">
                <a:moveTo>
                  <a:pt x="1766581" y="0"/>
                </a:moveTo>
                <a:lnTo>
                  <a:pt x="10848975" y="0"/>
                </a:lnTo>
                <a:lnTo>
                  <a:pt x="9082035"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einfügen </a:t>
            </a:r>
            <a:br>
              <a:rPr lang="de-DE" dirty="0"/>
            </a:br>
            <a:r>
              <a:rPr lang="de-DE" dirty="0"/>
              <a:t>per Drag-n-Drop oder löschen</a:t>
            </a:r>
          </a:p>
        </p:txBody>
      </p:sp>
      <p:sp>
        <p:nvSpPr>
          <p:cNvPr id="9" name="Rhomboid Bild 6 Spalten">
            <a:extLst>
              <a:ext uri="{FF2B5EF4-FFF2-40B4-BE49-F238E27FC236}">
                <a16:creationId xmlns:a16="http://schemas.microsoft.com/office/drawing/2014/main" id="{C12F8DF7-366D-44CA-8A83-88D05DBF6CA0}"/>
              </a:ext>
            </a:extLst>
          </p:cNvPr>
          <p:cNvSpPr>
            <a:spLocks noGrp="1"/>
          </p:cNvSpPr>
          <p:nvPr>
            <p:ph type="pic" sz="quarter" idx="16" hasCustomPrompt="1"/>
          </p:nvPr>
        </p:nvSpPr>
        <p:spPr>
          <a:xfrm>
            <a:off x="2971802" y="0"/>
            <a:ext cx="8548687" cy="6480175"/>
          </a:xfrm>
          <a:custGeom>
            <a:avLst/>
            <a:gdLst>
              <a:gd name="connsiteX0" fmla="*/ 1766685 w 8548687"/>
              <a:gd name="connsiteY0" fmla="*/ 0 h 6480175"/>
              <a:gd name="connsiteX1" fmla="*/ 8548687 w 8548687"/>
              <a:gd name="connsiteY1" fmla="*/ 0 h 6480175"/>
              <a:gd name="connsiteX2" fmla="*/ 8548687 w 8548687"/>
              <a:gd name="connsiteY2" fmla="*/ 6480175 h 6480175"/>
              <a:gd name="connsiteX3" fmla="*/ 8006262 w 8548687"/>
              <a:gd name="connsiteY3" fmla="*/ 6480175 h 6480175"/>
              <a:gd name="connsiteX4" fmla="*/ 8006262 w 8548687"/>
              <a:gd name="connsiteY4" fmla="*/ 6173788 h 6480175"/>
              <a:gd name="connsiteX5" fmla="*/ 7252199 w 8548687"/>
              <a:gd name="connsiteY5" fmla="*/ 6173788 h 6480175"/>
              <a:gd name="connsiteX6" fmla="*/ 7252199 w 8548687"/>
              <a:gd name="connsiteY6" fmla="*/ 6480175 h 6480175"/>
              <a:gd name="connsiteX7" fmla="*/ 0 w 8548687"/>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48687" h="6480175">
                <a:moveTo>
                  <a:pt x="1766685" y="0"/>
                </a:moveTo>
                <a:lnTo>
                  <a:pt x="8548687" y="0"/>
                </a:lnTo>
                <a:lnTo>
                  <a:pt x="8548687" y="6480175"/>
                </a:lnTo>
                <a:lnTo>
                  <a:pt x="8006262" y="6480175"/>
                </a:lnTo>
                <a:lnTo>
                  <a:pt x="8006262" y="6173788"/>
                </a:lnTo>
                <a:lnTo>
                  <a:pt x="7252199" y="6173788"/>
                </a:lnTo>
                <a:lnTo>
                  <a:pt x="725219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einfügen </a:t>
            </a:r>
            <a:br>
              <a:rPr lang="de-DE" dirty="0"/>
            </a:br>
            <a:r>
              <a:rPr lang="de-DE" dirty="0"/>
              <a:t>per Drag-n-Drop oder löschen</a:t>
            </a:r>
          </a:p>
        </p:txBody>
      </p:sp>
      <p:sp>
        <p:nvSpPr>
          <p:cNvPr id="10" name="Rhomboid Bild 5 Spalten">
            <a:extLst>
              <a:ext uri="{FF2B5EF4-FFF2-40B4-BE49-F238E27FC236}">
                <a16:creationId xmlns:a16="http://schemas.microsoft.com/office/drawing/2014/main" id="{D90E07DD-F471-4EC0-ABB9-AC3BEE1F2B01}"/>
              </a:ext>
            </a:extLst>
          </p:cNvPr>
          <p:cNvSpPr>
            <a:spLocks noGrp="1"/>
          </p:cNvSpPr>
          <p:nvPr>
            <p:ph type="pic" sz="quarter" idx="17" hasCustomPrompt="1"/>
          </p:nvPr>
        </p:nvSpPr>
        <p:spPr>
          <a:xfrm>
            <a:off x="5616576" y="0"/>
            <a:ext cx="5903913" cy="6480175"/>
          </a:xfrm>
          <a:custGeom>
            <a:avLst/>
            <a:gdLst>
              <a:gd name="connsiteX0" fmla="*/ 1766644 w 5903913"/>
              <a:gd name="connsiteY0" fmla="*/ 0 h 6480175"/>
              <a:gd name="connsiteX1" fmla="*/ 5903913 w 5903913"/>
              <a:gd name="connsiteY1" fmla="*/ 0 h 6480175"/>
              <a:gd name="connsiteX2" fmla="*/ 5903913 w 5903913"/>
              <a:gd name="connsiteY2" fmla="*/ 6480175 h 6480175"/>
              <a:gd name="connsiteX3" fmla="*/ 5361487 w 5903913"/>
              <a:gd name="connsiteY3" fmla="*/ 6480175 h 6480175"/>
              <a:gd name="connsiteX4" fmla="*/ 5361487 w 5903913"/>
              <a:gd name="connsiteY4" fmla="*/ 6173788 h 6480175"/>
              <a:gd name="connsiteX5" fmla="*/ 4607424 w 5903913"/>
              <a:gd name="connsiteY5" fmla="*/ 6173788 h 6480175"/>
              <a:gd name="connsiteX6" fmla="*/ 4607424 w 5903913"/>
              <a:gd name="connsiteY6" fmla="*/ 6480175 h 6480175"/>
              <a:gd name="connsiteX7" fmla="*/ 0 w 5903913"/>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3913" h="6480175">
                <a:moveTo>
                  <a:pt x="1766644" y="0"/>
                </a:moveTo>
                <a:lnTo>
                  <a:pt x="5903913" y="0"/>
                </a:lnTo>
                <a:lnTo>
                  <a:pt x="5903913" y="6480175"/>
                </a:lnTo>
                <a:lnTo>
                  <a:pt x="5361487" y="6480175"/>
                </a:lnTo>
                <a:lnTo>
                  <a:pt x="5361487" y="6173788"/>
                </a:lnTo>
                <a:lnTo>
                  <a:pt x="4607424" y="6173788"/>
                </a:lnTo>
                <a:lnTo>
                  <a:pt x="4607424"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11" name="Rhomboid Bild 4 Spalten">
            <a:extLst>
              <a:ext uri="{FF2B5EF4-FFF2-40B4-BE49-F238E27FC236}">
                <a16:creationId xmlns:a16="http://schemas.microsoft.com/office/drawing/2014/main" id="{3A6A00B8-3A56-40E8-8008-B7363B0D29B6}"/>
              </a:ext>
            </a:extLst>
          </p:cNvPr>
          <p:cNvSpPr>
            <a:spLocks noGrp="1"/>
          </p:cNvSpPr>
          <p:nvPr>
            <p:ph type="pic" sz="quarter" idx="18" hasCustomPrompt="1"/>
          </p:nvPr>
        </p:nvSpPr>
        <p:spPr>
          <a:xfrm>
            <a:off x="6496050" y="0"/>
            <a:ext cx="5024438" cy="6480175"/>
          </a:xfrm>
          <a:custGeom>
            <a:avLst/>
            <a:gdLst>
              <a:gd name="connsiteX0" fmla="*/ 1766606 w 5024438"/>
              <a:gd name="connsiteY0" fmla="*/ 0 h 6480175"/>
              <a:gd name="connsiteX1" fmla="*/ 5024438 w 5024438"/>
              <a:gd name="connsiteY1" fmla="*/ 0 h 6480175"/>
              <a:gd name="connsiteX2" fmla="*/ 5024438 w 5024438"/>
              <a:gd name="connsiteY2" fmla="*/ 6480175 h 6480175"/>
              <a:gd name="connsiteX3" fmla="*/ 4482013 w 5024438"/>
              <a:gd name="connsiteY3" fmla="*/ 6480175 h 6480175"/>
              <a:gd name="connsiteX4" fmla="*/ 4482013 w 5024438"/>
              <a:gd name="connsiteY4" fmla="*/ 6173788 h 6480175"/>
              <a:gd name="connsiteX5" fmla="*/ 3727950 w 5024438"/>
              <a:gd name="connsiteY5" fmla="*/ 6173788 h 6480175"/>
              <a:gd name="connsiteX6" fmla="*/ 3727950 w 5024438"/>
              <a:gd name="connsiteY6" fmla="*/ 6480175 h 6480175"/>
              <a:gd name="connsiteX7" fmla="*/ 0 w 502443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24438" h="6480175">
                <a:moveTo>
                  <a:pt x="1766606" y="0"/>
                </a:moveTo>
                <a:lnTo>
                  <a:pt x="5024438" y="0"/>
                </a:lnTo>
                <a:lnTo>
                  <a:pt x="5024438" y="6480175"/>
                </a:lnTo>
                <a:lnTo>
                  <a:pt x="4482013" y="6480175"/>
                </a:lnTo>
                <a:lnTo>
                  <a:pt x="4482013" y="6173788"/>
                </a:lnTo>
                <a:lnTo>
                  <a:pt x="3727950" y="6173788"/>
                </a:lnTo>
                <a:lnTo>
                  <a:pt x="3727950"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12" name="Rhomboid Bild 3 Spalten">
            <a:extLst>
              <a:ext uri="{FF2B5EF4-FFF2-40B4-BE49-F238E27FC236}">
                <a16:creationId xmlns:a16="http://schemas.microsoft.com/office/drawing/2014/main" id="{26176E4D-BD37-4A1D-BB60-87DF7FA24F60}"/>
              </a:ext>
            </a:extLst>
          </p:cNvPr>
          <p:cNvSpPr>
            <a:spLocks noGrp="1"/>
          </p:cNvSpPr>
          <p:nvPr>
            <p:ph type="pic" sz="quarter" idx="19" hasCustomPrompt="1"/>
          </p:nvPr>
        </p:nvSpPr>
        <p:spPr>
          <a:xfrm>
            <a:off x="7377114" y="0"/>
            <a:ext cx="4143375" cy="6480175"/>
          </a:xfrm>
          <a:custGeom>
            <a:avLst/>
            <a:gdLst>
              <a:gd name="connsiteX0" fmla="*/ 1766948 w 4143375"/>
              <a:gd name="connsiteY0" fmla="*/ 0 h 6480175"/>
              <a:gd name="connsiteX1" fmla="*/ 4143375 w 4143375"/>
              <a:gd name="connsiteY1" fmla="*/ 0 h 6480175"/>
              <a:gd name="connsiteX2" fmla="*/ 4143375 w 4143375"/>
              <a:gd name="connsiteY2" fmla="*/ 6480175 h 6480175"/>
              <a:gd name="connsiteX3" fmla="*/ 3600949 w 4143375"/>
              <a:gd name="connsiteY3" fmla="*/ 6480175 h 6480175"/>
              <a:gd name="connsiteX4" fmla="*/ 3600949 w 4143375"/>
              <a:gd name="connsiteY4" fmla="*/ 6173788 h 6480175"/>
              <a:gd name="connsiteX5" fmla="*/ 2846886 w 4143375"/>
              <a:gd name="connsiteY5" fmla="*/ 6173788 h 6480175"/>
              <a:gd name="connsiteX6" fmla="*/ 2846886 w 4143375"/>
              <a:gd name="connsiteY6" fmla="*/ 6480175 h 6480175"/>
              <a:gd name="connsiteX7" fmla="*/ 0 w 4143375"/>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6480175">
                <a:moveTo>
                  <a:pt x="1766948" y="0"/>
                </a:moveTo>
                <a:lnTo>
                  <a:pt x="4143375" y="0"/>
                </a:lnTo>
                <a:lnTo>
                  <a:pt x="4143375" y="6480175"/>
                </a:lnTo>
                <a:lnTo>
                  <a:pt x="3600949" y="6480175"/>
                </a:lnTo>
                <a:lnTo>
                  <a:pt x="3600949" y="6173788"/>
                </a:lnTo>
                <a:lnTo>
                  <a:pt x="2846886" y="6173788"/>
                </a:lnTo>
                <a:lnTo>
                  <a:pt x="2846886"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13" name="Rhomboid Bild 2 Spalten">
            <a:extLst>
              <a:ext uri="{FF2B5EF4-FFF2-40B4-BE49-F238E27FC236}">
                <a16:creationId xmlns:a16="http://schemas.microsoft.com/office/drawing/2014/main" id="{E74F145C-DBA8-48A5-B3A7-61186D5128DC}"/>
              </a:ext>
            </a:extLst>
          </p:cNvPr>
          <p:cNvSpPr>
            <a:spLocks noGrp="1"/>
          </p:cNvSpPr>
          <p:nvPr>
            <p:ph type="pic" sz="quarter" idx="20" hasCustomPrompt="1"/>
          </p:nvPr>
        </p:nvSpPr>
        <p:spPr>
          <a:xfrm>
            <a:off x="8258176" y="0"/>
            <a:ext cx="3262313" cy="6480175"/>
          </a:xfrm>
          <a:custGeom>
            <a:avLst/>
            <a:gdLst>
              <a:gd name="connsiteX0" fmla="*/ 1766697 w 3262313"/>
              <a:gd name="connsiteY0" fmla="*/ 0 h 6480175"/>
              <a:gd name="connsiteX1" fmla="*/ 3262313 w 3262313"/>
              <a:gd name="connsiteY1" fmla="*/ 0 h 6480175"/>
              <a:gd name="connsiteX2" fmla="*/ 3262313 w 3262313"/>
              <a:gd name="connsiteY2" fmla="*/ 6480175 h 6480175"/>
              <a:gd name="connsiteX3" fmla="*/ 2719887 w 3262313"/>
              <a:gd name="connsiteY3" fmla="*/ 6480175 h 6480175"/>
              <a:gd name="connsiteX4" fmla="*/ 2719887 w 3262313"/>
              <a:gd name="connsiteY4" fmla="*/ 6173788 h 6480175"/>
              <a:gd name="connsiteX5" fmla="*/ 1965824 w 3262313"/>
              <a:gd name="connsiteY5" fmla="*/ 6173788 h 6480175"/>
              <a:gd name="connsiteX6" fmla="*/ 1965824 w 3262313"/>
              <a:gd name="connsiteY6" fmla="*/ 6480175 h 6480175"/>
              <a:gd name="connsiteX7" fmla="*/ 0 w 3262313"/>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313" h="6480175">
                <a:moveTo>
                  <a:pt x="1766697" y="0"/>
                </a:moveTo>
                <a:lnTo>
                  <a:pt x="3262313" y="0"/>
                </a:lnTo>
                <a:lnTo>
                  <a:pt x="3262313" y="6480175"/>
                </a:lnTo>
                <a:lnTo>
                  <a:pt x="2719887" y="6480175"/>
                </a:lnTo>
                <a:lnTo>
                  <a:pt x="2719887" y="6173788"/>
                </a:lnTo>
                <a:lnTo>
                  <a:pt x="1965824" y="6173788"/>
                </a:lnTo>
                <a:lnTo>
                  <a:pt x="1965824"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7" name="Überschrift">
            <a:extLst>
              <a:ext uri="{FF2B5EF4-FFF2-40B4-BE49-F238E27FC236}">
                <a16:creationId xmlns:a16="http://schemas.microsoft.com/office/drawing/2014/main" id="{7D89C902-FF4D-4473-8F37-B4428A26D947}"/>
              </a:ext>
            </a:extLst>
          </p:cNvPr>
          <p:cNvSpPr>
            <a:spLocks noGrp="1"/>
          </p:cNvSpPr>
          <p:nvPr>
            <p:ph type="title" hasCustomPrompt="1"/>
          </p:nvPr>
        </p:nvSpPr>
        <p:spPr>
          <a:xfrm>
            <a:off x="539750" y="611187"/>
            <a:ext cx="6948488" cy="612000"/>
          </a:xfrm>
        </p:spPr>
        <p:txBody>
          <a:bodyPr/>
          <a:lstStyle>
            <a:lvl1pPr>
              <a:defRPr/>
            </a:lvl1pPr>
          </a:lstStyle>
          <a:p>
            <a:r>
              <a:rPr lang="de-DE" dirty="0"/>
              <a:t>Hier steht eine Überschrift</a:t>
            </a:r>
            <a:br>
              <a:rPr lang="de-DE" dirty="0"/>
            </a:br>
            <a:r>
              <a:rPr lang="de-DE" dirty="0"/>
              <a:t>Diese kann zweizeilig sein</a:t>
            </a:r>
          </a:p>
        </p:txBody>
      </p:sp>
      <p:sp>
        <p:nvSpPr>
          <p:cNvPr id="17" name="Datum">
            <a:extLst>
              <a:ext uri="{FF2B5EF4-FFF2-40B4-BE49-F238E27FC236}">
                <a16:creationId xmlns:a16="http://schemas.microsoft.com/office/drawing/2014/main" id="{111009FB-11A7-4198-8F4E-1B27AD7E04D1}"/>
              </a:ext>
            </a:extLst>
          </p:cNvPr>
          <p:cNvSpPr>
            <a:spLocks noGrp="1"/>
          </p:cNvSpPr>
          <p:nvPr>
            <p:ph type="dt" sz="half" idx="21"/>
          </p:nvPr>
        </p:nvSpPr>
        <p:spPr>
          <a:xfrm>
            <a:off x="3168000" y="6211052"/>
            <a:ext cx="720000" cy="180000"/>
          </a:xfrm>
        </p:spPr>
        <p:txBody>
          <a:bodyPr/>
          <a:lstStyle/>
          <a:p>
            <a:fld id="{CA69A8AF-79F8-4BBF-8858-7CB30C082CF6}" type="datetime1">
              <a:rPr lang="de-DE" smtClean="0"/>
              <a:t>10.05.2022</a:t>
            </a:fld>
            <a:endParaRPr lang="de-DE" sz="1000" dirty="0"/>
          </a:p>
        </p:txBody>
      </p:sp>
      <p:sp>
        <p:nvSpPr>
          <p:cNvPr id="18" name="Fußzeile">
            <a:extLst>
              <a:ext uri="{FF2B5EF4-FFF2-40B4-BE49-F238E27FC236}">
                <a16:creationId xmlns:a16="http://schemas.microsoft.com/office/drawing/2014/main" id="{497BEA1A-3814-4539-88ED-680775F5048D}"/>
              </a:ext>
            </a:extLst>
          </p:cNvPr>
          <p:cNvSpPr>
            <a:spLocks noGrp="1"/>
          </p:cNvSpPr>
          <p:nvPr>
            <p:ph type="ftr" sz="quarter" idx="14"/>
          </p:nvPr>
        </p:nvSpPr>
        <p:spPr>
          <a:xfrm>
            <a:off x="539750" y="6211052"/>
            <a:ext cx="2376250" cy="180000"/>
          </a:xfrm>
        </p:spPr>
        <p:txBody>
          <a:bodyPr/>
          <a:lstStyle/>
          <a:p>
            <a:r>
              <a:rPr lang="en-US"/>
              <a:t>Refer to proprietary notice on title page</a:t>
            </a:r>
            <a:endParaRPr lang="de-DE" dirty="0"/>
          </a:p>
        </p:txBody>
      </p:sp>
      <p:sp>
        <p:nvSpPr>
          <p:cNvPr id="19" name="Foliennummer">
            <a:extLst>
              <a:ext uri="{FF2B5EF4-FFF2-40B4-BE49-F238E27FC236}">
                <a16:creationId xmlns:a16="http://schemas.microsoft.com/office/drawing/2014/main" id="{BFACF69A-65AC-431A-9D9E-95E9BF87059F}"/>
              </a:ext>
            </a:extLst>
          </p:cNvPr>
          <p:cNvSpPr>
            <a:spLocks noGrp="1"/>
          </p:cNvSpPr>
          <p:nvPr>
            <p:ph type="sldNum" sz="quarter" idx="15"/>
          </p:nvPr>
        </p:nvSpPr>
        <p:spPr>
          <a:xfrm>
            <a:off x="4068000" y="6211052"/>
            <a:ext cx="540000" cy="180000"/>
          </a:xfrm>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1765149721"/>
      </p:ext>
    </p:extLst>
  </p:cSld>
  <p:clrMapOvr>
    <a:masterClrMapping/>
  </p:clrMapOvr>
  <p:extLst>
    <p:ext uri="{DCECCB84-F9BA-43D5-87BE-67443E8EF086}">
      <p15:sldGuideLst xmlns:p15="http://schemas.microsoft.com/office/powerpoint/2012/main">
        <p15:guide id="1" pos="340">
          <p15:clr>
            <a:srgbClr val="FBAE40"/>
          </p15:clr>
        </p15:guide>
        <p15:guide id="2" orient="horz" pos="3651">
          <p15:clr>
            <a:srgbClr val="FBAE40"/>
          </p15:clr>
        </p15:guide>
        <p15:guide id="4" pos="6917">
          <p15:clr>
            <a:srgbClr val="FBAE40"/>
          </p15:clr>
        </p15:guide>
        <p15:guide id="5" orient="horz" pos="851">
          <p15:clr>
            <a:srgbClr val="FBAE40"/>
          </p15:clr>
        </p15:guide>
        <p15:guide id="6" orient="horz" pos="38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tx2"/>
        </a:solidFill>
        <a:effectLst/>
      </p:bgPr>
    </p:bg>
    <p:spTree>
      <p:nvGrpSpPr>
        <p:cNvPr id="1" name=""/>
        <p:cNvGrpSpPr/>
        <p:nvPr/>
      </p:nvGrpSpPr>
      <p:grpSpPr>
        <a:xfrm>
          <a:off x="0" y="0"/>
          <a:ext cx="0" cy="0"/>
          <a:chOff x="0" y="0"/>
          <a:chExt cx="0" cy="0"/>
        </a:xfrm>
      </p:grpSpPr>
      <p:sp>
        <p:nvSpPr>
          <p:cNvPr id="29" name="Rhomboid Bild 5 Spalten">
            <a:extLst>
              <a:ext uri="{FF2B5EF4-FFF2-40B4-BE49-F238E27FC236}">
                <a16:creationId xmlns:a16="http://schemas.microsoft.com/office/drawing/2014/main" id="{DFD4FD9B-06B3-4512-9614-B72FD3778563}"/>
              </a:ext>
            </a:extLst>
          </p:cNvPr>
          <p:cNvSpPr>
            <a:spLocks noGrp="1"/>
          </p:cNvSpPr>
          <p:nvPr userDrawn="1">
            <p:ph type="pic" sz="quarter" idx="10" hasCustomPrompt="1"/>
          </p:nvPr>
        </p:nvSpPr>
        <p:spPr>
          <a:xfrm>
            <a:off x="6496051" y="1"/>
            <a:ext cx="5024438" cy="6480175"/>
          </a:xfrm>
          <a:custGeom>
            <a:avLst/>
            <a:gdLst>
              <a:gd name="connsiteX0" fmla="*/ 1766606 w 5024438"/>
              <a:gd name="connsiteY0" fmla="*/ 0 h 6480175"/>
              <a:gd name="connsiteX1" fmla="*/ 5024438 w 5024438"/>
              <a:gd name="connsiteY1" fmla="*/ 0 h 6480175"/>
              <a:gd name="connsiteX2" fmla="*/ 5024438 w 5024438"/>
              <a:gd name="connsiteY2" fmla="*/ 6480175 h 6480175"/>
              <a:gd name="connsiteX3" fmla="*/ 4482012 w 5024438"/>
              <a:gd name="connsiteY3" fmla="*/ 6480175 h 6480175"/>
              <a:gd name="connsiteX4" fmla="*/ 4482012 w 5024438"/>
              <a:gd name="connsiteY4" fmla="*/ 6173787 h 6480175"/>
              <a:gd name="connsiteX5" fmla="*/ 3727949 w 5024438"/>
              <a:gd name="connsiteY5" fmla="*/ 6173787 h 6480175"/>
              <a:gd name="connsiteX6" fmla="*/ 3727949 w 5024438"/>
              <a:gd name="connsiteY6" fmla="*/ 6480175 h 6480175"/>
              <a:gd name="connsiteX7" fmla="*/ 0 w 502443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24438" h="6480175">
                <a:moveTo>
                  <a:pt x="1766606" y="0"/>
                </a:moveTo>
                <a:lnTo>
                  <a:pt x="5024438" y="0"/>
                </a:lnTo>
                <a:lnTo>
                  <a:pt x="5024438" y="6480175"/>
                </a:lnTo>
                <a:lnTo>
                  <a:pt x="4482012" y="6480175"/>
                </a:lnTo>
                <a:lnTo>
                  <a:pt x="4482012" y="6173787"/>
                </a:lnTo>
                <a:lnTo>
                  <a:pt x="3727949" y="6173787"/>
                </a:lnTo>
                <a:lnTo>
                  <a:pt x="372794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1" name="Rhomboid Bild 4 Spalten">
            <a:extLst>
              <a:ext uri="{FF2B5EF4-FFF2-40B4-BE49-F238E27FC236}">
                <a16:creationId xmlns:a16="http://schemas.microsoft.com/office/drawing/2014/main" id="{23A1F439-72B6-4499-B473-E21B037F45D8}"/>
              </a:ext>
            </a:extLst>
          </p:cNvPr>
          <p:cNvSpPr>
            <a:spLocks noGrp="1"/>
          </p:cNvSpPr>
          <p:nvPr>
            <p:ph type="pic" sz="quarter" idx="12" hasCustomPrompt="1"/>
          </p:nvPr>
        </p:nvSpPr>
        <p:spPr>
          <a:xfrm>
            <a:off x="7378701" y="1"/>
            <a:ext cx="4141788" cy="6480175"/>
          </a:xfrm>
          <a:custGeom>
            <a:avLst/>
            <a:gdLst>
              <a:gd name="connsiteX0" fmla="*/ 1766271 w 4141788"/>
              <a:gd name="connsiteY0" fmla="*/ 0 h 6480175"/>
              <a:gd name="connsiteX1" fmla="*/ 4141788 w 4141788"/>
              <a:gd name="connsiteY1" fmla="*/ 0 h 6480175"/>
              <a:gd name="connsiteX2" fmla="*/ 4141788 w 4141788"/>
              <a:gd name="connsiteY2" fmla="*/ 6480175 h 6480175"/>
              <a:gd name="connsiteX3" fmla="*/ 3599362 w 4141788"/>
              <a:gd name="connsiteY3" fmla="*/ 6480175 h 6480175"/>
              <a:gd name="connsiteX4" fmla="*/ 3599362 w 4141788"/>
              <a:gd name="connsiteY4" fmla="*/ 6173787 h 6480175"/>
              <a:gd name="connsiteX5" fmla="*/ 2845299 w 4141788"/>
              <a:gd name="connsiteY5" fmla="*/ 6173787 h 6480175"/>
              <a:gd name="connsiteX6" fmla="*/ 2845299 w 4141788"/>
              <a:gd name="connsiteY6" fmla="*/ 6480175 h 6480175"/>
              <a:gd name="connsiteX7" fmla="*/ 0 w 414178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1788" h="6480175">
                <a:moveTo>
                  <a:pt x="1766271" y="0"/>
                </a:moveTo>
                <a:lnTo>
                  <a:pt x="4141788" y="0"/>
                </a:lnTo>
                <a:lnTo>
                  <a:pt x="4141788" y="6480175"/>
                </a:lnTo>
                <a:lnTo>
                  <a:pt x="3599362" y="6480175"/>
                </a:lnTo>
                <a:lnTo>
                  <a:pt x="3599362" y="6173787"/>
                </a:lnTo>
                <a:lnTo>
                  <a:pt x="2845299" y="6173787"/>
                </a:lnTo>
                <a:lnTo>
                  <a:pt x="284529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0" name="Rhomboid Bild 3 Spalten">
            <a:extLst>
              <a:ext uri="{FF2B5EF4-FFF2-40B4-BE49-F238E27FC236}">
                <a16:creationId xmlns:a16="http://schemas.microsoft.com/office/drawing/2014/main" id="{3A0886EA-8BE1-4DA7-AF08-BD1EE33DD6E1}"/>
              </a:ext>
            </a:extLst>
          </p:cNvPr>
          <p:cNvSpPr>
            <a:spLocks noGrp="1"/>
          </p:cNvSpPr>
          <p:nvPr>
            <p:ph type="pic" sz="quarter" idx="11" hasCustomPrompt="1"/>
          </p:nvPr>
        </p:nvSpPr>
        <p:spPr>
          <a:xfrm>
            <a:off x="8258176" y="1"/>
            <a:ext cx="3262313" cy="6480175"/>
          </a:xfrm>
          <a:custGeom>
            <a:avLst/>
            <a:gdLst>
              <a:gd name="connsiteX0" fmla="*/ 1766697 w 3262313"/>
              <a:gd name="connsiteY0" fmla="*/ 0 h 6480175"/>
              <a:gd name="connsiteX1" fmla="*/ 3262313 w 3262313"/>
              <a:gd name="connsiteY1" fmla="*/ 0 h 6480175"/>
              <a:gd name="connsiteX2" fmla="*/ 3262313 w 3262313"/>
              <a:gd name="connsiteY2" fmla="*/ 6480175 h 6480175"/>
              <a:gd name="connsiteX3" fmla="*/ 2719887 w 3262313"/>
              <a:gd name="connsiteY3" fmla="*/ 6480175 h 6480175"/>
              <a:gd name="connsiteX4" fmla="*/ 2719887 w 3262313"/>
              <a:gd name="connsiteY4" fmla="*/ 6173787 h 6480175"/>
              <a:gd name="connsiteX5" fmla="*/ 1965824 w 3262313"/>
              <a:gd name="connsiteY5" fmla="*/ 6173787 h 6480175"/>
              <a:gd name="connsiteX6" fmla="*/ 1965824 w 3262313"/>
              <a:gd name="connsiteY6" fmla="*/ 6480175 h 6480175"/>
              <a:gd name="connsiteX7" fmla="*/ 0 w 3262313"/>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313" h="6480175">
                <a:moveTo>
                  <a:pt x="1766697" y="0"/>
                </a:moveTo>
                <a:lnTo>
                  <a:pt x="3262313" y="0"/>
                </a:lnTo>
                <a:lnTo>
                  <a:pt x="3262313" y="6480175"/>
                </a:lnTo>
                <a:lnTo>
                  <a:pt x="2719887" y="6480175"/>
                </a:lnTo>
                <a:lnTo>
                  <a:pt x="2719887" y="6173787"/>
                </a:lnTo>
                <a:lnTo>
                  <a:pt x="1965824" y="6173787"/>
                </a:lnTo>
                <a:lnTo>
                  <a:pt x="1965824"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8" name="Text">
            <a:extLst>
              <a:ext uri="{FF2B5EF4-FFF2-40B4-BE49-F238E27FC236}">
                <a16:creationId xmlns:a16="http://schemas.microsoft.com/office/drawing/2014/main" id="{25230366-7AB1-4EE3-AD91-2C54FE8789C5}"/>
              </a:ext>
            </a:extLst>
          </p:cNvPr>
          <p:cNvSpPr>
            <a:spLocks noGrp="1"/>
          </p:cNvSpPr>
          <p:nvPr>
            <p:ph type="body" orient="vert" idx="1" hasCustomPrompt="1"/>
          </p:nvPr>
        </p:nvSpPr>
        <p:spPr>
          <a:xfrm>
            <a:off x="539750" y="1295400"/>
            <a:ext cx="6948488" cy="4500563"/>
          </a:xfrm>
        </p:spPr>
        <p:txBody>
          <a:bodyPr vert="horz"/>
          <a:lstStyle>
            <a:lvl1pPr marL="0" indent="0">
              <a:spcBef>
                <a:spcPts val="0"/>
              </a:spcBef>
              <a:buFont typeface="Arial" panose="020B0604020202020204" pitchFamily="34" charset="0"/>
              <a:buNone/>
              <a:defRPr sz="3400" b="0">
                <a:solidFill>
                  <a:schemeClr val="tx1"/>
                </a:solidFill>
                <a:latin typeface="+mj-lt"/>
              </a:defRPr>
            </a:lvl1pPr>
            <a:lvl2pPr marL="0" indent="0">
              <a:spcBef>
                <a:spcPts val="0"/>
              </a:spcBef>
              <a:buFont typeface="Arial" panose="020B0604020202020204" pitchFamily="34" charset="0"/>
              <a:buNone/>
              <a:defRPr sz="3400" b="0">
                <a:solidFill>
                  <a:schemeClr val="tx1"/>
                </a:solidFill>
              </a:defRPr>
            </a:lvl2pPr>
            <a:lvl3pPr marL="0" indent="0">
              <a:spcBef>
                <a:spcPts val="0"/>
              </a:spcBef>
              <a:buFont typeface="Arial" panose="020B0604020202020204" pitchFamily="34" charset="0"/>
              <a:buNone/>
              <a:defRPr sz="3400" b="0">
                <a:solidFill>
                  <a:schemeClr val="tx1"/>
                </a:solidFill>
              </a:defRPr>
            </a:lvl3pPr>
            <a:lvl4pPr marL="0" indent="0">
              <a:spcBef>
                <a:spcPts val="0"/>
              </a:spcBef>
              <a:buFont typeface="Arial" panose="020B0604020202020204" pitchFamily="34" charset="0"/>
              <a:buNone/>
              <a:defRPr sz="3400" b="0">
                <a:solidFill>
                  <a:schemeClr val="tx1"/>
                </a:solidFill>
              </a:defRPr>
            </a:lvl4pPr>
            <a:lvl5pPr marL="0" indent="0">
              <a:spcBef>
                <a:spcPts val="0"/>
              </a:spcBef>
              <a:buFont typeface="Arial" panose="020B0604020202020204" pitchFamily="34" charset="0"/>
              <a:buNone/>
              <a:defRPr sz="3400" b="0">
                <a:solidFill>
                  <a:schemeClr val="tx1"/>
                </a:solidFill>
              </a:defRPr>
            </a:lvl5pPr>
            <a:lvl6pPr marL="0" indent="0">
              <a:spcBef>
                <a:spcPts val="0"/>
              </a:spcBef>
              <a:buFont typeface="Arial" panose="020B0604020202020204" pitchFamily="34" charset="0"/>
              <a:buNone/>
              <a:defRPr sz="3400" b="0">
                <a:solidFill>
                  <a:schemeClr val="tx1"/>
                </a:solidFill>
              </a:defRPr>
            </a:lvl6pPr>
            <a:lvl7pPr marL="0" indent="0">
              <a:spcBef>
                <a:spcPts val="0"/>
              </a:spcBef>
              <a:buFont typeface="Arial" panose="020B0604020202020204" pitchFamily="34" charset="0"/>
              <a:buNone/>
              <a:defRPr sz="3400" b="0">
                <a:solidFill>
                  <a:schemeClr val="tx1"/>
                </a:solidFill>
              </a:defRPr>
            </a:lvl7pPr>
            <a:lvl8pPr marL="0" indent="0">
              <a:spcBef>
                <a:spcPts val="0"/>
              </a:spcBef>
              <a:buFont typeface="Arial" panose="020B0604020202020204" pitchFamily="34" charset="0"/>
              <a:buNone/>
              <a:defRPr sz="3400" b="0">
                <a:solidFill>
                  <a:schemeClr val="tx1"/>
                </a:solidFill>
              </a:defRPr>
            </a:lvl8pPr>
            <a:lvl9pPr marL="0" indent="0">
              <a:spcBef>
                <a:spcPts val="0"/>
              </a:spcBef>
              <a:buFont typeface="Arial" panose="020B0604020202020204" pitchFamily="34" charset="0"/>
              <a:buNone/>
              <a:defRPr sz="3400" b="0">
                <a:solidFill>
                  <a:schemeClr val="tx1"/>
                </a:solidFill>
              </a:defRPr>
            </a:lvl9pPr>
          </a:lstStyle>
          <a:p>
            <a:pPr lvl="0"/>
            <a:r>
              <a:rPr lang="de-DE" dirty="0"/>
              <a:t>Headline auf erster Ebene // für </a:t>
            </a:r>
            <a:r>
              <a:rPr lang="de-DE" dirty="0" err="1"/>
              <a:t>Subline</a:t>
            </a:r>
            <a:r>
              <a:rPr lang="de-DE" dirty="0"/>
              <a:t> &gt;&gt; Menü &gt; Start &gt; Absatz &gt; Listenebene</a:t>
            </a:r>
          </a:p>
          <a:p>
            <a:pPr lvl="1"/>
            <a:r>
              <a:rPr lang="de-DE" dirty="0"/>
              <a:t>Zweite Ebene</a:t>
            </a:r>
          </a:p>
        </p:txBody>
      </p:sp>
      <p:sp>
        <p:nvSpPr>
          <p:cNvPr id="12" name="Datum">
            <a:extLst>
              <a:ext uri="{FF2B5EF4-FFF2-40B4-BE49-F238E27FC236}">
                <a16:creationId xmlns:a16="http://schemas.microsoft.com/office/drawing/2014/main" id="{F982C62A-B2B6-482D-9D52-21F002D7E336}"/>
              </a:ext>
            </a:extLst>
          </p:cNvPr>
          <p:cNvSpPr>
            <a:spLocks noGrp="1"/>
          </p:cNvSpPr>
          <p:nvPr>
            <p:ph type="dt" sz="half" idx="13"/>
          </p:nvPr>
        </p:nvSpPr>
        <p:spPr>
          <a:xfrm>
            <a:off x="3168000" y="6211052"/>
            <a:ext cx="720000" cy="180000"/>
          </a:xfrm>
        </p:spPr>
        <p:txBody>
          <a:bodyPr/>
          <a:lstStyle/>
          <a:p>
            <a:fld id="{F4D73AFF-EE3F-4E59-BCDF-0BB77E21660D}" type="datetime1">
              <a:rPr lang="de-DE" smtClean="0"/>
              <a:t>10.05.2022</a:t>
            </a:fld>
            <a:endParaRPr lang="de-DE" sz="1000" dirty="0"/>
          </a:p>
        </p:txBody>
      </p:sp>
      <p:sp>
        <p:nvSpPr>
          <p:cNvPr id="13" name="Fußzeile">
            <a:extLst>
              <a:ext uri="{FF2B5EF4-FFF2-40B4-BE49-F238E27FC236}">
                <a16:creationId xmlns:a16="http://schemas.microsoft.com/office/drawing/2014/main" id="{62F18688-941F-4158-BF87-BE8C7C0D5074}"/>
              </a:ext>
            </a:extLst>
          </p:cNvPr>
          <p:cNvSpPr>
            <a:spLocks noGrp="1"/>
          </p:cNvSpPr>
          <p:nvPr>
            <p:ph type="ftr" sz="quarter" idx="14"/>
          </p:nvPr>
        </p:nvSpPr>
        <p:spPr>
          <a:xfrm>
            <a:off x="539750" y="6211052"/>
            <a:ext cx="2376250" cy="180000"/>
          </a:xfrm>
        </p:spPr>
        <p:txBody>
          <a:bodyPr/>
          <a:lstStyle/>
          <a:p>
            <a:r>
              <a:rPr lang="en-US"/>
              <a:t>Refer to proprietary notice on title page</a:t>
            </a:r>
            <a:endParaRPr lang="de-DE" dirty="0"/>
          </a:p>
        </p:txBody>
      </p:sp>
      <p:sp>
        <p:nvSpPr>
          <p:cNvPr id="14" name="Foliennummer">
            <a:extLst>
              <a:ext uri="{FF2B5EF4-FFF2-40B4-BE49-F238E27FC236}">
                <a16:creationId xmlns:a16="http://schemas.microsoft.com/office/drawing/2014/main" id="{EC73E300-9B25-43DE-92D0-51DBC0532A92}"/>
              </a:ext>
            </a:extLst>
          </p:cNvPr>
          <p:cNvSpPr>
            <a:spLocks noGrp="1"/>
          </p:cNvSpPr>
          <p:nvPr>
            <p:ph type="sldNum" sz="quarter" idx="15"/>
          </p:nvPr>
        </p:nvSpPr>
        <p:spPr>
          <a:xfrm>
            <a:off x="4068000" y="6211052"/>
            <a:ext cx="540000" cy="180000"/>
          </a:xfrm>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2736263093"/>
      </p:ext>
    </p:extLst>
  </p:cSld>
  <p:clrMapOvr>
    <a:masterClrMapping/>
  </p:clrMapOvr>
  <p:extLst>
    <p:ext uri="{DCECCB84-F9BA-43D5-87BE-67443E8EF086}">
      <p15:sldGuideLst xmlns:p15="http://schemas.microsoft.com/office/powerpoint/2012/main">
        <p15:guide id="1" pos="340">
          <p15:clr>
            <a:srgbClr val="FBAE40"/>
          </p15:clr>
        </p15:guide>
        <p15:guide id="2" orient="horz" pos="385">
          <p15:clr>
            <a:srgbClr val="FBAE40"/>
          </p15:clr>
        </p15:guide>
        <p15:guide id="3" pos="4717">
          <p15:clr>
            <a:srgbClr val="FBAE40"/>
          </p15:clr>
        </p15:guide>
        <p15:guide id="4" pos="6917">
          <p15:clr>
            <a:srgbClr val="FBAE40"/>
          </p15:clr>
        </p15:guide>
        <p15:guide id="5" orient="horz" pos="816" userDrawn="1">
          <p15:clr>
            <a:srgbClr val="FBAE40"/>
          </p15:clr>
        </p15:guide>
        <p15:guide id="6" orient="horz" pos="3651">
          <p15:clr>
            <a:srgbClr val="FBAE40"/>
          </p15:clr>
        </p15:guide>
        <p15:guide id="7" pos="415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 full image">
    <p:spTree>
      <p:nvGrpSpPr>
        <p:cNvPr id="1" name=""/>
        <p:cNvGrpSpPr/>
        <p:nvPr/>
      </p:nvGrpSpPr>
      <p:grpSpPr>
        <a:xfrm>
          <a:off x="0" y="0"/>
          <a:ext cx="0" cy="0"/>
          <a:chOff x="0" y="0"/>
          <a:chExt cx="0" cy="0"/>
        </a:xfrm>
      </p:grpSpPr>
      <p:sp>
        <p:nvSpPr>
          <p:cNvPr id="13" name="Vollbild">
            <a:extLst>
              <a:ext uri="{FF2B5EF4-FFF2-40B4-BE49-F238E27FC236}">
                <a16:creationId xmlns:a16="http://schemas.microsoft.com/office/drawing/2014/main" id="{14397B68-4E63-4A35-AB9B-0598739D8A88}"/>
              </a:ext>
            </a:extLst>
          </p:cNvPr>
          <p:cNvSpPr>
            <a:spLocks noGrp="1"/>
          </p:cNvSpPr>
          <p:nvPr>
            <p:ph type="pic" sz="quarter" idx="13" hasCustomPrompt="1"/>
          </p:nvPr>
        </p:nvSpPr>
        <p:spPr>
          <a:xfrm>
            <a:off x="0" y="1"/>
            <a:ext cx="11520489" cy="6480175"/>
          </a:xfrm>
          <a:custGeom>
            <a:avLst/>
            <a:gdLst>
              <a:gd name="connsiteX0" fmla="*/ 0 w 11520489"/>
              <a:gd name="connsiteY0" fmla="*/ 0 h 6480175"/>
              <a:gd name="connsiteX1" fmla="*/ 619392 w 11520489"/>
              <a:gd name="connsiteY1" fmla="*/ 0 h 6480175"/>
              <a:gd name="connsiteX2" fmla="*/ 540000 w 11520489"/>
              <a:gd name="connsiteY2" fmla="*/ 287337 h 6480175"/>
              <a:gd name="connsiteX3" fmla="*/ 1294046 w 11520489"/>
              <a:gd name="connsiteY3" fmla="*/ 287337 h 6480175"/>
              <a:gd name="connsiteX4" fmla="*/ 1373438 w 11520489"/>
              <a:gd name="connsiteY4" fmla="*/ 0 h 6480175"/>
              <a:gd name="connsiteX5" fmla="*/ 11520489 w 11520489"/>
              <a:gd name="connsiteY5" fmla="*/ 0 h 6480175"/>
              <a:gd name="connsiteX6" fmla="*/ 11520489 w 11520489"/>
              <a:gd name="connsiteY6" fmla="*/ 6480175 h 6480175"/>
              <a:gd name="connsiteX7" fmla="*/ 10978063 w 11520489"/>
              <a:gd name="connsiteY7" fmla="*/ 6480175 h 6480175"/>
              <a:gd name="connsiteX8" fmla="*/ 10978063 w 11520489"/>
              <a:gd name="connsiteY8" fmla="*/ 6173787 h 6480175"/>
              <a:gd name="connsiteX9" fmla="*/ 10224000 w 11520489"/>
              <a:gd name="connsiteY9" fmla="*/ 6173787 h 6480175"/>
              <a:gd name="connsiteX10" fmla="*/ 10224000 w 11520489"/>
              <a:gd name="connsiteY10" fmla="*/ 6480175 h 6480175"/>
              <a:gd name="connsiteX11" fmla="*/ 0 w 11520489"/>
              <a:gd name="connsiteY11"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520489" h="6480175">
                <a:moveTo>
                  <a:pt x="0" y="0"/>
                </a:moveTo>
                <a:lnTo>
                  <a:pt x="619392" y="0"/>
                </a:lnTo>
                <a:lnTo>
                  <a:pt x="540000" y="287337"/>
                </a:lnTo>
                <a:lnTo>
                  <a:pt x="1294046" y="287337"/>
                </a:lnTo>
                <a:lnTo>
                  <a:pt x="1373438" y="0"/>
                </a:lnTo>
                <a:lnTo>
                  <a:pt x="11520489" y="0"/>
                </a:lnTo>
                <a:lnTo>
                  <a:pt x="11520489" y="6480175"/>
                </a:lnTo>
                <a:lnTo>
                  <a:pt x="10978063" y="6480175"/>
                </a:lnTo>
                <a:lnTo>
                  <a:pt x="10978063" y="6173787"/>
                </a:lnTo>
                <a:lnTo>
                  <a:pt x="10224000" y="6173787"/>
                </a:lnTo>
                <a:lnTo>
                  <a:pt x="10224000" y="6480175"/>
                </a:lnTo>
                <a:lnTo>
                  <a:pt x="0" y="6480175"/>
                </a:lnTo>
                <a:close/>
              </a:path>
            </a:pathLst>
          </a:custGeom>
          <a:solidFill>
            <a:schemeClr val="accent3">
              <a:lumMod val="20000"/>
              <a:lumOff val="80000"/>
            </a:schemeClr>
          </a:solidFill>
        </p:spPr>
        <p:txBody>
          <a:bodyPr wrap="square" lIns="10224000" bIns="792000" anchor="b" anchorCtr="0">
            <a:noAutofit/>
          </a:bodyPr>
          <a:lstStyle>
            <a:lvl1pPr algn="l">
              <a:defRPr sz="1600" b="0">
                <a:solidFill>
                  <a:schemeClr val="bg1"/>
                </a:solidFill>
              </a:defRPr>
            </a:lvl1pPr>
          </a:lstStyle>
          <a:p>
            <a:r>
              <a:rPr lang="de-DE" dirty="0"/>
              <a:t>Bild einfügen &gt;&gt; Menü </a:t>
            </a:r>
            <a:br>
              <a:rPr lang="de-DE" dirty="0"/>
            </a:br>
            <a:r>
              <a:rPr lang="de-DE" dirty="0"/>
              <a:t>&gt; Einfügen </a:t>
            </a:r>
            <a:br>
              <a:rPr lang="de-DE" dirty="0"/>
            </a:br>
            <a:r>
              <a:rPr lang="de-DE" dirty="0"/>
              <a:t>&gt; Bilder </a:t>
            </a:r>
            <a:br>
              <a:rPr lang="de-DE" dirty="0"/>
            </a:br>
            <a:r>
              <a:rPr lang="de-DE" dirty="0"/>
              <a:t>oder per </a:t>
            </a:r>
            <a:br>
              <a:rPr lang="de-DE" dirty="0"/>
            </a:br>
            <a:r>
              <a:rPr lang="de-DE" dirty="0"/>
              <a:t>Drag-n-Drop</a:t>
            </a:r>
          </a:p>
        </p:txBody>
      </p:sp>
      <p:sp>
        <p:nvSpPr>
          <p:cNvPr id="21" name="Titel">
            <a:extLst>
              <a:ext uri="{FF2B5EF4-FFF2-40B4-BE49-F238E27FC236}">
                <a16:creationId xmlns:a16="http://schemas.microsoft.com/office/drawing/2014/main" id="{E58928A2-F2F0-4DA2-A28F-CE5885C0E895}"/>
              </a:ext>
            </a:extLst>
          </p:cNvPr>
          <p:cNvSpPr>
            <a:spLocks noGrp="1"/>
          </p:cNvSpPr>
          <p:nvPr>
            <p:ph type="ctrTitle" hasCustomPrompt="1"/>
          </p:nvPr>
        </p:nvSpPr>
        <p:spPr>
          <a:xfrm>
            <a:off x="0" y="0"/>
            <a:ext cx="11156950" cy="6480175"/>
          </a:xfrm>
          <a:custGeom>
            <a:avLst/>
            <a:gdLst>
              <a:gd name="connsiteX0" fmla="*/ 0 w 11156950"/>
              <a:gd name="connsiteY0" fmla="*/ 0 h 6480175"/>
              <a:gd name="connsiteX1" fmla="*/ 619392 w 11156950"/>
              <a:gd name="connsiteY1" fmla="*/ 0 h 6480175"/>
              <a:gd name="connsiteX2" fmla="*/ 540000 w 11156950"/>
              <a:gd name="connsiteY2" fmla="*/ 287338 h 6480175"/>
              <a:gd name="connsiteX3" fmla="*/ 1294046 w 11156950"/>
              <a:gd name="connsiteY3" fmla="*/ 287338 h 6480175"/>
              <a:gd name="connsiteX4" fmla="*/ 1373438 w 11156950"/>
              <a:gd name="connsiteY4" fmla="*/ 0 h 6480175"/>
              <a:gd name="connsiteX5" fmla="*/ 11156950 w 11156950"/>
              <a:gd name="connsiteY5" fmla="*/ 0 h 6480175"/>
              <a:gd name="connsiteX6" fmla="*/ 9388946 w 11156950"/>
              <a:gd name="connsiteY6" fmla="*/ 6480175 h 6480175"/>
              <a:gd name="connsiteX7" fmla="*/ 0 w 11156950"/>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156950" h="6480175">
                <a:moveTo>
                  <a:pt x="0" y="0"/>
                </a:moveTo>
                <a:lnTo>
                  <a:pt x="619392" y="0"/>
                </a:lnTo>
                <a:lnTo>
                  <a:pt x="540000" y="287338"/>
                </a:lnTo>
                <a:lnTo>
                  <a:pt x="1294046" y="287338"/>
                </a:lnTo>
                <a:lnTo>
                  <a:pt x="1373438" y="0"/>
                </a:lnTo>
                <a:lnTo>
                  <a:pt x="11156950" y="0"/>
                </a:lnTo>
                <a:lnTo>
                  <a:pt x="9388946" y="6480175"/>
                </a:lnTo>
                <a:lnTo>
                  <a:pt x="0" y="6480175"/>
                </a:lnTo>
                <a:close/>
              </a:path>
            </a:pathLst>
          </a:custGeom>
          <a:solidFill>
            <a:schemeClr val="tx1">
              <a:alpha val="50000"/>
            </a:schemeClr>
          </a:solidFill>
        </p:spPr>
        <p:txBody>
          <a:bodyPr wrap="square" lIns="1404000" tIns="1782000" rIns="1080000" anchor="t" anchorCtr="0">
            <a:noAutofit/>
          </a:bodyPr>
          <a:lstStyle>
            <a:lvl1pPr algn="l">
              <a:defRPr sz="3000">
                <a:solidFill>
                  <a:schemeClr val="bg1"/>
                </a:solidFill>
                <a:latin typeface="+mj-lt"/>
              </a:defRPr>
            </a:lvl1pPr>
          </a:lstStyle>
          <a:p>
            <a:r>
              <a:rPr lang="de-DE" dirty="0"/>
              <a:t>Hier steht der Titel der Präsentation</a:t>
            </a:r>
            <a:br>
              <a:rPr lang="de-DE" dirty="0"/>
            </a:br>
            <a:r>
              <a:rPr lang="de-DE" dirty="0"/>
              <a:t>Dieser kann zweizeilig sein</a:t>
            </a:r>
          </a:p>
        </p:txBody>
      </p:sp>
      <p:sp>
        <p:nvSpPr>
          <p:cNvPr id="3" name="Over Line">
            <a:extLst>
              <a:ext uri="{FF2B5EF4-FFF2-40B4-BE49-F238E27FC236}">
                <a16:creationId xmlns:a16="http://schemas.microsoft.com/office/drawing/2014/main" id="{5D62107B-E00D-4D9F-B761-023EEF0E9789}"/>
              </a:ext>
            </a:extLst>
          </p:cNvPr>
          <p:cNvSpPr>
            <a:spLocks noGrp="1"/>
          </p:cNvSpPr>
          <p:nvPr>
            <p:ph type="subTitle" idx="1" hasCustomPrompt="1"/>
          </p:nvPr>
        </p:nvSpPr>
        <p:spPr>
          <a:xfrm>
            <a:off x="1403350" y="1262063"/>
            <a:ext cx="8672400" cy="503499"/>
          </a:xfrm>
        </p:spPr>
        <p:txBody>
          <a:bodyPr anchor="b" anchorCtr="0"/>
          <a:lstStyle>
            <a:lvl1pPr marL="0" indent="0" algn="l">
              <a:buFont typeface="Arial" panose="020B0604020202020204" pitchFamily="34" charset="0"/>
              <a:buNone/>
              <a:defRPr sz="3000" b="0">
                <a:solidFill>
                  <a:schemeClr val="bg1"/>
                </a:solidFill>
                <a:latin typeface="+mn-lt"/>
              </a:defRPr>
            </a:lvl1pPr>
            <a:lvl2pPr marL="0" indent="0" algn="l">
              <a:buFont typeface="Arial" panose="020B0604020202020204" pitchFamily="34" charset="0"/>
              <a:buNone/>
              <a:defRPr sz="3000" b="0">
                <a:solidFill>
                  <a:schemeClr val="bg1"/>
                </a:solidFill>
                <a:latin typeface="+mn-lt"/>
              </a:defRPr>
            </a:lvl2pPr>
            <a:lvl3pPr marL="0" indent="0" algn="l">
              <a:buFont typeface="Arial" panose="020B0604020202020204" pitchFamily="34" charset="0"/>
              <a:buNone/>
              <a:defRPr sz="3000" b="0">
                <a:solidFill>
                  <a:schemeClr val="bg1"/>
                </a:solidFill>
                <a:latin typeface="+mn-lt"/>
              </a:defRPr>
            </a:lvl3pPr>
            <a:lvl4pPr marL="0" indent="0" algn="l">
              <a:buFont typeface="Arial" panose="020B0604020202020204" pitchFamily="34" charset="0"/>
              <a:buNone/>
              <a:defRPr sz="3000" b="0">
                <a:solidFill>
                  <a:schemeClr val="bg1"/>
                </a:solidFill>
                <a:latin typeface="+mn-lt"/>
              </a:defRPr>
            </a:lvl4pPr>
            <a:lvl5pPr marL="0" indent="0" algn="l">
              <a:buFont typeface="Arial" panose="020B0604020202020204" pitchFamily="34" charset="0"/>
              <a:buNone/>
              <a:defRPr sz="3000" b="0">
                <a:solidFill>
                  <a:schemeClr val="bg1"/>
                </a:solidFill>
                <a:latin typeface="+mn-lt"/>
              </a:defRPr>
            </a:lvl5pPr>
            <a:lvl6pPr marL="0" indent="0" algn="l">
              <a:spcBef>
                <a:spcPts val="0"/>
              </a:spcBef>
              <a:buFont typeface="Arial" panose="020B0604020202020204" pitchFamily="34" charset="0"/>
              <a:buNone/>
              <a:defRPr sz="3000" b="0">
                <a:solidFill>
                  <a:schemeClr val="bg1"/>
                </a:solidFill>
                <a:latin typeface="+mn-lt"/>
              </a:defRPr>
            </a:lvl6pPr>
            <a:lvl7pPr marL="0" indent="0" algn="l">
              <a:buFont typeface="Arial" panose="020B0604020202020204" pitchFamily="34" charset="0"/>
              <a:buNone/>
              <a:defRPr sz="3000" b="0">
                <a:solidFill>
                  <a:schemeClr val="bg1"/>
                </a:solidFill>
                <a:latin typeface="+mn-lt"/>
              </a:defRPr>
            </a:lvl7pPr>
            <a:lvl8pPr marL="0" indent="0" algn="l">
              <a:buFont typeface="Arial" panose="020B0604020202020204" pitchFamily="34" charset="0"/>
              <a:buNone/>
              <a:defRPr sz="3000" b="0">
                <a:solidFill>
                  <a:schemeClr val="bg1"/>
                </a:solidFill>
                <a:latin typeface="+mn-lt"/>
              </a:defRPr>
            </a:lvl8pPr>
            <a:lvl9pPr marL="0" indent="0" algn="l">
              <a:buFont typeface="Arial" panose="020B0604020202020204" pitchFamily="34" charset="0"/>
              <a:buNone/>
              <a:defRPr sz="3000" b="0">
                <a:solidFill>
                  <a:schemeClr val="bg1"/>
                </a:solidFill>
                <a:latin typeface="+mn-lt"/>
              </a:defRPr>
            </a:lvl9pPr>
          </a:lstStyle>
          <a:p>
            <a:pPr lvl="1"/>
            <a:r>
              <a:rPr lang="de-DE" dirty="0"/>
              <a:t>Over Line Präsentationstitel</a:t>
            </a:r>
          </a:p>
        </p:txBody>
      </p:sp>
      <p:sp>
        <p:nvSpPr>
          <p:cNvPr id="24" name="Vortragender 1">
            <a:extLst>
              <a:ext uri="{FF2B5EF4-FFF2-40B4-BE49-F238E27FC236}">
                <a16:creationId xmlns:a16="http://schemas.microsoft.com/office/drawing/2014/main" id="{EE590035-1C9F-4D28-BC16-E8B42F9A8DFE}"/>
              </a:ext>
            </a:extLst>
          </p:cNvPr>
          <p:cNvSpPr>
            <a:spLocks noGrp="1"/>
          </p:cNvSpPr>
          <p:nvPr>
            <p:ph type="body" orient="vert" idx="14" hasCustomPrompt="1"/>
          </p:nvPr>
        </p:nvSpPr>
        <p:spPr>
          <a:xfrm>
            <a:off x="1403350" y="4464050"/>
            <a:ext cx="3600000" cy="1331913"/>
          </a:xfrm>
        </p:spPr>
        <p:txBody>
          <a:bodyPr vert="horz"/>
          <a:lstStyle>
            <a:lvl1pPr>
              <a:defRPr>
                <a:solidFill>
                  <a:schemeClr val="bg1"/>
                </a:solidFill>
              </a:defRPr>
            </a:lvl1pPr>
            <a:lvl2pPr marL="0" indent="0">
              <a:spcBef>
                <a:spcPts val="0"/>
              </a:spcBef>
              <a:buNone/>
              <a:defRPr b="0">
                <a:solidFill>
                  <a:schemeClr val="bg1"/>
                </a:solidFill>
              </a:defRPr>
            </a:lvl2pPr>
            <a:lvl3pPr marL="0" indent="0">
              <a:spcBef>
                <a:spcPts val="2160"/>
              </a:spcBef>
              <a:buNone/>
              <a:defRPr sz="1100" b="0">
                <a:solidFill>
                  <a:schemeClr val="bg1"/>
                </a:solidFill>
              </a:defRPr>
            </a:lvl3pPr>
            <a:lvl4pPr marL="0" indent="0">
              <a:buNone/>
              <a:defRPr sz="1100" b="0">
                <a:solidFill>
                  <a:schemeClr val="bg1"/>
                </a:solidFill>
              </a:defRPr>
            </a:lvl4pPr>
            <a:lvl5pPr marL="0" indent="0">
              <a:buFont typeface="Arial" panose="020B0604020202020204" pitchFamily="34" charset="0"/>
              <a:buNone/>
              <a:defRPr sz="1100" b="0">
                <a:solidFill>
                  <a:schemeClr val="bg1"/>
                </a:solidFill>
              </a:defRPr>
            </a:lvl5pPr>
            <a:lvl6pPr marL="0" indent="0">
              <a:spcBef>
                <a:spcPts val="0"/>
              </a:spcBef>
              <a:buFont typeface="Arial" panose="020B0604020202020204" pitchFamily="34" charset="0"/>
              <a:buNone/>
              <a:defRPr sz="1100" b="0">
                <a:solidFill>
                  <a:schemeClr val="bg1"/>
                </a:solidFill>
              </a:defRPr>
            </a:lvl6pPr>
            <a:lvl7pPr marL="0" indent="0">
              <a:buFont typeface="Arial" panose="020B0604020202020204" pitchFamily="34" charset="0"/>
              <a:buNone/>
              <a:defRPr sz="1100" b="0">
                <a:solidFill>
                  <a:schemeClr val="bg1"/>
                </a:solidFill>
              </a:defRPr>
            </a:lvl7pPr>
            <a:lvl8pPr marL="0" indent="0">
              <a:buFont typeface="Arial" panose="020B0604020202020204" pitchFamily="34" charset="0"/>
              <a:buNone/>
              <a:defRPr sz="1100" b="0">
                <a:solidFill>
                  <a:schemeClr val="bg1"/>
                </a:solidFill>
              </a:defRPr>
            </a:lvl8pPr>
            <a:lvl9pPr marL="0" indent="0">
              <a:buFont typeface="Arial" panose="020B0604020202020204" pitchFamily="34" charset="0"/>
              <a:buNone/>
              <a:defRPr sz="1100" b="0">
                <a:solidFill>
                  <a:schemeClr val="bg1"/>
                </a:solidFill>
              </a:defRPr>
            </a:lvl9pPr>
          </a:lstStyle>
          <a:p>
            <a:pPr lvl="0"/>
            <a:r>
              <a:rPr lang="de-DE" dirty="0"/>
              <a:t>Name Vortragender 1 auf erster Ebene // für Position und E-Mail &gt;&gt; Menü &gt; Start &gt; Absatz &gt; Listenebene</a:t>
            </a:r>
          </a:p>
          <a:p>
            <a:pPr lvl="1"/>
            <a:r>
              <a:rPr lang="de-DE" dirty="0"/>
              <a:t>Zweite Ebene</a:t>
            </a:r>
          </a:p>
        </p:txBody>
      </p:sp>
      <p:sp>
        <p:nvSpPr>
          <p:cNvPr id="25" name="Vortragender 2">
            <a:extLst>
              <a:ext uri="{FF2B5EF4-FFF2-40B4-BE49-F238E27FC236}">
                <a16:creationId xmlns:a16="http://schemas.microsoft.com/office/drawing/2014/main" id="{9CDAA703-5C3A-493D-87FB-7A5417DBC2DB}"/>
              </a:ext>
            </a:extLst>
          </p:cNvPr>
          <p:cNvSpPr>
            <a:spLocks noGrp="1"/>
          </p:cNvSpPr>
          <p:nvPr>
            <p:ph type="body" orient="vert" idx="15" hasCustomPrompt="1"/>
          </p:nvPr>
        </p:nvSpPr>
        <p:spPr>
          <a:xfrm>
            <a:off x="5795963" y="4464050"/>
            <a:ext cx="3600000" cy="1331913"/>
          </a:xfrm>
        </p:spPr>
        <p:txBody>
          <a:bodyPr vert="horz"/>
          <a:lstStyle>
            <a:lvl1pPr>
              <a:defRPr>
                <a:solidFill>
                  <a:schemeClr val="bg1"/>
                </a:solidFill>
              </a:defRPr>
            </a:lvl1pPr>
            <a:lvl2pPr marL="0" indent="0">
              <a:spcBef>
                <a:spcPts val="0"/>
              </a:spcBef>
              <a:buNone/>
              <a:defRPr b="0">
                <a:solidFill>
                  <a:schemeClr val="bg1"/>
                </a:solidFill>
              </a:defRPr>
            </a:lvl2pPr>
            <a:lvl3pPr marL="0" indent="0">
              <a:spcBef>
                <a:spcPts val="2160"/>
              </a:spcBef>
              <a:buNone/>
              <a:defRPr sz="1100" b="0">
                <a:solidFill>
                  <a:schemeClr val="bg1"/>
                </a:solidFill>
              </a:defRPr>
            </a:lvl3pPr>
            <a:lvl4pPr marL="0" indent="0">
              <a:buNone/>
              <a:defRPr sz="1100" b="0">
                <a:solidFill>
                  <a:schemeClr val="bg1"/>
                </a:solidFill>
              </a:defRPr>
            </a:lvl4pPr>
            <a:lvl5pPr marL="0" indent="0">
              <a:buFont typeface="Arial" panose="020B0604020202020204" pitchFamily="34" charset="0"/>
              <a:buNone/>
              <a:defRPr sz="1100" b="0">
                <a:solidFill>
                  <a:schemeClr val="bg1"/>
                </a:solidFill>
              </a:defRPr>
            </a:lvl5pPr>
            <a:lvl6pPr marL="0" indent="0">
              <a:spcBef>
                <a:spcPts val="0"/>
              </a:spcBef>
              <a:buFont typeface="Arial" panose="020B0604020202020204" pitchFamily="34" charset="0"/>
              <a:buNone/>
              <a:defRPr sz="1100" b="0">
                <a:solidFill>
                  <a:schemeClr val="bg1"/>
                </a:solidFill>
              </a:defRPr>
            </a:lvl6pPr>
            <a:lvl7pPr marL="0" indent="0">
              <a:buFont typeface="Arial" panose="020B0604020202020204" pitchFamily="34" charset="0"/>
              <a:buNone/>
              <a:defRPr sz="1100" b="0">
                <a:solidFill>
                  <a:schemeClr val="bg1"/>
                </a:solidFill>
              </a:defRPr>
            </a:lvl7pPr>
            <a:lvl8pPr marL="0" indent="0">
              <a:buFont typeface="Arial" panose="020B0604020202020204" pitchFamily="34" charset="0"/>
              <a:buNone/>
              <a:defRPr sz="1100" b="0">
                <a:solidFill>
                  <a:schemeClr val="bg1"/>
                </a:solidFill>
              </a:defRPr>
            </a:lvl8pPr>
            <a:lvl9pPr marL="0" indent="0">
              <a:buFont typeface="Arial" panose="020B0604020202020204" pitchFamily="34" charset="0"/>
              <a:buNone/>
              <a:defRPr sz="1100" b="0">
                <a:solidFill>
                  <a:schemeClr val="bg1"/>
                </a:solidFill>
              </a:defRPr>
            </a:lvl9pPr>
          </a:lstStyle>
          <a:p>
            <a:pPr lvl="0"/>
            <a:r>
              <a:rPr lang="de-DE" dirty="0"/>
              <a:t>Name Vortragender 2 auf erster Ebene // für Position und E-Mail &gt;&gt; Menü &gt; Start &gt; Absatz &gt; Listenebene</a:t>
            </a:r>
          </a:p>
          <a:p>
            <a:pPr lvl="1"/>
            <a:r>
              <a:rPr lang="de-DE" dirty="0"/>
              <a:t>Zweite Ebene</a:t>
            </a:r>
          </a:p>
        </p:txBody>
      </p:sp>
      <p:sp>
        <p:nvSpPr>
          <p:cNvPr id="10" name="Privacy Notice">
            <a:extLst>
              <a:ext uri="{FF2B5EF4-FFF2-40B4-BE49-F238E27FC236}">
                <a16:creationId xmlns:a16="http://schemas.microsoft.com/office/drawing/2014/main" id="{FB17F1B9-4D1D-4158-9B8A-3D24BBE50AF5}"/>
              </a:ext>
            </a:extLst>
          </p:cNvPr>
          <p:cNvSpPr>
            <a:spLocks noGrp="1"/>
          </p:cNvSpPr>
          <p:nvPr>
            <p:ph type="body" orient="vert" idx="19" hasCustomPrompt="1"/>
          </p:nvPr>
        </p:nvSpPr>
        <p:spPr>
          <a:xfrm>
            <a:off x="1403350" y="5795964"/>
            <a:ext cx="7416000" cy="586800"/>
          </a:xfrm>
        </p:spPr>
        <p:txBody>
          <a:bodyPr vert="horz" anchor="b" anchorCtr="0"/>
          <a:lstStyle>
            <a:lvl1pPr marL="0" indent="0">
              <a:spcBef>
                <a:spcPts val="0"/>
              </a:spcBef>
              <a:buFont typeface="Arial" panose="020B0604020202020204" pitchFamily="34" charset="0"/>
              <a:buNone/>
              <a:defRPr sz="900" b="0">
                <a:solidFill>
                  <a:schemeClr val="bg1"/>
                </a:solidFill>
                <a:latin typeface="+mn-lt"/>
              </a:defRPr>
            </a:lvl1pPr>
            <a:lvl2pPr marL="0" indent="0">
              <a:spcBef>
                <a:spcPts val="0"/>
              </a:spcBef>
              <a:buFont typeface="Arial" panose="020B0604020202020204" pitchFamily="34" charset="0"/>
              <a:buNone/>
              <a:defRPr sz="900" b="0">
                <a:solidFill>
                  <a:schemeClr val="bg1"/>
                </a:solidFill>
                <a:latin typeface="+mn-lt"/>
              </a:defRPr>
            </a:lvl2pPr>
            <a:lvl3pPr marL="0" indent="0">
              <a:spcBef>
                <a:spcPts val="0"/>
              </a:spcBef>
              <a:buFont typeface="Arial" panose="020B0604020202020204" pitchFamily="34" charset="0"/>
              <a:buNone/>
              <a:defRPr sz="900" b="0">
                <a:solidFill>
                  <a:schemeClr val="bg1"/>
                </a:solidFill>
                <a:latin typeface="+mn-lt"/>
              </a:defRPr>
            </a:lvl3pPr>
            <a:lvl4pPr marL="0" indent="0">
              <a:spcBef>
                <a:spcPts val="0"/>
              </a:spcBef>
              <a:buFont typeface="Arial" panose="020B0604020202020204" pitchFamily="34" charset="0"/>
              <a:buNone/>
              <a:defRPr sz="900" b="0">
                <a:solidFill>
                  <a:schemeClr val="bg1"/>
                </a:solidFill>
                <a:latin typeface="+mn-lt"/>
              </a:defRPr>
            </a:lvl4pPr>
            <a:lvl5pPr marL="0" indent="0">
              <a:spcBef>
                <a:spcPts val="0"/>
              </a:spcBef>
              <a:buFont typeface="Arial" panose="020B0604020202020204" pitchFamily="34" charset="0"/>
              <a:buNone/>
              <a:defRPr sz="900" b="0">
                <a:solidFill>
                  <a:schemeClr val="bg1"/>
                </a:solidFill>
                <a:latin typeface="+mn-lt"/>
              </a:defRPr>
            </a:lvl5pPr>
            <a:lvl6pPr marL="0" indent="0">
              <a:spcBef>
                <a:spcPts val="0"/>
              </a:spcBef>
              <a:buFont typeface="Arial" panose="020B0604020202020204" pitchFamily="34" charset="0"/>
              <a:buNone/>
              <a:defRPr sz="900" b="0">
                <a:solidFill>
                  <a:schemeClr val="bg1"/>
                </a:solidFill>
                <a:latin typeface="+mn-lt"/>
              </a:defRPr>
            </a:lvl6pPr>
            <a:lvl7pPr marL="0" indent="0">
              <a:spcBef>
                <a:spcPts val="0"/>
              </a:spcBef>
              <a:buFont typeface="Arial" panose="020B0604020202020204" pitchFamily="34" charset="0"/>
              <a:buNone/>
              <a:defRPr sz="900" b="0">
                <a:solidFill>
                  <a:schemeClr val="bg1"/>
                </a:solidFill>
                <a:latin typeface="+mn-lt"/>
              </a:defRPr>
            </a:lvl7pPr>
            <a:lvl8pPr marL="0" indent="0">
              <a:spcBef>
                <a:spcPts val="0"/>
              </a:spcBef>
              <a:buFont typeface="Arial" panose="020B0604020202020204" pitchFamily="34" charset="0"/>
              <a:buNone/>
              <a:defRPr sz="900" b="0">
                <a:solidFill>
                  <a:schemeClr val="bg1"/>
                </a:solidFill>
                <a:latin typeface="+mn-lt"/>
              </a:defRPr>
            </a:lvl8pPr>
            <a:lvl9pPr marL="0" indent="0">
              <a:spcBef>
                <a:spcPts val="0"/>
              </a:spcBef>
              <a:buFont typeface="Arial" panose="020B0604020202020204" pitchFamily="34" charset="0"/>
              <a:buNone/>
              <a:defRPr sz="900" b="0">
                <a:solidFill>
                  <a:schemeClr val="bg1"/>
                </a:solidFill>
                <a:latin typeface="+mn-lt"/>
              </a:defRPr>
            </a:lvl9pPr>
          </a:lstStyle>
          <a:p>
            <a:pPr lvl="0"/>
            <a:r>
              <a:rPr lang="en-US" noProof="0" dirty="0"/>
              <a:t>Privacy Notice</a:t>
            </a:r>
          </a:p>
        </p:txBody>
      </p:sp>
      <p:sp>
        <p:nvSpPr>
          <p:cNvPr id="11" name="Datum">
            <a:extLst>
              <a:ext uri="{FF2B5EF4-FFF2-40B4-BE49-F238E27FC236}">
                <a16:creationId xmlns:a16="http://schemas.microsoft.com/office/drawing/2014/main" id="{A915A253-BC13-4B0E-A062-84E4F2AEDD63}"/>
              </a:ext>
            </a:extLst>
          </p:cNvPr>
          <p:cNvSpPr>
            <a:spLocks noGrp="1"/>
          </p:cNvSpPr>
          <p:nvPr>
            <p:ph type="dt" sz="half" idx="20"/>
          </p:nvPr>
        </p:nvSpPr>
        <p:spPr>
          <a:xfrm>
            <a:off x="3168000" y="6552000"/>
            <a:ext cx="720000" cy="180000"/>
          </a:xfrm>
        </p:spPr>
        <p:txBody>
          <a:bodyPr/>
          <a:lstStyle/>
          <a:p>
            <a:fld id="{F14FF2B9-A051-4B6E-A3EE-6B99A9CCB630}" type="datetime1">
              <a:rPr lang="de-DE" smtClean="0"/>
              <a:t>10.05.2022</a:t>
            </a:fld>
            <a:endParaRPr lang="de-DE" sz="1000" dirty="0"/>
          </a:p>
        </p:txBody>
      </p:sp>
      <p:sp>
        <p:nvSpPr>
          <p:cNvPr id="12" name="Fußzeile">
            <a:extLst>
              <a:ext uri="{FF2B5EF4-FFF2-40B4-BE49-F238E27FC236}">
                <a16:creationId xmlns:a16="http://schemas.microsoft.com/office/drawing/2014/main" id="{A669ACDC-11F0-4651-AAD9-BC9CE72FEA34}"/>
              </a:ext>
            </a:extLst>
          </p:cNvPr>
          <p:cNvSpPr>
            <a:spLocks noGrp="1"/>
          </p:cNvSpPr>
          <p:nvPr>
            <p:ph type="ftr" sz="quarter" idx="21"/>
          </p:nvPr>
        </p:nvSpPr>
        <p:spPr>
          <a:xfrm>
            <a:off x="539750" y="6552000"/>
            <a:ext cx="2376250" cy="180000"/>
          </a:xfrm>
        </p:spPr>
        <p:txBody>
          <a:bodyPr/>
          <a:lstStyle/>
          <a:p>
            <a:r>
              <a:rPr lang="en-US" dirty="0"/>
              <a:t>Refer to proprietary notice on title page</a:t>
            </a:r>
            <a:endParaRPr lang="de-DE" dirty="0"/>
          </a:p>
        </p:txBody>
      </p:sp>
      <p:sp>
        <p:nvSpPr>
          <p:cNvPr id="14" name="Foliennummer">
            <a:extLst>
              <a:ext uri="{FF2B5EF4-FFF2-40B4-BE49-F238E27FC236}">
                <a16:creationId xmlns:a16="http://schemas.microsoft.com/office/drawing/2014/main" id="{62D63767-CA9E-47DC-BBA9-607F8CCEC37A}"/>
              </a:ext>
            </a:extLst>
          </p:cNvPr>
          <p:cNvSpPr>
            <a:spLocks noGrp="1"/>
          </p:cNvSpPr>
          <p:nvPr>
            <p:ph type="sldNum" sz="quarter" idx="22"/>
          </p:nvPr>
        </p:nvSpPr>
        <p:spPr>
          <a:xfrm>
            <a:off x="4068000" y="6552000"/>
            <a:ext cx="540000" cy="180000"/>
          </a:xfrm>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1760718857"/>
      </p:ext>
    </p:extLst>
  </p:cSld>
  <p:clrMapOvr>
    <a:masterClrMapping/>
  </p:clrMapOvr>
  <p:extLst>
    <p:ext uri="{DCECCB84-F9BA-43D5-87BE-67443E8EF086}">
      <p15:sldGuideLst xmlns:p15="http://schemas.microsoft.com/office/powerpoint/2012/main">
        <p15:guide id="1" pos="884">
          <p15:clr>
            <a:srgbClr val="FBAE40"/>
          </p15:clr>
        </p15:guide>
        <p15:guide id="2" orient="horz" pos="2812">
          <p15:clr>
            <a:srgbClr val="FBAE40"/>
          </p15:clr>
        </p15:guide>
        <p15:guide id="3" pos="3651">
          <p15:clr>
            <a:srgbClr val="FBAE40"/>
          </p15:clr>
        </p15:guide>
        <p15:guide id="4" orient="horz" pos="3651">
          <p15:clr>
            <a:srgbClr val="FBAE40"/>
          </p15:clr>
        </p15:guide>
        <p15:guide id="5" orient="horz" pos="385" userDrawn="1">
          <p15:clr>
            <a:srgbClr val="FBAE40"/>
          </p15:clr>
        </p15:guide>
        <p15:guide id="6" orient="horz" pos="795"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rhomboid">
    <p:spTree>
      <p:nvGrpSpPr>
        <p:cNvPr id="1" name=""/>
        <p:cNvGrpSpPr/>
        <p:nvPr/>
      </p:nvGrpSpPr>
      <p:grpSpPr>
        <a:xfrm>
          <a:off x="0" y="0"/>
          <a:ext cx="0" cy="0"/>
          <a:chOff x="0" y="0"/>
          <a:chExt cx="0" cy="0"/>
        </a:xfrm>
      </p:grpSpPr>
      <p:sp>
        <p:nvSpPr>
          <p:cNvPr id="54" name="Rhomboid Bild 3 Spalten">
            <a:extLst>
              <a:ext uri="{FF2B5EF4-FFF2-40B4-BE49-F238E27FC236}">
                <a16:creationId xmlns:a16="http://schemas.microsoft.com/office/drawing/2014/main" id="{137F158A-59F1-458A-BC27-F880FE4A52B8}"/>
              </a:ext>
            </a:extLst>
          </p:cNvPr>
          <p:cNvSpPr>
            <a:spLocks noGrp="1"/>
          </p:cNvSpPr>
          <p:nvPr>
            <p:ph type="pic" sz="quarter" idx="19" hasCustomPrompt="1"/>
          </p:nvPr>
        </p:nvSpPr>
        <p:spPr>
          <a:xfrm>
            <a:off x="7377114" y="0"/>
            <a:ext cx="4143375" cy="6480175"/>
          </a:xfrm>
          <a:custGeom>
            <a:avLst/>
            <a:gdLst>
              <a:gd name="connsiteX0" fmla="*/ 1766948 w 4143375"/>
              <a:gd name="connsiteY0" fmla="*/ 0 h 6480175"/>
              <a:gd name="connsiteX1" fmla="*/ 4143375 w 4143375"/>
              <a:gd name="connsiteY1" fmla="*/ 0 h 6480175"/>
              <a:gd name="connsiteX2" fmla="*/ 4143375 w 4143375"/>
              <a:gd name="connsiteY2" fmla="*/ 6480175 h 6480175"/>
              <a:gd name="connsiteX3" fmla="*/ 3600949 w 4143375"/>
              <a:gd name="connsiteY3" fmla="*/ 6480175 h 6480175"/>
              <a:gd name="connsiteX4" fmla="*/ 3600949 w 4143375"/>
              <a:gd name="connsiteY4" fmla="*/ 6173788 h 6480175"/>
              <a:gd name="connsiteX5" fmla="*/ 2846886 w 4143375"/>
              <a:gd name="connsiteY5" fmla="*/ 6173788 h 6480175"/>
              <a:gd name="connsiteX6" fmla="*/ 2846886 w 4143375"/>
              <a:gd name="connsiteY6" fmla="*/ 6480175 h 6480175"/>
              <a:gd name="connsiteX7" fmla="*/ 0 w 4143375"/>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6480175">
                <a:moveTo>
                  <a:pt x="1766948" y="0"/>
                </a:moveTo>
                <a:lnTo>
                  <a:pt x="4143375" y="0"/>
                </a:lnTo>
                <a:lnTo>
                  <a:pt x="4143375" y="6480175"/>
                </a:lnTo>
                <a:lnTo>
                  <a:pt x="3600949" y="6480175"/>
                </a:lnTo>
                <a:lnTo>
                  <a:pt x="3600949" y="6173788"/>
                </a:lnTo>
                <a:lnTo>
                  <a:pt x="2846886" y="6173788"/>
                </a:lnTo>
                <a:lnTo>
                  <a:pt x="2846886"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Bild einfügen per </a:t>
            </a:r>
            <a:br>
              <a:rPr lang="de-DE" dirty="0"/>
            </a:br>
            <a:r>
              <a:rPr lang="de-DE" dirty="0"/>
              <a:t>Drag-n-Drop </a:t>
            </a:r>
          </a:p>
        </p:txBody>
      </p:sp>
      <p:sp>
        <p:nvSpPr>
          <p:cNvPr id="21" name="Titel">
            <a:extLst>
              <a:ext uri="{FF2B5EF4-FFF2-40B4-BE49-F238E27FC236}">
                <a16:creationId xmlns:a16="http://schemas.microsoft.com/office/drawing/2014/main" id="{E58928A2-F2F0-4DA2-A28F-CE5885C0E895}"/>
              </a:ext>
            </a:extLst>
          </p:cNvPr>
          <p:cNvSpPr>
            <a:spLocks noGrp="1"/>
          </p:cNvSpPr>
          <p:nvPr>
            <p:ph type="ctrTitle" hasCustomPrompt="1"/>
          </p:nvPr>
        </p:nvSpPr>
        <p:spPr>
          <a:xfrm>
            <a:off x="539751" y="1029361"/>
            <a:ext cx="5760000" cy="1620000"/>
          </a:xfrm>
          <a:prstGeom prst="rect">
            <a:avLst/>
          </a:prstGeom>
          <a:noFill/>
        </p:spPr>
        <p:txBody>
          <a:bodyPr wrap="square" lIns="0" tIns="0" rIns="0" anchor="t" anchorCtr="0">
            <a:noAutofit/>
          </a:bodyPr>
          <a:lstStyle>
            <a:lvl1pPr algn="l">
              <a:defRPr sz="3000">
                <a:solidFill>
                  <a:schemeClr val="tx1"/>
                </a:solidFill>
                <a:latin typeface="+mj-lt"/>
              </a:defRPr>
            </a:lvl1pPr>
          </a:lstStyle>
          <a:p>
            <a:r>
              <a:rPr lang="de-DE" dirty="0"/>
              <a:t>Hier steht der Titel </a:t>
            </a:r>
            <a:br>
              <a:rPr lang="de-DE" dirty="0"/>
            </a:br>
            <a:r>
              <a:rPr lang="de-DE" dirty="0"/>
              <a:t>der Präsentation</a:t>
            </a:r>
            <a:br>
              <a:rPr lang="de-DE" dirty="0"/>
            </a:br>
            <a:r>
              <a:rPr lang="de-DE" dirty="0"/>
              <a:t>Dieser kann mehrzeilig sein</a:t>
            </a:r>
          </a:p>
        </p:txBody>
      </p:sp>
      <p:sp>
        <p:nvSpPr>
          <p:cNvPr id="3" name="Over Line">
            <a:extLst>
              <a:ext uri="{FF2B5EF4-FFF2-40B4-BE49-F238E27FC236}">
                <a16:creationId xmlns:a16="http://schemas.microsoft.com/office/drawing/2014/main" id="{5D62107B-E00D-4D9F-B761-023EEF0E9789}"/>
              </a:ext>
            </a:extLst>
          </p:cNvPr>
          <p:cNvSpPr>
            <a:spLocks noGrp="1"/>
          </p:cNvSpPr>
          <p:nvPr>
            <p:ph type="subTitle" idx="1" hasCustomPrompt="1"/>
          </p:nvPr>
        </p:nvSpPr>
        <p:spPr>
          <a:xfrm>
            <a:off x="539750" y="512763"/>
            <a:ext cx="5760000" cy="503499"/>
          </a:xfrm>
        </p:spPr>
        <p:txBody>
          <a:bodyPr anchor="b" anchorCtr="0"/>
          <a:lstStyle>
            <a:lvl1pPr marL="0" indent="0" algn="l">
              <a:buFont typeface="Arial" panose="020B0604020202020204" pitchFamily="34" charset="0"/>
              <a:buNone/>
              <a:defRPr sz="3000" b="0">
                <a:solidFill>
                  <a:schemeClr val="tx1"/>
                </a:solidFill>
                <a:latin typeface="+mn-lt"/>
              </a:defRPr>
            </a:lvl1pPr>
            <a:lvl2pPr marL="0" indent="0" algn="l">
              <a:buFont typeface="Arial" panose="020B0604020202020204" pitchFamily="34" charset="0"/>
              <a:buNone/>
              <a:defRPr sz="3000" b="0">
                <a:solidFill>
                  <a:schemeClr val="tx1"/>
                </a:solidFill>
                <a:latin typeface="+mn-lt"/>
              </a:defRPr>
            </a:lvl2pPr>
            <a:lvl3pPr marL="0" indent="0" algn="l">
              <a:buFont typeface="Arial" panose="020B0604020202020204" pitchFamily="34" charset="0"/>
              <a:buNone/>
              <a:defRPr sz="3000" b="0">
                <a:solidFill>
                  <a:schemeClr val="tx1"/>
                </a:solidFill>
                <a:latin typeface="+mn-lt"/>
              </a:defRPr>
            </a:lvl3pPr>
            <a:lvl4pPr marL="0" indent="0" algn="l">
              <a:buFont typeface="Arial" panose="020B0604020202020204" pitchFamily="34" charset="0"/>
              <a:buNone/>
              <a:defRPr sz="3000" b="0">
                <a:solidFill>
                  <a:schemeClr val="tx1"/>
                </a:solidFill>
                <a:latin typeface="+mn-lt"/>
              </a:defRPr>
            </a:lvl4pPr>
            <a:lvl5pPr marL="0" indent="0" algn="l">
              <a:buFont typeface="Arial" panose="020B0604020202020204" pitchFamily="34" charset="0"/>
              <a:buNone/>
              <a:defRPr sz="3000" b="0">
                <a:solidFill>
                  <a:schemeClr val="tx1"/>
                </a:solidFill>
                <a:latin typeface="+mn-lt"/>
              </a:defRPr>
            </a:lvl5pPr>
            <a:lvl6pPr marL="0" indent="0" algn="l">
              <a:spcBef>
                <a:spcPts val="0"/>
              </a:spcBef>
              <a:buFont typeface="Arial" panose="020B0604020202020204" pitchFamily="34" charset="0"/>
              <a:buNone/>
              <a:defRPr sz="3000" b="0">
                <a:solidFill>
                  <a:schemeClr val="tx1"/>
                </a:solidFill>
                <a:latin typeface="+mn-lt"/>
              </a:defRPr>
            </a:lvl6pPr>
            <a:lvl7pPr marL="0" indent="0" algn="l">
              <a:buFont typeface="Arial" panose="020B0604020202020204" pitchFamily="34" charset="0"/>
              <a:buNone/>
              <a:defRPr sz="3000" b="0">
                <a:solidFill>
                  <a:schemeClr val="tx1"/>
                </a:solidFill>
                <a:latin typeface="+mn-lt"/>
              </a:defRPr>
            </a:lvl7pPr>
            <a:lvl8pPr marL="0" indent="0" algn="l">
              <a:buFont typeface="Arial" panose="020B0604020202020204" pitchFamily="34" charset="0"/>
              <a:buNone/>
              <a:defRPr sz="3000" b="0">
                <a:solidFill>
                  <a:schemeClr val="tx1"/>
                </a:solidFill>
                <a:latin typeface="+mn-lt"/>
              </a:defRPr>
            </a:lvl8pPr>
            <a:lvl9pPr marL="0" indent="0" algn="l">
              <a:buFont typeface="Arial" panose="020B0604020202020204" pitchFamily="34" charset="0"/>
              <a:buNone/>
              <a:defRPr sz="3000" b="0">
                <a:solidFill>
                  <a:schemeClr val="tx1"/>
                </a:solidFill>
                <a:latin typeface="+mn-lt"/>
              </a:defRPr>
            </a:lvl9pPr>
          </a:lstStyle>
          <a:p>
            <a:pPr lvl="1"/>
            <a:r>
              <a:rPr lang="de-DE" dirty="0"/>
              <a:t>Over Line Präsentationstitel</a:t>
            </a:r>
          </a:p>
        </p:txBody>
      </p:sp>
      <p:sp>
        <p:nvSpPr>
          <p:cNvPr id="24" name="Ort/Datum">
            <a:extLst>
              <a:ext uri="{FF2B5EF4-FFF2-40B4-BE49-F238E27FC236}">
                <a16:creationId xmlns:a16="http://schemas.microsoft.com/office/drawing/2014/main" id="{EE590035-1C9F-4D28-BC16-E8B42F9A8DFE}"/>
              </a:ext>
            </a:extLst>
          </p:cNvPr>
          <p:cNvSpPr>
            <a:spLocks noGrp="1"/>
          </p:cNvSpPr>
          <p:nvPr>
            <p:ph type="body" orient="vert" idx="14" hasCustomPrompt="1"/>
          </p:nvPr>
        </p:nvSpPr>
        <p:spPr>
          <a:xfrm>
            <a:off x="539749" y="5232932"/>
            <a:ext cx="5760000" cy="503499"/>
          </a:xfrm>
        </p:spPr>
        <p:txBody>
          <a:bodyPr vert="horz" anchor="b" anchorCtr="0"/>
          <a:lstStyle>
            <a:lvl1pPr marL="0" indent="0">
              <a:spcBef>
                <a:spcPts val="0"/>
              </a:spcBef>
              <a:buFont typeface="Arial" panose="020B0604020202020204" pitchFamily="34" charset="0"/>
              <a:buNone/>
              <a:defRPr sz="1800" b="1">
                <a:solidFill>
                  <a:schemeClr val="tx1"/>
                </a:solidFill>
              </a:defRPr>
            </a:lvl1pPr>
            <a:lvl2pPr marL="0" indent="0">
              <a:spcBef>
                <a:spcPts val="0"/>
              </a:spcBef>
              <a:buFont typeface="Arial" panose="020B0604020202020204" pitchFamily="34" charset="0"/>
              <a:buNone/>
              <a:defRPr sz="1800" b="1">
                <a:solidFill>
                  <a:schemeClr val="tx1"/>
                </a:solidFill>
              </a:defRPr>
            </a:lvl2pPr>
            <a:lvl3pPr marL="0" indent="0">
              <a:spcBef>
                <a:spcPts val="0"/>
              </a:spcBef>
              <a:buFont typeface="Arial" panose="020B0604020202020204" pitchFamily="34" charset="0"/>
              <a:buNone/>
              <a:defRPr sz="1800" b="1">
                <a:solidFill>
                  <a:schemeClr val="tx1"/>
                </a:solidFill>
              </a:defRPr>
            </a:lvl3pPr>
            <a:lvl4pPr marL="0" indent="0">
              <a:spcBef>
                <a:spcPts val="0"/>
              </a:spcBef>
              <a:buFont typeface="Arial" panose="020B0604020202020204" pitchFamily="34" charset="0"/>
              <a:buNone/>
              <a:defRPr sz="1800" b="1">
                <a:solidFill>
                  <a:schemeClr val="tx1"/>
                </a:solidFill>
              </a:defRPr>
            </a:lvl4pPr>
            <a:lvl5pPr marL="0" indent="0">
              <a:spcBef>
                <a:spcPts val="0"/>
              </a:spcBef>
              <a:buFont typeface="Arial" panose="020B0604020202020204" pitchFamily="34" charset="0"/>
              <a:buNone/>
              <a:defRPr sz="1800" b="1">
                <a:solidFill>
                  <a:schemeClr val="tx1"/>
                </a:solidFill>
              </a:defRPr>
            </a:lvl5pPr>
            <a:lvl6pPr marL="0" indent="0">
              <a:spcBef>
                <a:spcPts val="0"/>
              </a:spcBef>
              <a:buFont typeface="Arial" panose="020B0604020202020204" pitchFamily="34" charset="0"/>
              <a:buNone/>
              <a:defRPr sz="1800" b="1">
                <a:solidFill>
                  <a:schemeClr val="tx1"/>
                </a:solidFill>
              </a:defRPr>
            </a:lvl6pPr>
            <a:lvl7pPr marL="0" indent="0">
              <a:spcBef>
                <a:spcPts val="0"/>
              </a:spcBef>
              <a:buFont typeface="Arial" panose="020B0604020202020204" pitchFamily="34" charset="0"/>
              <a:buNone/>
              <a:defRPr sz="1800" b="1">
                <a:solidFill>
                  <a:schemeClr val="tx1"/>
                </a:solidFill>
              </a:defRPr>
            </a:lvl7pPr>
            <a:lvl8pPr marL="0" indent="0">
              <a:spcBef>
                <a:spcPts val="0"/>
              </a:spcBef>
              <a:buFont typeface="Arial" panose="020B0604020202020204" pitchFamily="34" charset="0"/>
              <a:buNone/>
              <a:defRPr sz="1800" b="1">
                <a:solidFill>
                  <a:schemeClr val="tx1"/>
                </a:solidFill>
              </a:defRPr>
            </a:lvl8pPr>
            <a:lvl9pPr marL="0" indent="0">
              <a:spcBef>
                <a:spcPts val="0"/>
              </a:spcBef>
              <a:buFont typeface="Arial" panose="020B0604020202020204" pitchFamily="34" charset="0"/>
              <a:buNone/>
              <a:defRPr sz="1800" b="1">
                <a:solidFill>
                  <a:schemeClr val="tx1"/>
                </a:solidFill>
              </a:defRPr>
            </a:lvl9pPr>
          </a:lstStyle>
          <a:p>
            <a:pPr lvl="0"/>
            <a:r>
              <a:rPr lang="de-DE" dirty="0"/>
              <a:t>Ort, X. Monat 2019 </a:t>
            </a:r>
          </a:p>
        </p:txBody>
      </p:sp>
      <p:sp>
        <p:nvSpPr>
          <p:cNvPr id="58" name="Inhalt">
            <a:extLst>
              <a:ext uri="{FF2B5EF4-FFF2-40B4-BE49-F238E27FC236}">
                <a16:creationId xmlns:a16="http://schemas.microsoft.com/office/drawing/2014/main" id="{C6CD3634-E569-42B7-9679-B18C402C418A}"/>
              </a:ext>
            </a:extLst>
          </p:cNvPr>
          <p:cNvSpPr>
            <a:spLocks noGrp="1"/>
          </p:cNvSpPr>
          <p:nvPr>
            <p:ph idx="21" hasCustomPrompt="1"/>
          </p:nvPr>
        </p:nvSpPr>
        <p:spPr>
          <a:xfrm>
            <a:off x="539750" y="3240086"/>
            <a:ext cx="2520000" cy="1440000"/>
          </a:xfrm>
        </p:spPr>
        <p:txBody>
          <a:bodyPr/>
          <a:lstStyle>
            <a:lvl1pPr marL="0" indent="0">
              <a:buFont typeface="Arial" panose="020B0604020202020204" pitchFamily="34" charset="0"/>
              <a:buNone/>
              <a:defRPr sz="1000" b="0"/>
            </a:lvl1pPr>
            <a:lvl2pPr marL="0" indent="0">
              <a:buNone/>
              <a:defRPr sz="1000" b="0"/>
            </a:lvl2pPr>
            <a:lvl3pPr marL="0" indent="0">
              <a:buNone/>
              <a:defRPr sz="1000" b="0"/>
            </a:lvl3pPr>
            <a:lvl4pPr marL="0" indent="0">
              <a:buNone/>
              <a:defRPr sz="1000" b="0"/>
            </a:lvl4pPr>
            <a:lvl5pPr marL="0" indent="0">
              <a:buFont typeface="Arial" panose="020B0604020202020204" pitchFamily="34" charset="0"/>
              <a:buNone/>
              <a:defRPr sz="1000" b="0"/>
            </a:lvl5pPr>
            <a:lvl6pPr marL="0" indent="0">
              <a:buFont typeface="Arial" panose="020B0604020202020204" pitchFamily="34" charset="0"/>
              <a:buNone/>
              <a:defRPr sz="1000" b="0"/>
            </a:lvl6pPr>
            <a:lvl7pPr marL="0" indent="0">
              <a:buFont typeface="Arial" panose="020B0604020202020204" pitchFamily="34" charset="0"/>
              <a:buNone/>
              <a:defRPr sz="1000" b="0"/>
            </a:lvl7pPr>
            <a:lvl8pPr marL="0" indent="0">
              <a:buFont typeface="Arial" panose="020B0604020202020204" pitchFamily="34" charset="0"/>
              <a:buNone/>
              <a:defRPr sz="1000" b="0"/>
            </a:lvl8pPr>
            <a:lvl9pPr marL="0" indent="0">
              <a:buFont typeface="Arial" panose="020B0604020202020204" pitchFamily="34" charset="0"/>
              <a:buNone/>
              <a:defRPr sz="1000" b="0"/>
            </a:lvl9pPr>
          </a:lstStyle>
          <a:p>
            <a:pPr lvl="0"/>
            <a:r>
              <a:rPr lang="de-DE" dirty="0"/>
              <a:t>ggf. Kundenlogo einfügen</a:t>
            </a:r>
          </a:p>
        </p:txBody>
      </p:sp>
      <p:sp>
        <p:nvSpPr>
          <p:cNvPr id="10" name="Privacy Notice">
            <a:extLst>
              <a:ext uri="{FF2B5EF4-FFF2-40B4-BE49-F238E27FC236}">
                <a16:creationId xmlns:a16="http://schemas.microsoft.com/office/drawing/2014/main" id="{48218097-8789-4B91-801A-0CE1BC3ED33F}"/>
              </a:ext>
            </a:extLst>
          </p:cNvPr>
          <p:cNvSpPr>
            <a:spLocks noGrp="1"/>
          </p:cNvSpPr>
          <p:nvPr>
            <p:ph type="body" orient="vert" idx="22" hasCustomPrompt="1"/>
          </p:nvPr>
        </p:nvSpPr>
        <p:spPr>
          <a:xfrm>
            <a:off x="539749" y="5795964"/>
            <a:ext cx="7416000" cy="586800"/>
          </a:xfrm>
        </p:spPr>
        <p:txBody>
          <a:bodyPr vert="horz" anchor="b" anchorCtr="0"/>
          <a:lstStyle>
            <a:lvl1pPr marL="0" indent="0">
              <a:spcBef>
                <a:spcPts val="0"/>
              </a:spcBef>
              <a:buFont typeface="Arial" panose="020B0604020202020204" pitchFamily="34" charset="0"/>
              <a:buNone/>
              <a:defRPr sz="900" b="0">
                <a:solidFill>
                  <a:schemeClr val="tx1"/>
                </a:solidFill>
                <a:latin typeface="+mn-lt"/>
              </a:defRPr>
            </a:lvl1pPr>
            <a:lvl2pPr marL="0" indent="0">
              <a:spcBef>
                <a:spcPts val="0"/>
              </a:spcBef>
              <a:buFont typeface="Arial" panose="020B0604020202020204" pitchFamily="34" charset="0"/>
              <a:buNone/>
              <a:defRPr sz="900" b="0">
                <a:solidFill>
                  <a:schemeClr val="tx1"/>
                </a:solidFill>
                <a:latin typeface="+mn-lt"/>
              </a:defRPr>
            </a:lvl2pPr>
            <a:lvl3pPr marL="0" indent="0">
              <a:spcBef>
                <a:spcPts val="0"/>
              </a:spcBef>
              <a:buFont typeface="Arial" panose="020B0604020202020204" pitchFamily="34" charset="0"/>
              <a:buNone/>
              <a:defRPr sz="900" b="0">
                <a:solidFill>
                  <a:schemeClr val="tx1"/>
                </a:solidFill>
                <a:latin typeface="+mn-lt"/>
              </a:defRPr>
            </a:lvl3pPr>
            <a:lvl4pPr marL="0" indent="0">
              <a:spcBef>
                <a:spcPts val="0"/>
              </a:spcBef>
              <a:buFont typeface="Arial" panose="020B0604020202020204" pitchFamily="34" charset="0"/>
              <a:buNone/>
              <a:defRPr sz="900" b="0">
                <a:solidFill>
                  <a:schemeClr val="tx1"/>
                </a:solidFill>
                <a:latin typeface="+mn-lt"/>
              </a:defRPr>
            </a:lvl4pPr>
            <a:lvl5pPr marL="0" indent="0">
              <a:spcBef>
                <a:spcPts val="0"/>
              </a:spcBef>
              <a:buFont typeface="Arial" panose="020B0604020202020204" pitchFamily="34" charset="0"/>
              <a:buNone/>
              <a:defRPr sz="900" b="0">
                <a:solidFill>
                  <a:schemeClr val="tx1"/>
                </a:solidFill>
                <a:latin typeface="+mn-lt"/>
              </a:defRPr>
            </a:lvl5pPr>
            <a:lvl6pPr marL="0" indent="0">
              <a:spcBef>
                <a:spcPts val="0"/>
              </a:spcBef>
              <a:buFont typeface="Arial" panose="020B0604020202020204" pitchFamily="34" charset="0"/>
              <a:buNone/>
              <a:defRPr sz="900" b="0">
                <a:solidFill>
                  <a:schemeClr val="tx1"/>
                </a:solidFill>
                <a:latin typeface="+mn-lt"/>
              </a:defRPr>
            </a:lvl6pPr>
            <a:lvl7pPr marL="0" indent="0">
              <a:spcBef>
                <a:spcPts val="0"/>
              </a:spcBef>
              <a:buFont typeface="Arial" panose="020B0604020202020204" pitchFamily="34" charset="0"/>
              <a:buNone/>
              <a:defRPr sz="900" b="0">
                <a:solidFill>
                  <a:schemeClr val="tx1"/>
                </a:solidFill>
                <a:latin typeface="+mn-lt"/>
              </a:defRPr>
            </a:lvl7pPr>
            <a:lvl8pPr marL="0" indent="0">
              <a:spcBef>
                <a:spcPts val="0"/>
              </a:spcBef>
              <a:buFont typeface="Arial" panose="020B0604020202020204" pitchFamily="34" charset="0"/>
              <a:buNone/>
              <a:defRPr sz="900" b="0">
                <a:solidFill>
                  <a:schemeClr val="tx1"/>
                </a:solidFill>
                <a:latin typeface="+mn-lt"/>
              </a:defRPr>
            </a:lvl8pPr>
            <a:lvl9pPr marL="0" indent="0">
              <a:spcBef>
                <a:spcPts val="0"/>
              </a:spcBef>
              <a:buFont typeface="Arial" panose="020B0604020202020204" pitchFamily="34" charset="0"/>
              <a:buNone/>
              <a:defRPr sz="900" b="0">
                <a:solidFill>
                  <a:schemeClr val="tx1"/>
                </a:solidFill>
                <a:latin typeface="+mn-lt"/>
              </a:defRPr>
            </a:lvl9pPr>
          </a:lstStyle>
          <a:p>
            <a:pPr lvl="0"/>
            <a:r>
              <a:rPr lang="en-US" noProof="0" dirty="0"/>
              <a:t>Privacy Notice</a:t>
            </a:r>
          </a:p>
        </p:txBody>
      </p:sp>
      <p:sp>
        <p:nvSpPr>
          <p:cNvPr id="11" name="Datum">
            <a:extLst>
              <a:ext uri="{FF2B5EF4-FFF2-40B4-BE49-F238E27FC236}">
                <a16:creationId xmlns:a16="http://schemas.microsoft.com/office/drawing/2014/main" id="{D24D6296-EA2F-4570-8633-B8E92AB59FB5}"/>
              </a:ext>
            </a:extLst>
          </p:cNvPr>
          <p:cNvSpPr>
            <a:spLocks noGrp="1"/>
          </p:cNvSpPr>
          <p:nvPr>
            <p:ph type="dt" sz="half" idx="20"/>
          </p:nvPr>
        </p:nvSpPr>
        <p:spPr>
          <a:xfrm>
            <a:off x="3168000" y="6552000"/>
            <a:ext cx="720000" cy="180000"/>
          </a:xfrm>
        </p:spPr>
        <p:txBody>
          <a:bodyPr/>
          <a:lstStyle/>
          <a:p>
            <a:fld id="{4BCAF4F7-49FF-4D9B-8A7B-679710F7C1F8}" type="datetime1">
              <a:rPr lang="de-DE" smtClean="0"/>
              <a:t>10.05.2022</a:t>
            </a:fld>
            <a:endParaRPr lang="de-DE" sz="1000" dirty="0"/>
          </a:p>
        </p:txBody>
      </p:sp>
      <p:sp>
        <p:nvSpPr>
          <p:cNvPr id="12" name="Fußzeile">
            <a:extLst>
              <a:ext uri="{FF2B5EF4-FFF2-40B4-BE49-F238E27FC236}">
                <a16:creationId xmlns:a16="http://schemas.microsoft.com/office/drawing/2014/main" id="{997F30CD-1553-4F99-869A-084B270DF7F2}"/>
              </a:ext>
            </a:extLst>
          </p:cNvPr>
          <p:cNvSpPr>
            <a:spLocks noGrp="1"/>
          </p:cNvSpPr>
          <p:nvPr>
            <p:ph type="ftr" sz="quarter" idx="23"/>
          </p:nvPr>
        </p:nvSpPr>
        <p:spPr>
          <a:xfrm>
            <a:off x="539750" y="6552000"/>
            <a:ext cx="2376250" cy="180000"/>
          </a:xfrm>
        </p:spPr>
        <p:txBody>
          <a:bodyPr/>
          <a:lstStyle/>
          <a:p>
            <a:r>
              <a:rPr lang="en-US" dirty="0"/>
              <a:t>Refer to proprietary notice on title page</a:t>
            </a:r>
            <a:endParaRPr lang="de-DE" dirty="0"/>
          </a:p>
        </p:txBody>
      </p:sp>
      <p:sp>
        <p:nvSpPr>
          <p:cNvPr id="13" name="Foliennummer">
            <a:extLst>
              <a:ext uri="{FF2B5EF4-FFF2-40B4-BE49-F238E27FC236}">
                <a16:creationId xmlns:a16="http://schemas.microsoft.com/office/drawing/2014/main" id="{4FCEC190-BAD0-468D-8530-6E8D10EBF6C4}"/>
              </a:ext>
            </a:extLst>
          </p:cNvPr>
          <p:cNvSpPr>
            <a:spLocks noGrp="1"/>
          </p:cNvSpPr>
          <p:nvPr>
            <p:ph type="sldNum" sz="quarter" idx="24"/>
          </p:nvPr>
        </p:nvSpPr>
        <p:spPr>
          <a:xfrm>
            <a:off x="4068000" y="6552000"/>
            <a:ext cx="540000" cy="180000"/>
          </a:xfrm>
        </p:spPr>
        <p:txBody>
          <a:body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3058922876"/>
      </p:ext>
    </p:extLst>
  </p:cSld>
  <p:clrMapOvr>
    <a:masterClrMapping/>
  </p:clrMapOvr>
  <p:extLst>
    <p:ext uri="{DCECCB84-F9BA-43D5-87BE-67443E8EF086}">
      <p15:sldGuideLst xmlns:p15="http://schemas.microsoft.com/office/powerpoint/2012/main">
        <p15:guide id="1" pos="6917">
          <p15:clr>
            <a:srgbClr val="FBAE40"/>
          </p15:clr>
        </p15:guide>
        <p15:guide id="3" pos="340">
          <p15:clr>
            <a:srgbClr val="FBAE40"/>
          </p15:clr>
        </p15:guide>
        <p15:guide id="4" orient="horz" pos="3651">
          <p15:clr>
            <a:srgbClr val="FBAE40"/>
          </p15:clr>
        </p15:guide>
        <p15:guide id="5" orient="horz" pos="385" userDrawn="1">
          <p15:clr>
            <a:srgbClr val="FBAE40"/>
          </p15:clr>
        </p15:guide>
        <p15:guide id="6" orient="horz" pos="323"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tx2"/>
        </a:solidFill>
        <a:effectLst/>
      </p:bgPr>
    </p:bg>
    <p:spTree>
      <p:nvGrpSpPr>
        <p:cNvPr id="1" name=""/>
        <p:cNvGrpSpPr/>
        <p:nvPr/>
      </p:nvGrpSpPr>
      <p:grpSpPr>
        <a:xfrm>
          <a:off x="0" y="0"/>
          <a:ext cx="0" cy="0"/>
          <a:chOff x="0" y="0"/>
          <a:chExt cx="0" cy="0"/>
        </a:xfrm>
      </p:grpSpPr>
      <p:sp>
        <p:nvSpPr>
          <p:cNvPr id="29" name="Rhomboid Bild 5 Spalten">
            <a:extLst>
              <a:ext uri="{FF2B5EF4-FFF2-40B4-BE49-F238E27FC236}">
                <a16:creationId xmlns:a16="http://schemas.microsoft.com/office/drawing/2014/main" id="{DFD4FD9B-06B3-4512-9614-B72FD3778563}"/>
              </a:ext>
            </a:extLst>
          </p:cNvPr>
          <p:cNvSpPr>
            <a:spLocks noGrp="1"/>
          </p:cNvSpPr>
          <p:nvPr userDrawn="1">
            <p:ph type="pic" sz="quarter" idx="10" hasCustomPrompt="1"/>
          </p:nvPr>
        </p:nvSpPr>
        <p:spPr>
          <a:xfrm>
            <a:off x="6496051" y="1"/>
            <a:ext cx="5024438" cy="6480175"/>
          </a:xfrm>
          <a:custGeom>
            <a:avLst/>
            <a:gdLst>
              <a:gd name="connsiteX0" fmla="*/ 1766606 w 5024438"/>
              <a:gd name="connsiteY0" fmla="*/ 0 h 6480175"/>
              <a:gd name="connsiteX1" fmla="*/ 5024438 w 5024438"/>
              <a:gd name="connsiteY1" fmla="*/ 0 h 6480175"/>
              <a:gd name="connsiteX2" fmla="*/ 5024438 w 5024438"/>
              <a:gd name="connsiteY2" fmla="*/ 6480175 h 6480175"/>
              <a:gd name="connsiteX3" fmla="*/ 4482012 w 5024438"/>
              <a:gd name="connsiteY3" fmla="*/ 6480175 h 6480175"/>
              <a:gd name="connsiteX4" fmla="*/ 4482012 w 5024438"/>
              <a:gd name="connsiteY4" fmla="*/ 6173787 h 6480175"/>
              <a:gd name="connsiteX5" fmla="*/ 3727949 w 5024438"/>
              <a:gd name="connsiteY5" fmla="*/ 6173787 h 6480175"/>
              <a:gd name="connsiteX6" fmla="*/ 3727949 w 5024438"/>
              <a:gd name="connsiteY6" fmla="*/ 6480175 h 6480175"/>
              <a:gd name="connsiteX7" fmla="*/ 0 w 502443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24438" h="6480175">
                <a:moveTo>
                  <a:pt x="1766606" y="0"/>
                </a:moveTo>
                <a:lnTo>
                  <a:pt x="5024438" y="0"/>
                </a:lnTo>
                <a:lnTo>
                  <a:pt x="5024438" y="6480175"/>
                </a:lnTo>
                <a:lnTo>
                  <a:pt x="4482012" y="6480175"/>
                </a:lnTo>
                <a:lnTo>
                  <a:pt x="4482012" y="6173787"/>
                </a:lnTo>
                <a:lnTo>
                  <a:pt x="3727949" y="6173787"/>
                </a:lnTo>
                <a:lnTo>
                  <a:pt x="372794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1" name="Rhomboid Bild 4 Spalten">
            <a:extLst>
              <a:ext uri="{FF2B5EF4-FFF2-40B4-BE49-F238E27FC236}">
                <a16:creationId xmlns:a16="http://schemas.microsoft.com/office/drawing/2014/main" id="{23A1F439-72B6-4499-B473-E21B037F45D8}"/>
              </a:ext>
            </a:extLst>
          </p:cNvPr>
          <p:cNvSpPr>
            <a:spLocks noGrp="1"/>
          </p:cNvSpPr>
          <p:nvPr>
            <p:ph type="pic" sz="quarter" idx="12" hasCustomPrompt="1"/>
          </p:nvPr>
        </p:nvSpPr>
        <p:spPr>
          <a:xfrm>
            <a:off x="7378701" y="1"/>
            <a:ext cx="4141788" cy="6480175"/>
          </a:xfrm>
          <a:custGeom>
            <a:avLst/>
            <a:gdLst>
              <a:gd name="connsiteX0" fmla="*/ 1766271 w 4141788"/>
              <a:gd name="connsiteY0" fmla="*/ 0 h 6480175"/>
              <a:gd name="connsiteX1" fmla="*/ 4141788 w 4141788"/>
              <a:gd name="connsiteY1" fmla="*/ 0 h 6480175"/>
              <a:gd name="connsiteX2" fmla="*/ 4141788 w 4141788"/>
              <a:gd name="connsiteY2" fmla="*/ 6480175 h 6480175"/>
              <a:gd name="connsiteX3" fmla="*/ 3599362 w 4141788"/>
              <a:gd name="connsiteY3" fmla="*/ 6480175 h 6480175"/>
              <a:gd name="connsiteX4" fmla="*/ 3599362 w 4141788"/>
              <a:gd name="connsiteY4" fmla="*/ 6173787 h 6480175"/>
              <a:gd name="connsiteX5" fmla="*/ 2845299 w 4141788"/>
              <a:gd name="connsiteY5" fmla="*/ 6173787 h 6480175"/>
              <a:gd name="connsiteX6" fmla="*/ 2845299 w 4141788"/>
              <a:gd name="connsiteY6" fmla="*/ 6480175 h 6480175"/>
              <a:gd name="connsiteX7" fmla="*/ 0 w 414178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1788" h="6480175">
                <a:moveTo>
                  <a:pt x="1766271" y="0"/>
                </a:moveTo>
                <a:lnTo>
                  <a:pt x="4141788" y="0"/>
                </a:lnTo>
                <a:lnTo>
                  <a:pt x="4141788" y="6480175"/>
                </a:lnTo>
                <a:lnTo>
                  <a:pt x="3599362" y="6480175"/>
                </a:lnTo>
                <a:lnTo>
                  <a:pt x="3599362" y="6173787"/>
                </a:lnTo>
                <a:lnTo>
                  <a:pt x="2845299" y="6173787"/>
                </a:lnTo>
                <a:lnTo>
                  <a:pt x="284529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0" name="Rhomboid Bild 3 Spalten">
            <a:extLst>
              <a:ext uri="{FF2B5EF4-FFF2-40B4-BE49-F238E27FC236}">
                <a16:creationId xmlns:a16="http://schemas.microsoft.com/office/drawing/2014/main" id="{3A0886EA-8BE1-4DA7-AF08-BD1EE33DD6E1}"/>
              </a:ext>
            </a:extLst>
          </p:cNvPr>
          <p:cNvSpPr>
            <a:spLocks noGrp="1"/>
          </p:cNvSpPr>
          <p:nvPr>
            <p:ph type="pic" sz="quarter" idx="11" hasCustomPrompt="1"/>
          </p:nvPr>
        </p:nvSpPr>
        <p:spPr>
          <a:xfrm>
            <a:off x="8258176" y="1"/>
            <a:ext cx="3262313" cy="6480175"/>
          </a:xfrm>
          <a:custGeom>
            <a:avLst/>
            <a:gdLst>
              <a:gd name="connsiteX0" fmla="*/ 1766697 w 3262313"/>
              <a:gd name="connsiteY0" fmla="*/ 0 h 6480175"/>
              <a:gd name="connsiteX1" fmla="*/ 3262313 w 3262313"/>
              <a:gd name="connsiteY1" fmla="*/ 0 h 6480175"/>
              <a:gd name="connsiteX2" fmla="*/ 3262313 w 3262313"/>
              <a:gd name="connsiteY2" fmla="*/ 6480175 h 6480175"/>
              <a:gd name="connsiteX3" fmla="*/ 2719887 w 3262313"/>
              <a:gd name="connsiteY3" fmla="*/ 6480175 h 6480175"/>
              <a:gd name="connsiteX4" fmla="*/ 2719887 w 3262313"/>
              <a:gd name="connsiteY4" fmla="*/ 6173787 h 6480175"/>
              <a:gd name="connsiteX5" fmla="*/ 1965824 w 3262313"/>
              <a:gd name="connsiteY5" fmla="*/ 6173787 h 6480175"/>
              <a:gd name="connsiteX6" fmla="*/ 1965824 w 3262313"/>
              <a:gd name="connsiteY6" fmla="*/ 6480175 h 6480175"/>
              <a:gd name="connsiteX7" fmla="*/ 0 w 3262313"/>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313" h="6480175">
                <a:moveTo>
                  <a:pt x="1766697" y="0"/>
                </a:moveTo>
                <a:lnTo>
                  <a:pt x="3262313" y="0"/>
                </a:lnTo>
                <a:lnTo>
                  <a:pt x="3262313" y="6480175"/>
                </a:lnTo>
                <a:lnTo>
                  <a:pt x="2719887" y="6480175"/>
                </a:lnTo>
                <a:lnTo>
                  <a:pt x="2719887" y="6173787"/>
                </a:lnTo>
                <a:lnTo>
                  <a:pt x="1965824" y="6173787"/>
                </a:lnTo>
                <a:lnTo>
                  <a:pt x="1965824"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2" name="Überschrift">
            <a:extLst>
              <a:ext uri="{FF2B5EF4-FFF2-40B4-BE49-F238E27FC236}">
                <a16:creationId xmlns:a16="http://schemas.microsoft.com/office/drawing/2014/main" id="{DFFD8CF9-EE51-4F4F-9FA8-D015D8A8D12C}"/>
              </a:ext>
            </a:extLst>
          </p:cNvPr>
          <p:cNvSpPr>
            <a:spLocks noGrp="1"/>
          </p:cNvSpPr>
          <p:nvPr>
            <p:ph type="title" hasCustomPrompt="1"/>
          </p:nvPr>
        </p:nvSpPr>
        <p:spPr/>
        <p:txBody>
          <a:bodyPr/>
          <a:lstStyle>
            <a:lvl1pPr>
              <a:defRPr lang="de-DE" sz="1800" b="1" i="0" u="none" strike="noStrike" baseline="0" smtClean="0"/>
            </a:lvl1pPr>
          </a:lstStyle>
          <a:p>
            <a:r>
              <a:rPr lang="de-DE" dirty="0"/>
              <a:t>Hier steht der Inhalt</a:t>
            </a:r>
          </a:p>
        </p:txBody>
      </p:sp>
      <p:sp>
        <p:nvSpPr>
          <p:cNvPr id="8" name="Text">
            <a:extLst>
              <a:ext uri="{FF2B5EF4-FFF2-40B4-BE49-F238E27FC236}">
                <a16:creationId xmlns:a16="http://schemas.microsoft.com/office/drawing/2014/main" id="{25230366-7AB1-4EE3-AD91-2C54FE8789C5}"/>
              </a:ext>
            </a:extLst>
          </p:cNvPr>
          <p:cNvSpPr>
            <a:spLocks noGrp="1"/>
          </p:cNvSpPr>
          <p:nvPr>
            <p:ph type="body" orient="vert" idx="1" hasCustomPrompt="1"/>
          </p:nvPr>
        </p:nvSpPr>
        <p:spPr>
          <a:xfrm>
            <a:off x="539750" y="1350963"/>
            <a:ext cx="6948488" cy="4445000"/>
          </a:xfrm>
        </p:spPr>
        <p:txBody>
          <a:bodyPr vert="horz"/>
          <a:lstStyle>
            <a:lvl1pPr marL="126000" indent="-126000">
              <a:spcBef>
                <a:spcPts val="2160"/>
              </a:spcBef>
              <a:buFont typeface="Arial" panose="020B0604020202020204" pitchFamily="34" charset="0"/>
              <a:buChar char="▪"/>
              <a:defRPr/>
            </a:lvl1pPr>
            <a:lvl2pPr marL="126000" indent="0">
              <a:spcBef>
                <a:spcPts val="0"/>
              </a:spcBef>
              <a:buNone/>
              <a:defRPr b="0"/>
            </a:lvl2pPr>
            <a:lvl3pPr marL="126000" indent="0">
              <a:buNone/>
              <a:defRPr b="0"/>
            </a:lvl3pPr>
            <a:lvl4pPr marL="126000" indent="0">
              <a:buNone/>
              <a:defRPr b="0"/>
            </a:lvl4pPr>
            <a:lvl5pPr marL="126000">
              <a:defRPr b="0"/>
            </a:lvl5pPr>
            <a:lvl6pPr marL="126000" indent="0">
              <a:spcBef>
                <a:spcPts val="0"/>
              </a:spcBef>
              <a:buNone/>
              <a:defRPr b="0"/>
            </a:lvl6pPr>
            <a:lvl7pPr marL="126000">
              <a:defRPr b="0"/>
            </a:lvl7pPr>
            <a:lvl8pPr marL="126000">
              <a:defRPr b="0"/>
            </a:lvl8pPr>
            <a:lvl9pPr marL="126000">
              <a:defRPr b="0"/>
            </a:lvl9pPr>
          </a:lstStyle>
          <a:p>
            <a:pPr lvl="0"/>
            <a:r>
              <a:rPr lang="de-DE" dirty="0"/>
              <a:t>Hauptthema auf erster Ebene // für Unterthema &gt;&gt; Menü &gt; Start &gt; Absatz &gt; Listenebene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13" name="Datum">
            <a:extLst>
              <a:ext uri="{FF2B5EF4-FFF2-40B4-BE49-F238E27FC236}">
                <a16:creationId xmlns:a16="http://schemas.microsoft.com/office/drawing/2014/main" id="{754B46B1-58AD-4B06-B5C7-1CDB79506956}"/>
              </a:ext>
            </a:extLst>
          </p:cNvPr>
          <p:cNvSpPr>
            <a:spLocks noGrp="1"/>
          </p:cNvSpPr>
          <p:nvPr>
            <p:ph type="dt" sz="half" idx="2"/>
          </p:nvPr>
        </p:nvSpPr>
        <p:spPr>
          <a:xfrm>
            <a:off x="3168000" y="6211052"/>
            <a:ext cx="72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177AF695-C41C-49FD-A803-E77DA8B91853}" type="datetime1">
              <a:rPr lang="de-DE" smtClean="0"/>
              <a:t>10.05.2022</a:t>
            </a:fld>
            <a:endParaRPr lang="de-DE" sz="1000" dirty="0"/>
          </a:p>
        </p:txBody>
      </p:sp>
      <p:sp>
        <p:nvSpPr>
          <p:cNvPr id="14" name="Fußzeile">
            <a:extLst>
              <a:ext uri="{FF2B5EF4-FFF2-40B4-BE49-F238E27FC236}">
                <a16:creationId xmlns:a16="http://schemas.microsoft.com/office/drawing/2014/main" id="{C9215632-AD94-4CD2-A373-80249322664C}"/>
              </a:ext>
            </a:extLst>
          </p:cNvPr>
          <p:cNvSpPr>
            <a:spLocks noGrp="1"/>
          </p:cNvSpPr>
          <p:nvPr>
            <p:ph type="ftr" sz="quarter" idx="3"/>
          </p:nvPr>
        </p:nvSpPr>
        <p:spPr>
          <a:xfrm>
            <a:off x="539750" y="6211052"/>
            <a:ext cx="237625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r>
              <a:rPr lang="en-US" dirty="0"/>
              <a:t>Refer to proprietary notice on title page</a:t>
            </a:r>
            <a:endParaRPr lang="de-DE" dirty="0"/>
          </a:p>
        </p:txBody>
      </p:sp>
      <p:sp>
        <p:nvSpPr>
          <p:cNvPr id="15" name="Foliennummer">
            <a:extLst>
              <a:ext uri="{FF2B5EF4-FFF2-40B4-BE49-F238E27FC236}">
                <a16:creationId xmlns:a16="http://schemas.microsoft.com/office/drawing/2014/main" id="{E8D05E1B-94B0-4C56-8CAE-49D138D73027}"/>
              </a:ext>
            </a:extLst>
          </p:cNvPr>
          <p:cNvSpPr>
            <a:spLocks noGrp="1"/>
          </p:cNvSpPr>
          <p:nvPr>
            <p:ph type="sldNum" sz="quarter" idx="4"/>
          </p:nvPr>
        </p:nvSpPr>
        <p:spPr>
          <a:xfrm>
            <a:off x="4068000" y="6211052"/>
            <a:ext cx="54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1657650062"/>
      </p:ext>
    </p:extLst>
  </p:cSld>
  <p:clrMapOvr>
    <a:masterClrMapping/>
  </p:clrMapOvr>
  <p:extLst>
    <p:ext uri="{DCECCB84-F9BA-43D5-87BE-67443E8EF086}">
      <p15:sldGuideLst xmlns:p15="http://schemas.microsoft.com/office/powerpoint/2012/main">
        <p15:guide id="1" pos="340">
          <p15:clr>
            <a:srgbClr val="FBAE40"/>
          </p15:clr>
        </p15:guide>
        <p15:guide id="2" orient="horz" pos="385">
          <p15:clr>
            <a:srgbClr val="FBAE40"/>
          </p15:clr>
        </p15:guide>
        <p15:guide id="3" pos="4717">
          <p15:clr>
            <a:srgbClr val="FBAE40"/>
          </p15:clr>
        </p15:guide>
        <p15:guide id="4" pos="6917">
          <p15:clr>
            <a:srgbClr val="FBAE40"/>
          </p15:clr>
        </p15:guide>
        <p15:guide id="5" orient="horz" pos="851">
          <p15:clr>
            <a:srgbClr val="FBAE40"/>
          </p15:clr>
        </p15:guide>
        <p15:guide id="6" orient="horz" pos="3651">
          <p15:clr>
            <a:srgbClr val="FBAE40"/>
          </p15:clr>
        </p15:guide>
        <p15:guide id="7" pos="415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slide + rhomboid">
    <p:bg>
      <p:bgPr>
        <a:solidFill>
          <a:schemeClr val="tx2"/>
        </a:solidFill>
        <a:effectLst/>
      </p:bgPr>
    </p:bg>
    <p:spTree>
      <p:nvGrpSpPr>
        <p:cNvPr id="1" name=""/>
        <p:cNvGrpSpPr/>
        <p:nvPr/>
      </p:nvGrpSpPr>
      <p:grpSpPr>
        <a:xfrm>
          <a:off x="0" y="0"/>
          <a:ext cx="0" cy="0"/>
          <a:chOff x="0" y="0"/>
          <a:chExt cx="0" cy="0"/>
        </a:xfrm>
      </p:grpSpPr>
      <p:sp>
        <p:nvSpPr>
          <p:cNvPr id="29" name="Rhomboid Bild 5 Spalten">
            <a:extLst>
              <a:ext uri="{FF2B5EF4-FFF2-40B4-BE49-F238E27FC236}">
                <a16:creationId xmlns:a16="http://schemas.microsoft.com/office/drawing/2014/main" id="{DFD4FD9B-06B3-4512-9614-B72FD3778563}"/>
              </a:ext>
            </a:extLst>
          </p:cNvPr>
          <p:cNvSpPr>
            <a:spLocks noGrp="1"/>
          </p:cNvSpPr>
          <p:nvPr userDrawn="1">
            <p:ph type="pic" sz="quarter" idx="10" hasCustomPrompt="1"/>
          </p:nvPr>
        </p:nvSpPr>
        <p:spPr>
          <a:xfrm>
            <a:off x="6496051" y="1"/>
            <a:ext cx="5024438" cy="6480175"/>
          </a:xfrm>
          <a:custGeom>
            <a:avLst/>
            <a:gdLst>
              <a:gd name="connsiteX0" fmla="*/ 1766606 w 5024438"/>
              <a:gd name="connsiteY0" fmla="*/ 0 h 6480175"/>
              <a:gd name="connsiteX1" fmla="*/ 5024438 w 5024438"/>
              <a:gd name="connsiteY1" fmla="*/ 0 h 6480175"/>
              <a:gd name="connsiteX2" fmla="*/ 5024438 w 5024438"/>
              <a:gd name="connsiteY2" fmla="*/ 6480175 h 6480175"/>
              <a:gd name="connsiteX3" fmla="*/ 4482012 w 5024438"/>
              <a:gd name="connsiteY3" fmla="*/ 6480175 h 6480175"/>
              <a:gd name="connsiteX4" fmla="*/ 4482012 w 5024438"/>
              <a:gd name="connsiteY4" fmla="*/ 6173787 h 6480175"/>
              <a:gd name="connsiteX5" fmla="*/ 3727949 w 5024438"/>
              <a:gd name="connsiteY5" fmla="*/ 6173787 h 6480175"/>
              <a:gd name="connsiteX6" fmla="*/ 3727949 w 5024438"/>
              <a:gd name="connsiteY6" fmla="*/ 6480175 h 6480175"/>
              <a:gd name="connsiteX7" fmla="*/ 0 w 502443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24438" h="6480175">
                <a:moveTo>
                  <a:pt x="1766606" y="0"/>
                </a:moveTo>
                <a:lnTo>
                  <a:pt x="5024438" y="0"/>
                </a:lnTo>
                <a:lnTo>
                  <a:pt x="5024438" y="6480175"/>
                </a:lnTo>
                <a:lnTo>
                  <a:pt x="4482012" y="6480175"/>
                </a:lnTo>
                <a:lnTo>
                  <a:pt x="4482012" y="6173787"/>
                </a:lnTo>
                <a:lnTo>
                  <a:pt x="3727949" y="6173787"/>
                </a:lnTo>
                <a:lnTo>
                  <a:pt x="372794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1" name="Rhomboid Bild 4 Spalten">
            <a:extLst>
              <a:ext uri="{FF2B5EF4-FFF2-40B4-BE49-F238E27FC236}">
                <a16:creationId xmlns:a16="http://schemas.microsoft.com/office/drawing/2014/main" id="{23A1F439-72B6-4499-B473-E21B037F45D8}"/>
              </a:ext>
            </a:extLst>
          </p:cNvPr>
          <p:cNvSpPr>
            <a:spLocks noGrp="1"/>
          </p:cNvSpPr>
          <p:nvPr>
            <p:ph type="pic" sz="quarter" idx="12" hasCustomPrompt="1"/>
          </p:nvPr>
        </p:nvSpPr>
        <p:spPr>
          <a:xfrm>
            <a:off x="7378701" y="1"/>
            <a:ext cx="4141788" cy="6480175"/>
          </a:xfrm>
          <a:custGeom>
            <a:avLst/>
            <a:gdLst>
              <a:gd name="connsiteX0" fmla="*/ 1766271 w 4141788"/>
              <a:gd name="connsiteY0" fmla="*/ 0 h 6480175"/>
              <a:gd name="connsiteX1" fmla="*/ 4141788 w 4141788"/>
              <a:gd name="connsiteY1" fmla="*/ 0 h 6480175"/>
              <a:gd name="connsiteX2" fmla="*/ 4141788 w 4141788"/>
              <a:gd name="connsiteY2" fmla="*/ 6480175 h 6480175"/>
              <a:gd name="connsiteX3" fmla="*/ 3599362 w 4141788"/>
              <a:gd name="connsiteY3" fmla="*/ 6480175 h 6480175"/>
              <a:gd name="connsiteX4" fmla="*/ 3599362 w 4141788"/>
              <a:gd name="connsiteY4" fmla="*/ 6173787 h 6480175"/>
              <a:gd name="connsiteX5" fmla="*/ 2845299 w 4141788"/>
              <a:gd name="connsiteY5" fmla="*/ 6173787 h 6480175"/>
              <a:gd name="connsiteX6" fmla="*/ 2845299 w 4141788"/>
              <a:gd name="connsiteY6" fmla="*/ 6480175 h 6480175"/>
              <a:gd name="connsiteX7" fmla="*/ 0 w 414178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1788" h="6480175">
                <a:moveTo>
                  <a:pt x="1766271" y="0"/>
                </a:moveTo>
                <a:lnTo>
                  <a:pt x="4141788" y="0"/>
                </a:lnTo>
                <a:lnTo>
                  <a:pt x="4141788" y="6480175"/>
                </a:lnTo>
                <a:lnTo>
                  <a:pt x="3599362" y="6480175"/>
                </a:lnTo>
                <a:lnTo>
                  <a:pt x="3599362" y="6173787"/>
                </a:lnTo>
                <a:lnTo>
                  <a:pt x="2845299" y="6173787"/>
                </a:lnTo>
                <a:lnTo>
                  <a:pt x="284529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0" name="Rhomboid Bild 3 Spalten">
            <a:extLst>
              <a:ext uri="{FF2B5EF4-FFF2-40B4-BE49-F238E27FC236}">
                <a16:creationId xmlns:a16="http://schemas.microsoft.com/office/drawing/2014/main" id="{3A0886EA-8BE1-4DA7-AF08-BD1EE33DD6E1}"/>
              </a:ext>
            </a:extLst>
          </p:cNvPr>
          <p:cNvSpPr>
            <a:spLocks noGrp="1"/>
          </p:cNvSpPr>
          <p:nvPr>
            <p:ph type="pic" sz="quarter" idx="11" hasCustomPrompt="1"/>
          </p:nvPr>
        </p:nvSpPr>
        <p:spPr>
          <a:xfrm>
            <a:off x="8258176" y="1"/>
            <a:ext cx="3262313" cy="6480175"/>
          </a:xfrm>
          <a:custGeom>
            <a:avLst/>
            <a:gdLst>
              <a:gd name="connsiteX0" fmla="*/ 1766697 w 3262313"/>
              <a:gd name="connsiteY0" fmla="*/ 0 h 6480175"/>
              <a:gd name="connsiteX1" fmla="*/ 3262313 w 3262313"/>
              <a:gd name="connsiteY1" fmla="*/ 0 h 6480175"/>
              <a:gd name="connsiteX2" fmla="*/ 3262313 w 3262313"/>
              <a:gd name="connsiteY2" fmla="*/ 6480175 h 6480175"/>
              <a:gd name="connsiteX3" fmla="*/ 2719887 w 3262313"/>
              <a:gd name="connsiteY3" fmla="*/ 6480175 h 6480175"/>
              <a:gd name="connsiteX4" fmla="*/ 2719887 w 3262313"/>
              <a:gd name="connsiteY4" fmla="*/ 6173787 h 6480175"/>
              <a:gd name="connsiteX5" fmla="*/ 1965824 w 3262313"/>
              <a:gd name="connsiteY5" fmla="*/ 6173787 h 6480175"/>
              <a:gd name="connsiteX6" fmla="*/ 1965824 w 3262313"/>
              <a:gd name="connsiteY6" fmla="*/ 6480175 h 6480175"/>
              <a:gd name="connsiteX7" fmla="*/ 0 w 3262313"/>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313" h="6480175">
                <a:moveTo>
                  <a:pt x="1766697" y="0"/>
                </a:moveTo>
                <a:lnTo>
                  <a:pt x="3262313" y="0"/>
                </a:lnTo>
                <a:lnTo>
                  <a:pt x="3262313" y="6480175"/>
                </a:lnTo>
                <a:lnTo>
                  <a:pt x="2719887" y="6480175"/>
                </a:lnTo>
                <a:lnTo>
                  <a:pt x="2719887" y="6173787"/>
                </a:lnTo>
                <a:lnTo>
                  <a:pt x="1965824" y="6173787"/>
                </a:lnTo>
                <a:lnTo>
                  <a:pt x="1965824"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2" name="Überschrift">
            <a:extLst>
              <a:ext uri="{FF2B5EF4-FFF2-40B4-BE49-F238E27FC236}">
                <a16:creationId xmlns:a16="http://schemas.microsoft.com/office/drawing/2014/main" id="{DFFD8CF9-EE51-4F4F-9FA8-D015D8A8D12C}"/>
              </a:ext>
            </a:extLst>
          </p:cNvPr>
          <p:cNvSpPr>
            <a:spLocks noGrp="1"/>
          </p:cNvSpPr>
          <p:nvPr>
            <p:ph type="title" hasCustomPrompt="1"/>
          </p:nvPr>
        </p:nvSpPr>
        <p:spPr/>
        <p:txBody>
          <a:bodyPr/>
          <a:lstStyle>
            <a:lvl1pPr>
              <a:defRPr/>
            </a:lvl1pPr>
          </a:lstStyle>
          <a:p>
            <a:r>
              <a:rPr lang="de-DE" dirty="0"/>
              <a:t>Hier steht eine Überschrift</a:t>
            </a:r>
            <a:br>
              <a:rPr lang="de-DE" dirty="0"/>
            </a:br>
            <a:r>
              <a:rPr lang="de-DE" dirty="0"/>
              <a:t>Diese kann zweizeilig sein</a:t>
            </a:r>
          </a:p>
        </p:txBody>
      </p:sp>
      <p:sp>
        <p:nvSpPr>
          <p:cNvPr id="3" name="Inhalt">
            <a:extLst>
              <a:ext uri="{FF2B5EF4-FFF2-40B4-BE49-F238E27FC236}">
                <a16:creationId xmlns:a16="http://schemas.microsoft.com/office/drawing/2014/main" id="{F47392CF-7E88-490D-B47F-DF31B998A499}"/>
              </a:ext>
            </a:extLst>
          </p:cNvPr>
          <p:cNvSpPr>
            <a:spLocks noGrp="1"/>
          </p:cNvSpPr>
          <p:nvPr>
            <p:ph idx="1" hasCustomPrompt="1"/>
          </p:nvPr>
        </p:nvSpPr>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First level text // for bullets, numbering and other text levels </a:t>
            </a:r>
            <a:br>
              <a:rPr lang="en-US" dirty="0"/>
            </a:br>
            <a:r>
              <a:rPr lang="en-US" dirty="0"/>
              <a:t>&gt;&gt; Menu &gt; Home &gt; Paragraph &gt; Increase/Decrease List Level</a:t>
            </a:r>
            <a:br>
              <a:rPr lang="en-US" dirty="0"/>
            </a:br>
            <a:br>
              <a:rPr lang="en-US" dirty="0"/>
            </a:br>
            <a:r>
              <a:rPr lang="de-DE" dirty="0"/>
              <a:t>Text auf erster Ebene // für Aufzählung, Nummerierung und weitere Textebenen </a:t>
            </a:r>
            <a:br>
              <a:rPr lang="de-DE" dirty="0"/>
            </a:br>
            <a:r>
              <a:rPr lang="de-DE" dirty="0"/>
              <a:t>&gt;&gt; Menü &gt; Start &gt; Absatz &gt; Listenebene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13" name="Datum">
            <a:extLst>
              <a:ext uri="{FF2B5EF4-FFF2-40B4-BE49-F238E27FC236}">
                <a16:creationId xmlns:a16="http://schemas.microsoft.com/office/drawing/2014/main" id="{78EB9E25-8F84-433A-97CA-099C24127F09}"/>
              </a:ext>
            </a:extLst>
          </p:cNvPr>
          <p:cNvSpPr>
            <a:spLocks noGrp="1"/>
          </p:cNvSpPr>
          <p:nvPr>
            <p:ph type="dt" sz="half" idx="2"/>
          </p:nvPr>
        </p:nvSpPr>
        <p:spPr>
          <a:xfrm>
            <a:off x="3168000" y="6211052"/>
            <a:ext cx="72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E9E4F7E0-7044-4F1D-9C8F-F2ED296D86FF}" type="datetime1">
              <a:rPr lang="de-DE" smtClean="0"/>
              <a:t>10.05.2022</a:t>
            </a:fld>
            <a:endParaRPr lang="de-DE" sz="1000" dirty="0"/>
          </a:p>
        </p:txBody>
      </p:sp>
      <p:sp>
        <p:nvSpPr>
          <p:cNvPr id="14" name="Fußzeile">
            <a:extLst>
              <a:ext uri="{FF2B5EF4-FFF2-40B4-BE49-F238E27FC236}">
                <a16:creationId xmlns:a16="http://schemas.microsoft.com/office/drawing/2014/main" id="{F0C15C40-0BE3-473F-8DFF-F101680E1EB0}"/>
              </a:ext>
            </a:extLst>
          </p:cNvPr>
          <p:cNvSpPr>
            <a:spLocks noGrp="1"/>
          </p:cNvSpPr>
          <p:nvPr>
            <p:ph type="ftr" sz="quarter" idx="3"/>
          </p:nvPr>
        </p:nvSpPr>
        <p:spPr>
          <a:xfrm>
            <a:off x="539750" y="6211052"/>
            <a:ext cx="237625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r>
              <a:rPr lang="en-US" dirty="0"/>
              <a:t>Refer to proprietary notice on title page</a:t>
            </a:r>
            <a:endParaRPr lang="de-DE" dirty="0"/>
          </a:p>
        </p:txBody>
      </p:sp>
      <p:sp>
        <p:nvSpPr>
          <p:cNvPr id="15" name="Foliennummer">
            <a:extLst>
              <a:ext uri="{FF2B5EF4-FFF2-40B4-BE49-F238E27FC236}">
                <a16:creationId xmlns:a16="http://schemas.microsoft.com/office/drawing/2014/main" id="{6D2DDFEB-0E6C-47FC-A789-A89E4DC18940}"/>
              </a:ext>
            </a:extLst>
          </p:cNvPr>
          <p:cNvSpPr>
            <a:spLocks noGrp="1"/>
          </p:cNvSpPr>
          <p:nvPr>
            <p:ph type="sldNum" sz="quarter" idx="4"/>
          </p:nvPr>
        </p:nvSpPr>
        <p:spPr>
          <a:xfrm>
            <a:off x="4068000" y="6211052"/>
            <a:ext cx="54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2262623882"/>
      </p:ext>
    </p:extLst>
  </p:cSld>
  <p:clrMapOvr>
    <a:masterClrMapping/>
  </p:clrMapOvr>
  <p:extLst>
    <p:ext uri="{DCECCB84-F9BA-43D5-87BE-67443E8EF086}">
      <p15:sldGuideLst xmlns:p15="http://schemas.microsoft.com/office/powerpoint/2012/main">
        <p15:guide id="1" pos="340">
          <p15:clr>
            <a:srgbClr val="FBAE40"/>
          </p15:clr>
        </p15:guide>
        <p15:guide id="2" orient="horz" pos="3651">
          <p15:clr>
            <a:srgbClr val="FBAE40"/>
          </p15:clr>
        </p15:guide>
        <p15:guide id="3" pos="4717">
          <p15:clr>
            <a:srgbClr val="FBAE40"/>
          </p15:clr>
        </p15:guide>
        <p15:guide id="4" pos="6917">
          <p15:clr>
            <a:srgbClr val="FBAE40"/>
          </p15:clr>
        </p15:guide>
        <p15:guide id="5" orient="horz" pos="851">
          <p15:clr>
            <a:srgbClr val="FBAE40"/>
          </p15:clr>
        </p15:guide>
        <p15:guide id="6" orient="horz" pos="385">
          <p15:clr>
            <a:srgbClr val="FBAE40"/>
          </p15:clr>
        </p15:guide>
        <p15:guide id="7" pos="415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eadline + text">
    <p:bg>
      <p:bgPr>
        <a:solidFill>
          <a:schemeClr val="tx2"/>
        </a:solidFill>
        <a:effectLst/>
      </p:bgPr>
    </p:bg>
    <p:spTree>
      <p:nvGrpSpPr>
        <p:cNvPr id="1" name=""/>
        <p:cNvGrpSpPr/>
        <p:nvPr/>
      </p:nvGrpSpPr>
      <p:grpSpPr>
        <a:xfrm>
          <a:off x="0" y="0"/>
          <a:ext cx="0" cy="0"/>
          <a:chOff x="0" y="0"/>
          <a:chExt cx="0" cy="0"/>
        </a:xfrm>
      </p:grpSpPr>
      <p:sp>
        <p:nvSpPr>
          <p:cNvPr id="2" name="Überschrift">
            <a:extLst>
              <a:ext uri="{FF2B5EF4-FFF2-40B4-BE49-F238E27FC236}">
                <a16:creationId xmlns:a16="http://schemas.microsoft.com/office/drawing/2014/main" id="{DFFD8CF9-EE51-4F4F-9FA8-D015D8A8D12C}"/>
              </a:ext>
            </a:extLst>
          </p:cNvPr>
          <p:cNvSpPr>
            <a:spLocks noGrp="1"/>
          </p:cNvSpPr>
          <p:nvPr>
            <p:ph type="title" hasCustomPrompt="1"/>
          </p:nvPr>
        </p:nvSpPr>
        <p:spPr>
          <a:xfrm>
            <a:off x="539750" y="611187"/>
            <a:ext cx="10440988" cy="612000"/>
          </a:xfrm>
        </p:spPr>
        <p:txBody>
          <a:bodyPr/>
          <a:lstStyle>
            <a:lvl1pPr>
              <a:defRPr/>
            </a:lvl1pPr>
          </a:lstStyle>
          <a:p>
            <a:r>
              <a:rPr lang="de-DE" dirty="0"/>
              <a:t>Hier steht eine Überschrift</a:t>
            </a:r>
            <a:br>
              <a:rPr lang="de-DE" dirty="0"/>
            </a:br>
            <a:r>
              <a:rPr lang="de-DE" dirty="0"/>
              <a:t>Diese kann zweizeilig sein</a:t>
            </a:r>
          </a:p>
        </p:txBody>
      </p:sp>
      <p:sp>
        <p:nvSpPr>
          <p:cNvPr id="3" name="Inhalt">
            <a:extLst>
              <a:ext uri="{FF2B5EF4-FFF2-40B4-BE49-F238E27FC236}">
                <a16:creationId xmlns:a16="http://schemas.microsoft.com/office/drawing/2014/main" id="{F47392CF-7E88-490D-B47F-DF31B998A499}"/>
              </a:ext>
            </a:extLst>
          </p:cNvPr>
          <p:cNvSpPr>
            <a:spLocks noGrp="1"/>
          </p:cNvSpPr>
          <p:nvPr>
            <p:ph idx="1" hasCustomPrompt="1"/>
          </p:nvPr>
        </p:nvSpPr>
        <p:spPr>
          <a:xfrm>
            <a:off x="539750" y="1350963"/>
            <a:ext cx="10440988" cy="4445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dirty="0"/>
              <a:t>First level text // for bullets, numbering and other text levels </a:t>
            </a:r>
            <a:br>
              <a:rPr lang="en-US" dirty="0"/>
            </a:br>
            <a:r>
              <a:rPr lang="en-US" dirty="0"/>
              <a:t>&gt;&gt; Menu &gt; Home &gt; Paragraph &gt; Increase/Decrease List Level</a:t>
            </a:r>
            <a:br>
              <a:rPr lang="en-US" dirty="0"/>
            </a:br>
            <a:br>
              <a:rPr lang="en-US" dirty="0"/>
            </a:br>
            <a:r>
              <a:rPr lang="de-DE" dirty="0"/>
              <a:t>Text auf erster Ebene // für Aufzählung, Nummerierung und weitere Textebenen </a:t>
            </a:r>
            <a:br>
              <a:rPr lang="de-DE" dirty="0"/>
            </a:br>
            <a:r>
              <a:rPr lang="de-DE" dirty="0"/>
              <a:t>&gt;&gt; Menü &gt; Start &gt; Absatz &gt; Listenebene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sp>
        <p:nvSpPr>
          <p:cNvPr id="7" name="Datum">
            <a:extLst>
              <a:ext uri="{FF2B5EF4-FFF2-40B4-BE49-F238E27FC236}">
                <a16:creationId xmlns:a16="http://schemas.microsoft.com/office/drawing/2014/main" id="{9C2643F5-175C-415C-8D80-4239845693C4}"/>
              </a:ext>
            </a:extLst>
          </p:cNvPr>
          <p:cNvSpPr>
            <a:spLocks noGrp="1"/>
          </p:cNvSpPr>
          <p:nvPr>
            <p:ph type="dt" sz="half" idx="2"/>
          </p:nvPr>
        </p:nvSpPr>
        <p:spPr>
          <a:xfrm>
            <a:off x="3168000" y="6211052"/>
            <a:ext cx="72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93250184-73C1-4BAF-ADF1-47FF3D00C3F6}" type="datetime1">
              <a:rPr lang="de-DE" smtClean="0"/>
              <a:t>10.05.2022</a:t>
            </a:fld>
            <a:endParaRPr lang="de-DE" sz="1000" dirty="0"/>
          </a:p>
        </p:txBody>
      </p:sp>
      <p:sp>
        <p:nvSpPr>
          <p:cNvPr id="8" name="Fußzeile">
            <a:extLst>
              <a:ext uri="{FF2B5EF4-FFF2-40B4-BE49-F238E27FC236}">
                <a16:creationId xmlns:a16="http://schemas.microsoft.com/office/drawing/2014/main" id="{5974697A-A523-4A24-83EC-CDBE02F73BCB}"/>
              </a:ext>
            </a:extLst>
          </p:cNvPr>
          <p:cNvSpPr>
            <a:spLocks noGrp="1"/>
          </p:cNvSpPr>
          <p:nvPr>
            <p:ph type="ftr" sz="quarter" idx="3"/>
          </p:nvPr>
        </p:nvSpPr>
        <p:spPr>
          <a:xfrm>
            <a:off x="539750" y="6211052"/>
            <a:ext cx="237625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r>
              <a:rPr lang="en-US" dirty="0"/>
              <a:t>Refer to proprietary notice on title page</a:t>
            </a:r>
            <a:endParaRPr lang="de-DE" dirty="0"/>
          </a:p>
        </p:txBody>
      </p:sp>
      <p:sp>
        <p:nvSpPr>
          <p:cNvPr id="9" name="Foliennummer">
            <a:extLst>
              <a:ext uri="{FF2B5EF4-FFF2-40B4-BE49-F238E27FC236}">
                <a16:creationId xmlns:a16="http://schemas.microsoft.com/office/drawing/2014/main" id="{FACE0F43-D0B8-4935-AA81-EF33649733A5}"/>
              </a:ext>
            </a:extLst>
          </p:cNvPr>
          <p:cNvSpPr>
            <a:spLocks noGrp="1"/>
          </p:cNvSpPr>
          <p:nvPr>
            <p:ph type="sldNum" sz="quarter" idx="4"/>
          </p:nvPr>
        </p:nvSpPr>
        <p:spPr>
          <a:xfrm>
            <a:off x="4068000" y="6211052"/>
            <a:ext cx="54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1331586194"/>
      </p:ext>
    </p:extLst>
  </p:cSld>
  <p:clrMapOvr>
    <a:masterClrMapping/>
  </p:clrMapOvr>
  <p:extLst>
    <p:ext uri="{DCECCB84-F9BA-43D5-87BE-67443E8EF086}">
      <p15:sldGuideLst xmlns:p15="http://schemas.microsoft.com/office/powerpoint/2012/main">
        <p15:guide id="1" pos="340">
          <p15:clr>
            <a:srgbClr val="FBAE40"/>
          </p15:clr>
        </p15:guide>
        <p15:guide id="2" orient="horz" pos="3651">
          <p15:clr>
            <a:srgbClr val="FBAE40"/>
          </p15:clr>
        </p15:guide>
        <p15:guide id="4" pos="6917">
          <p15:clr>
            <a:srgbClr val="FBAE40"/>
          </p15:clr>
        </p15:guide>
        <p15:guide id="5" orient="horz" pos="851">
          <p15:clr>
            <a:srgbClr val="FBAE40"/>
          </p15:clr>
        </p15:guide>
        <p15:guide id="6" orient="horz" pos="38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eadline only">
    <p:bg>
      <p:bgPr>
        <a:solidFill>
          <a:schemeClr val="tx2"/>
        </a:solidFill>
        <a:effectLst/>
      </p:bgPr>
    </p:bg>
    <p:spTree>
      <p:nvGrpSpPr>
        <p:cNvPr id="1" name=""/>
        <p:cNvGrpSpPr/>
        <p:nvPr/>
      </p:nvGrpSpPr>
      <p:grpSpPr>
        <a:xfrm>
          <a:off x="0" y="0"/>
          <a:ext cx="0" cy="0"/>
          <a:chOff x="0" y="0"/>
          <a:chExt cx="0" cy="0"/>
        </a:xfrm>
      </p:grpSpPr>
      <p:sp>
        <p:nvSpPr>
          <p:cNvPr id="2" name="Überschrift">
            <a:extLst>
              <a:ext uri="{FF2B5EF4-FFF2-40B4-BE49-F238E27FC236}">
                <a16:creationId xmlns:a16="http://schemas.microsoft.com/office/drawing/2014/main" id="{99C89FAF-0272-465E-9807-2220BC2A54CE}"/>
              </a:ext>
            </a:extLst>
          </p:cNvPr>
          <p:cNvSpPr>
            <a:spLocks noGrp="1"/>
          </p:cNvSpPr>
          <p:nvPr>
            <p:ph type="title" hasCustomPrompt="1"/>
          </p:nvPr>
        </p:nvSpPr>
        <p:spPr>
          <a:xfrm>
            <a:off x="539750" y="611187"/>
            <a:ext cx="6948488" cy="612000"/>
          </a:xfrm>
        </p:spPr>
        <p:txBody>
          <a:bodyPr/>
          <a:lstStyle>
            <a:lvl1pPr>
              <a:defRPr/>
            </a:lvl1pPr>
          </a:lstStyle>
          <a:p>
            <a:r>
              <a:rPr lang="de-DE" dirty="0"/>
              <a:t>Hier steht eine Überschrift</a:t>
            </a:r>
            <a:br>
              <a:rPr lang="de-DE" dirty="0"/>
            </a:br>
            <a:r>
              <a:rPr lang="de-DE" dirty="0"/>
              <a:t>Diese kann zweizeilig sein</a:t>
            </a:r>
          </a:p>
        </p:txBody>
      </p:sp>
      <p:sp>
        <p:nvSpPr>
          <p:cNvPr id="9" name="Datum">
            <a:extLst>
              <a:ext uri="{FF2B5EF4-FFF2-40B4-BE49-F238E27FC236}">
                <a16:creationId xmlns:a16="http://schemas.microsoft.com/office/drawing/2014/main" id="{93A4DAB5-B912-438F-A0FD-E799BE51BAFB}"/>
              </a:ext>
            </a:extLst>
          </p:cNvPr>
          <p:cNvSpPr>
            <a:spLocks noGrp="1"/>
          </p:cNvSpPr>
          <p:nvPr>
            <p:ph type="dt" sz="half" idx="2"/>
          </p:nvPr>
        </p:nvSpPr>
        <p:spPr>
          <a:xfrm>
            <a:off x="3168000" y="6211052"/>
            <a:ext cx="72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86FD761E-C3E9-4FF3-AA53-79E95DD75260}" type="datetime1">
              <a:rPr lang="de-DE" smtClean="0"/>
              <a:t>10.05.2022</a:t>
            </a:fld>
            <a:endParaRPr lang="de-DE" sz="1000" dirty="0"/>
          </a:p>
        </p:txBody>
      </p:sp>
      <p:sp>
        <p:nvSpPr>
          <p:cNvPr id="10" name="Fußzeile">
            <a:extLst>
              <a:ext uri="{FF2B5EF4-FFF2-40B4-BE49-F238E27FC236}">
                <a16:creationId xmlns:a16="http://schemas.microsoft.com/office/drawing/2014/main" id="{04A32A89-79ED-4F5D-AE33-812961E05CB7}"/>
              </a:ext>
            </a:extLst>
          </p:cNvPr>
          <p:cNvSpPr>
            <a:spLocks noGrp="1"/>
          </p:cNvSpPr>
          <p:nvPr>
            <p:ph type="ftr" sz="quarter" idx="3"/>
          </p:nvPr>
        </p:nvSpPr>
        <p:spPr>
          <a:xfrm>
            <a:off x="539750" y="6211052"/>
            <a:ext cx="237625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r>
              <a:rPr lang="en-US" dirty="0"/>
              <a:t>Refer to proprietary notice on title page</a:t>
            </a:r>
            <a:endParaRPr lang="de-DE" dirty="0"/>
          </a:p>
        </p:txBody>
      </p:sp>
      <p:sp>
        <p:nvSpPr>
          <p:cNvPr id="11" name="Foliennummer">
            <a:extLst>
              <a:ext uri="{FF2B5EF4-FFF2-40B4-BE49-F238E27FC236}">
                <a16:creationId xmlns:a16="http://schemas.microsoft.com/office/drawing/2014/main" id="{0E50009A-25AD-45FE-95EF-AE86055E4EC5}"/>
              </a:ext>
            </a:extLst>
          </p:cNvPr>
          <p:cNvSpPr>
            <a:spLocks noGrp="1"/>
          </p:cNvSpPr>
          <p:nvPr>
            <p:ph type="sldNum" sz="quarter" idx="4"/>
          </p:nvPr>
        </p:nvSpPr>
        <p:spPr>
          <a:xfrm>
            <a:off x="4068000" y="6211052"/>
            <a:ext cx="54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1028751866"/>
      </p:ext>
    </p:extLst>
  </p:cSld>
  <p:clrMapOvr>
    <a:masterClrMapping/>
  </p:clrMapOvr>
  <p:extLst>
    <p:ext uri="{DCECCB84-F9BA-43D5-87BE-67443E8EF086}">
      <p15:sldGuideLst xmlns:p15="http://schemas.microsoft.com/office/powerpoint/2012/main">
        <p15:guide id="1" pos="340">
          <p15:clr>
            <a:srgbClr val="FBAE40"/>
          </p15:clr>
        </p15:guide>
        <p15:guide id="2" orient="horz" pos="3651">
          <p15:clr>
            <a:srgbClr val="FBAE40"/>
          </p15:clr>
        </p15:guide>
        <p15:guide id="4" pos="6917">
          <p15:clr>
            <a:srgbClr val="FBAE40"/>
          </p15:clr>
        </p15:guide>
        <p15:guide id="5" orient="horz" pos="851">
          <p15:clr>
            <a:srgbClr val="FBAE40"/>
          </p15:clr>
        </p15:guide>
        <p15:guide id="6" orient="horz" pos="38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mpty slide">
    <p:bg>
      <p:bgPr>
        <a:solidFill>
          <a:schemeClr val="tx2"/>
        </a:solidFill>
        <a:effectLst/>
      </p:bgPr>
    </p:bg>
    <p:spTree>
      <p:nvGrpSpPr>
        <p:cNvPr id="1" name=""/>
        <p:cNvGrpSpPr/>
        <p:nvPr/>
      </p:nvGrpSpPr>
      <p:grpSpPr>
        <a:xfrm>
          <a:off x="0" y="0"/>
          <a:ext cx="0" cy="0"/>
          <a:chOff x="0" y="0"/>
          <a:chExt cx="0" cy="0"/>
        </a:xfrm>
      </p:grpSpPr>
      <p:sp>
        <p:nvSpPr>
          <p:cNvPr id="8" name="Datum">
            <a:extLst>
              <a:ext uri="{FF2B5EF4-FFF2-40B4-BE49-F238E27FC236}">
                <a16:creationId xmlns:a16="http://schemas.microsoft.com/office/drawing/2014/main" id="{B08CBAAA-8029-491B-B851-1C9C30368500}"/>
              </a:ext>
            </a:extLst>
          </p:cNvPr>
          <p:cNvSpPr>
            <a:spLocks noGrp="1"/>
          </p:cNvSpPr>
          <p:nvPr>
            <p:ph type="dt" sz="half" idx="2"/>
          </p:nvPr>
        </p:nvSpPr>
        <p:spPr>
          <a:xfrm>
            <a:off x="3168000" y="6211052"/>
            <a:ext cx="72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405E8B02-12A2-4FF7-B1CC-7FE736CAB7CA}" type="datetime1">
              <a:rPr lang="de-DE" smtClean="0"/>
              <a:t>10.05.2022</a:t>
            </a:fld>
            <a:endParaRPr lang="de-DE" sz="1000" dirty="0"/>
          </a:p>
        </p:txBody>
      </p:sp>
      <p:sp>
        <p:nvSpPr>
          <p:cNvPr id="9" name="Fußzeile">
            <a:extLst>
              <a:ext uri="{FF2B5EF4-FFF2-40B4-BE49-F238E27FC236}">
                <a16:creationId xmlns:a16="http://schemas.microsoft.com/office/drawing/2014/main" id="{CD8C0C49-40C0-4E77-82FF-C51CB516911F}"/>
              </a:ext>
            </a:extLst>
          </p:cNvPr>
          <p:cNvSpPr>
            <a:spLocks noGrp="1"/>
          </p:cNvSpPr>
          <p:nvPr>
            <p:ph type="ftr" sz="quarter" idx="3"/>
          </p:nvPr>
        </p:nvSpPr>
        <p:spPr>
          <a:xfrm>
            <a:off x="539750" y="6211052"/>
            <a:ext cx="237625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r>
              <a:rPr lang="en-US" dirty="0"/>
              <a:t>Refer to proprietary notice on title page</a:t>
            </a:r>
            <a:endParaRPr lang="de-DE" dirty="0"/>
          </a:p>
        </p:txBody>
      </p:sp>
      <p:sp>
        <p:nvSpPr>
          <p:cNvPr id="10" name="Foliennummer">
            <a:extLst>
              <a:ext uri="{FF2B5EF4-FFF2-40B4-BE49-F238E27FC236}">
                <a16:creationId xmlns:a16="http://schemas.microsoft.com/office/drawing/2014/main" id="{E43755B8-624C-4B97-8483-4EF0AA789B00}"/>
              </a:ext>
            </a:extLst>
          </p:cNvPr>
          <p:cNvSpPr>
            <a:spLocks noGrp="1"/>
          </p:cNvSpPr>
          <p:nvPr>
            <p:ph type="sldNum" sz="quarter" idx="4"/>
          </p:nvPr>
        </p:nvSpPr>
        <p:spPr>
          <a:xfrm>
            <a:off x="4068000" y="6211052"/>
            <a:ext cx="54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613401142"/>
      </p:ext>
    </p:extLst>
  </p:cSld>
  <p:clrMapOvr>
    <a:masterClrMapping/>
  </p:clrMapOvr>
  <p:extLst>
    <p:ext uri="{DCECCB84-F9BA-43D5-87BE-67443E8EF086}">
      <p15:sldGuideLst xmlns:p15="http://schemas.microsoft.com/office/powerpoint/2012/main">
        <p15:guide id="1" pos="340">
          <p15:clr>
            <a:srgbClr val="FBAE40"/>
          </p15:clr>
        </p15:guide>
        <p15:guide id="2" orient="horz" pos="3651">
          <p15:clr>
            <a:srgbClr val="FBAE40"/>
          </p15:clr>
        </p15:guide>
        <p15:guide id="4" pos="6917">
          <p15:clr>
            <a:srgbClr val="FBAE40"/>
          </p15:clr>
        </p15:guide>
        <p15:guide id="5" orient="horz" pos="851">
          <p15:clr>
            <a:srgbClr val="FBAE40"/>
          </p15:clr>
        </p15:guide>
        <p15:guide id="6" orient="horz" pos="38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eadline + rhomboid">
    <p:bg>
      <p:bgPr>
        <a:solidFill>
          <a:schemeClr val="tx2"/>
        </a:solidFill>
        <a:effectLst/>
      </p:bgPr>
    </p:bg>
    <p:spTree>
      <p:nvGrpSpPr>
        <p:cNvPr id="1" name=""/>
        <p:cNvGrpSpPr/>
        <p:nvPr/>
      </p:nvGrpSpPr>
      <p:grpSpPr>
        <a:xfrm>
          <a:off x="0" y="0"/>
          <a:ext cx="0" cy="0"/>
          <a:chOff x="0" y="0"/>
          <a:chExt cx="0" cy="0"/>
        </a:xfrm>
      </p:grpSpPr>
      <p:sp>
        <p:nvSpPr>
          <p:cNvPr id="8" name="Rhomboid Bild 9 Spalten">
            <a:extLst>
              <a:ext uri="{FF2B5EF4-FFF2-40B4-BE49-F238E27FC236}">
                <a16:creationId xmlns:a16="http://schemas.microsoft.com/office/drawing/2014/main" id="{0E7F3D5D-81FF-409C-A28D-64C2A1AA9624}"/>
              </a:ext>
            </a:extLst>
          </p:cNvPr>
          <p:cNvSpPr>
            <a:spLocks noGrp="1"/>
          </p:cNvSpPr>
          <p:nvPr>
            <p:ph type="pic" sz="quarter" idx="13" hasCustomPrompt="1"/>
          </p:nvPr>
        </p:nvSpPr>
        <p:spPr>
          <a:xfrm>
            <a:off x="323851" y="0"/>
            <a:ext cx="10848975" cy="6480175"/>
          </a:xfrm>
          <a:custGeom>
            <a:avLst/>
            <a:gdLst>
              <a:gd name="connsiteX0" fmla="*/ 1766581 w 10848975"/>
              <a:gd name="connsiteY0" fmla="*/ 0 h 6480175"/>
              <a:gd name="connsiteX1" fmla="*/ 10848975 w 10848975"/>
              <a:gd name="connsiteY1" fmla="*/ 0 h 6480175"/>
              <a:gd name="connsiteX2" fmla="*/ 9082035 w 10848975"/>
              <a:gd name="connsiteY2" fmla="*/ 6480175 h 6480175"/>
              <a:gd name="connsiteX3" fmla="*/ 0 w 10848975"/>
              <a:gd name="connsiteY3" fmla="*/ 6480175 h 6480175"/>
            </a:gdLst>
            <a:ahLst/>
            <a:cxnLst>
              <a:cxn ang="0">
                <a:pos x="connsiteX0" y="connsiteY0"/>
              </a:cxn>
              <a:cxn ang="0">
                <a:pos x="connsiteX1" y="connsiteY1"/>
              </a:cxn>
              <a:cxn ang="0">
                <a:pos x="connsiteX2" y="connsiteY2"/>
              </a:cxn>
              <a:cxn ang="0">
                <a:pos x="connsiteX3" y="connsiteY3"/>
              </a:cxn>
            </a:cxnLst>
            <a:rect l="l" t="t" r="r" b="b"/>
            <a:pathLst>
              <a:path w="10848975" h="6480175">
                <a:moveTo>
                  <a:pt x="1766581" y="0"/>
                </a:moveTo>
                <a:lnTo>
                  <a:pt x="10848975" y="0"/>
                </a:lnTo>
                <a:lnTo>
                  <a:pt x="9082035"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einfügen </a:t>
            </a:r>
            <a:br>
              <a:rPr lang="de-DE" dirty="0"/>
            </a:br>
            <a:r>
              <a:rPr lang="de-DE" dirty="0"/>
              <a:t>per Drag-n-Drop oder löschen</a:t>
            </a:r>
          </a:p>
        </p:txBody>
      </p:sp>
      <p:sp>
        <p:nvSpPr>
          <p:cNvPr id="9" name="Rhomboid Bild 6 Spalten">
            <a:extLst>
              <a:ext uri="{FF2B5EF4-FFF2-40B4-BE49-F238E27FC236}">
                <a16:creationId xmlns:a16="http://schemas.microsoft.com/office/drawing/2014/main" id="{C12F8DF7-366D-44CA-8A83-88D05DBF6CA0}"/>
              </a:ext>
            </a:extLst>
          </p:cNvPr>
          <p:cNvSpPr>
            <a:spLocks noGrp="1"/>
          </p:cNvSpPr>
          <p:nvPr>
            <p:ph type="pic" sz="quarter" idx="16" hasCustomPrompt="1"/>
          </p:nvPr>
        </p:nvSpPr>
        <p:spPr>
          <a:xfrm>
            <a:off x="2971802" y="0"/>
            <a:ext cx="8548687" cy="6480175"/>
          </a:xfrm>
          <a:custGeom>
            <a:avLst/>
            <a:gdLst>
              <a:gd name="connsiteX0" fmla="*/ 1766685 w 8548687"/>
              <a:gd name="connsiteY0" fmla="*/ 0 h 6480175"/>
              <a:gd name="connsiteX1" fmla="*/ 8548687 w 8548687"/>
              <a:gd name="connsiteY1" fmla="*/ 0 h 6480175"/>
              <a:gd name="connsiteX2" fmla="*/ 8548687 w 8548687"/>
              <a:gd name="connsiteY2" fmla="*/ 6480175 h 6480175"/>
              <a:gd name="connsiteX3" fmla="*/ 8006262 w 8548687"/>
              <a:gd name="connsiteY3" fmla="*/ 6480175 h 6480175"/>
              <a:gd name="connsiteX4" fmla="*/ 8006262 w 8548687"/>
              <a:gd name="connsiteY4" fmla="*/ 6173788 h 6480175"/>
              <a:gd name="connsiteX5" fmla="*/ 7252199 w 8548687"/>
              <a:gd name="connsiteY5" fmla="*/ 6173788 h 6480175"/>
              <a:gd name="connsiteX6" fmla="*/ 7252199 w 8548687"/>
              <a:gd name="connsiteY6" fmla="*/ 6480175 h 6480175"/>
              <a:gd name="connsiteX7" fmla="*/ 0 w 8548687"/>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48687" h="6480175">
                <a:moveTo>
                  <a:pt x="1766685" y="0"/>
                </a:moveTo>
                <a:lnTo>
                  <a:pt x="8548687" y="0"/>
                </a:lnTo>
                <a:lnTo>
                  <a:pt x="8548687" y="6480175"/>
                </a:lnTo>
                <a:lnTo>
                  <a:pt x="8006262" y="6480175"/>
                </a:lnTo>
                <a:lnTo>
                  <a:pt x="8006262" y="6173788"/>
                </a:lnTo>
                <a:lnTo>
                  <a:pt x="7252199" y="6173788"/>
                </a:lnTo>
                <a:lnTo>
                  <a:pt x="725219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einfügen </a:t>
            </a:r>
            <a:br>
              <a:rPr lang="de-DE" dirty="0"/>
            </a:br>
            <a:r>
              <a:rPr lang="de-DE" dirty="0"/>
              <a:t>per Drag-n-Drop oder löschen</a:t>
            </a:r>
          </a:p>
        </p:txBody>
      </p:sp>
      <p:sp>
        <p:nvSpPr>
          <p:cNvPr id="10" name="Rhomboid Bild 5 Spalten">
            <a:extLst>
              <a:ext uri="{FF2B5EF4-FFF2-40B4-BE49-F238E27FC236}">
                <a16:creationId xmlns:a16="http://schemas.microsoft.com/office/drawing/2014/main" id="{D90E07DD-F471-4EC0-ABB9-AC3BEE1F2B01}"/>
              </a:ext>
            </a:extLst>
          </p:cNvPr>
          <p:cNvSpPr>
            <a:spLocks noGrp="1"/>
          </p:cNvSpPr>
          <p:nvPr>
            <p:ph type="pic" sz="quarter" idx="17" hasCustomPrompt="1"/>
          </p:nvPr>
        </p:nvSpPr>
        <p:spPr>
          <a:xfrm>
            <a:off x="5616576" y="0"/>
            <a:ext cx="5903913" cy="6480175"/>
          </a:xfrm>
          <a:custGeom>
            <a:avLst/>
            <a:gdLst>
              <a:gd name="connsiteX0" fmla="*/ 1766644 w 5903913"/>
              <a:gd name="connsiteY0" fmla="*/ 0 h 6480175"/>
              <a:gd name="connsiteX1" fmla="*/ 5903913 w 5903913"/>
              <a:gd name="connsiteY1" fmla="*/ 0 h 6480175"/>
              <a:gd name="connsiteX2" fmla="*/ 5903913 w 5903913"/>
              <a:gd name="connsiteY2" fmla="*/ 6480175 h 6480175"/>
              <a:gd name="connsiteX3" fmla="*/ 5361487 w 5903913"/>
              <a:gd name="connsiteY3" fmla="*/ 6480175 h 6480175"/>
              <a:gd name="connsiteX4" fmla="*/ 5361487 w 5903913"/>
              <a:gd name="connsiteY4" fmla="*/ 6173788 h 6480175"/>
              <a:gd name="connsiteX5" fmla="*/ 4607424 w 5903913"/>
              <a:gd name="connsiteY5" fmla="*/ 6173788 h 6480175"/>
              <a:gd name="connsiteX6" fmla="*/ 4607424 w 5903913"/>
              <a:gd name="connsiteY6" fmla="*/ 6480175 h 6480175"/>
              <a:gd name="connsiteX7" fmla="*/ 0 w 5903913"/>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3913" h="6480175">
                <a:moveTo>
                  <a:pt x="1766644" y="0"/>
                </a:moveTo>
                <a:lnTo>
                  <a:pt x="5903913" y="0"/>
                </a:lnTo>
                <a:lnTo>
                  <a:pt x="5903913" y="6480175"/>
                </a:lnTo>
                <a:lnTo>
                  <a:pt x="5361487" y="6480175"/>
                </a:lnTo>
                <a:lnTo>
                  <a:pt x="5361487" y="6173788"/>
                </a:lnTo>
                <a:lnTo>
                  <a:pt x="4607424" y="6173788"/>
                </a:lnTo>
                <a:lnTo>
                  <a:pt x="4607424"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11" name="Rhomboid Bild 4 Spalten">
            <a:extLst>
              <a:ext uri="{FF2B5EF4-FFF2-40B4-BE49-F238E27FC236}">
                <a16:creationId xmlns:a16="http://schemas.microsoft.com/office/drawing/2014/main" id="{3A6A00B8-3A56-40E8-8008-B7363B0D29B6}"/>
              </a:ext>
            </a:extLst>
          </p:cNvPr>
          <p:cNvSpPr>
            <a:spLocks noGrp="1"/>
          </p:cNvSpPr>
          <p:nvPr>
            <p:ph type="pic" sz="quarter" idx="18" hasCustomPrompt="1"/>
          </p:nvPr>
        </p:nvSpPr>
        <p:spPr>
          <a:xfrm>
            <a:off x="6496050" y="0"/>
            <a:ext cx="5024438" cy="6480175"/>
          </a:xfrm>
          <a:custGeom>
            <a:avLst/>
            <a:gdLst>
              <a:gd name="connsiteX0" fmla="*/ 1766606 w 5024438"/>
              <a:gd name="connsiteY0" fmla="*/ 0 h 6480175"/>
              <a:gd name="connsiteX1" fmla="*/ 5024438 w 5024438"/>
              <a:gd name="connsiteY1" fmla="*/ 0 h 6480175"/>
              <a:gd name="connsiteX2" fmla="*/ 5024438 w 5024438"/>
              <a:gd name="connsiteY2" fmla="*/ 6480175 h 6480175"/>
              <a:gd name="connsiteX3" fmla="*/ 4482013 w 5024438"/>
              <a:gd name="connsiteY3" fmla="*/ 6480175 h 6480175"/>
              <a:gd name="connsiteX4" fmla="*/ 4482013 w 5024438"/>
              <a:gd name="connsiteY4" fmla="*/ 6173788 h 6480175"/>
              <a:gd name="connsiteX5" fmla="*/ 3727950 w 5024438"/>
              <a:gd name="connsiteY5" fmla="*/ 6173788 h 6480175"/>
              <a:gd name="connsiteX6" fmla="*/ 3727950 w 5024438"/>
              <a:gd name="connsiteY6" fmla="*/ 6480175 h 6480175"/>
              <a:gd name="connsiteX7" fmla="*/ 0 w 502443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24438" h="6480175">
                <a:moveTo>
                  <a:pt x="1766606" y="0"/>
                </a:moveTo>
                <a:lnTo>
                  <a:pt x="5024438" y="0"/>
                </a:lnTo>
                <a:lnTo>
                  <a:pt x="5024438" y="6480175"/>
                </a:lnTo>
                <a:lnTo>
                  <a:pt x="4482013" y="6480175"/>
                </a:lnTo>
                <a:lnTo>
                  <a:pt x="4482013" y="6173788"/>
                </a:lnTo>
                <a:lnTo>
                  <a:pt x="3727950" y="6173788"/>
                </a:lnTo>
                <a:lnTo>
                  <a:pt x="3727950"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12" name="Rhomboid Bild 3 Spalten">
            <a:extLst>
              <a:ext uri="{FF2B5EF4-FFF2-40B4-BE49-F238E27FC236}">
                <a16:creationId xmlns:a16="http://schemas.microsoft.com/office/drawing/2014/main" id="{26176E4D-BD37-4A1D-BB60-87DF7FA24F60}"/>
              </a:ext>
            </a:extLst>
          </p:cNvPr>
          <p:cNvSpPr>
            <a:spLocks noGrp="1"/>
          </p:cNvSpPr>
          <p:nvPr>
            <p:ph type="pic" sz="quarter" idx="19" hasCustomPrompt="1"/>
          </p:nvPr>
        </p:nvSpPr>
        <p:spPr>
          <a:xfrm>
            <a:off x="7377114" y="0"/>
            <a:ext cx="4143375" cy="6480175"/>
          </a:xfrm>
          <a:custGeom>
            <a:avLst/>
            <a:gdLst>
              <a:gd name="connsiteX0" fmla="*/ 1766948 w 4143375"/>
              <a:gd name="connsiteY0" fmla="*/ 0 h 6480175"/>
              <a:gd name="connsiteX1" fmla="*/ 4143375 w 4143375"/>
              <a:gd name="connsiteY1" fmla="*/ 0 h 6480175"/>
              <a:gd name="connsiteX2" fmla="*/ 4143375 w 4143375"/>
              <a:gd name="connsiteY2" fmla="*/ 6480175 h 6480175"/>
              <a:gd name="connsiteX3" fmla="*/ 3600949 w 4143375"/>
              <a:gd name="connsiteY3" fmla="*/ 6480175 h 6480175"/>
              <a:gd name="connsiteX4" fmla="*/ 3600949 w 4143375"/>
              <a:gd name="connsiteY4" fmla="*/ 6173788 h 6480175"/>
              <a:gd name="connsiteX5" fmla="*/ 2846886 w 4143375"/>
              <a:gd name="connsiteY5" fmla="*/ 6173788 h 6480175"/>
              <a:gd name="connsiteX6" fmla="*/ 2846886 w 4143375"/>
              <a:gd name="connsiteY6" fmla="*/ 6480175 h 6480175"/>
              <a:gd name="connsiteX7" fmla="*/ 0 w 4143375"/>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3375" h="6480175">
                <a:moveTo>
                  <a:pt x="1766948" y="0"/>
                </a:moveTo>
                <a:lnTo>
                  <a:pt x="4143375" y="0"/>
                </a:lnTo>
                <a:lnTo>
                  <a:pt x="4143375" y="6480175"/>
                </a:lnTo>
                <a:lnTo>
                  <a:pt x="3600949" y="6480175"/>
                </a:lnTo>
                <a:lnTo>
                  <a:pt x="3600949" y="6173788"/>
                </a:lnTo>
                <a:lnTo>
                  <a:pt x="2846886" y="6173788"/>
                </a:lnTo>
                <a:lnTo>
                  <a:pt x="2846886"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13" name="Rhomboid Bild 2 Spalten">
            <a:extLst>
              <a:ext uri="{FF2B5EF4-FFF2-40B4-BE49-F238E27FC236}">
                <a16:creationId xmlns:a16="http://schemas.microsoft.com/office/drawing/2014/main" id="{E74F145C-DBA8-48A5-B3A7-61186D5128DC}"/>
              </a:ext>
            </a:extLst>
          </p:cNvPr>
          <p:cNvSpPr>
            <a:spLocks noGrp="1"/>
          </p:cNvSpPr>
          <p:nvPr>
            <p:ph type="pic" sz="quarter" idx="20" hasCustomPrompt="1"/>
          </p:nvPr>
        </p:nvSpPr>
        <p:spPr>
          <a:xfrm>
            <a:off x="8258176" y="0"/>
            <a:ext cx="3262313" cy="6480175"/>
          </a:xfrm>
          <a:custGeom>
            <a:avLst/>
            <a:gdLst>
              <a:gd name="connsiteX0" fmla="*/ 1766697 w 3262313"/>
              <a:gd name="connsiteY0" fmla="*/ 0 h 6480175"/>
              <a:gd name="connsiteX1" fmla="*/ 3262313 w 3262313"/>
              <a:gd name="connsiteY1" fmla="*/ 0 h 6480175"/>
              <a:gd name="connsiteX2" fmla="*/ 3262313 w 3262313"/>
              <a:gd name="connsiteY2" fmla="*/ 6480175 h 6480175"/>
              <a:gd name="connsiteX3" fmla="*/ 2719887 w 3262313"/>
              <a:gd name="connsiteY3" fmla="*/ 6480175 h 6480175"/>
              <a:gd name="connsiteX4" fmla="*/ 2719887 w 3262313"/>
              <a:gd name="connsiteY4" fmla="*/ 6173788 h 6480175"/>
              <a:gd name="connsiteX5" fmla="*/ 1965824 w 3262313"/>
              <a:gd name="connsiteY5" fmla="*/ 6173788 h 6480175"/>
              <a:gd name="connsiteX6" fmla="*/ 1965824 w 3262313"/>
              <a:gd name="connsiteY6" fmla="*/ 6480175 h 6480175"/>
              <a:gd name="connsiteX7" fmla="*/ 0 w 3262313"/>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313" h="6480175">
                <a:moveTo>
                  <a:pt x="1766697" y="0"/>
                </a:moveTo>
                <a:lnTo>
                  <a:pt x="3262313" y="0"/>
                </a:lnTo>
                <a:lnTo>
                  <a:pt x="3262313" y="6480175"/>
                </a:lnTo>
                <a:lnTo>
                  <a:pt x="2719887" y="6480175"/>
                </a:lnTo>
                <a:lnTo>
                  <a:pt x="2719887" y="6173788"/>
                </a:lnTo>
                <a:lnTo>
                  <a:pt x="1965824" y="6173788"/>
                </a:lnTo>
                <a:lnTo>
                  <a:pt x="1965824"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7" name="Überschrift">
            <a:extLst>
              <a:ext uri="{FF2B5EF4-FFF2-40B4-BE49-F238E27FC236}">
                <a16:creationId xmlns:a16="http://schemas.microsoft.com/office/drawing/2014/main" id="{7D89C902-FF4D-4473-8F37-B4428A26D947}"/>
              </a:ext>
            </a:extLst>
          </p:cNvPr>
          <p:cNvSpPr>
            <a:spLocks noGrp="1"/>
          </p:cNvSpPr>
          <p:nvPr>
            <p:ph type="title" hasCustomPrompt="1"/>
          </p:nvPr>
        </p:nvSpPr>
        <p:spPr>
          <a:xfrm>
            <a:off x="539750" y="611187"/>
            <a:ext cx="6948488" cy="612000"/>
          </a:xfrm>
        </p:spPr>
        <p:txBody>
          <a:bodyPr/>
          <a:lstStyle>
            <a:lvl1pPr>
              <a:defRPr/>
            </a:lvl1pPr>
          </a:lstStyle>
          <a:p>
            <a:r>
              <a:rPr lang="de-DE" dirty="0"/>
              <a:t>Hier steht eine Überschrift</a:t>
            </a:r>
            <a:br>
              <a:rPr lang="de-DE" dirty="0"/>
            </a:br>
            <a:r>
              <a:rPr lang="de-DE" dirty="0"/>
              <a:t>Diese kann zweizeilig sein</a:t>
            </a:r>
          </a:p>
        </p:txBody>
      </p:sp>
      <p:sp>
        <p:nvSpPr>
          <p:cNvPr id="14" name="Datum">
            <a:extLst>
              <a:ext uri="{FF2B5EF4-FFF2-40B4-BE49-F238E27FC236}">
                <a16:creationId xmlns:a16="http://schemas.microsoft.com/office/drawing/2014/main" id="{DCBFDBEC-5083-4665-AB89-54CE099E9B81}"/>
              </a:ext>
            </a:extLst>
          </p:cNvPr>
          <p:cNvSpPr>
            <a:spLocks noGrp="1"/>
          </p:cNvSpPr>
          <p:nvPr>
            <p:ph type="dt" sz="half" idx="2"/>
          </p:nvPr>
        </p:nvSpPr>
        <p:spPr>
          <a:xfrm>
            <a:off x="3168000" y="6211052"/>
            <a:ext cx="72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A0755C87-ABE7-4495-B59F-6F87B361B84E}" type="datetime1">
              <a:rPr lang="de-DE" smtClean="0"/>
              <a:t>10.05.2022</a:t>
            </a:fld>
            <a:endParaRPr lang="de-DE" sz="1000" dirty="0"/>
          </a:p>
        </p:txBody>
      </p:sp>
      <p:sp>
        <p:nvSpPr>
          <p:cNvPr id="15" name="Fußzeile">
            <a:extLst>
              <a:ext uri="{FF2B5EF4-FFF2-40B4-BE49-F238E27FC236}">
                <a16:creationId xmlns:a16="http://schemas.microsoft.com/office/drawing/2014/main" id="{5C4B4877-AA75-4EAB-A888-1A80497777D1}"/>
              </a:ext>
            </a:extLst>
          </p:cNvPr>
          <p:cNvSpPr>
            <a:spLocks noGrp="1"/>
          </p:cNvSpPr>
          <p:nvPr>
            <p:ph type="ftr" sz="quarter" idx="3"/>
          </p:nvPr>
        </p:nvSpPr>
        <p:spPr>
          <a:xfrm>
            <a:off x="539750" y="6211052"/>
            <a:ext cx="237625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r>
              <a:rPr lang="en-US" dirty="0"/>
              <a:t>Refer to proprietary notice on title page</a:t>
            </a:r>
            <a:endParaRPr lang="de-DE" dirty="0"/>
          </a:p>
        </p:txBody>
      </p:sp>
      <p:sp>
        <p:nvSpPr>
          <p:cNvPr id="16" name="Foliennummer">
            <a:extLst>
              <a:ext uri="{FF2B5EF4-FFF2-40B4-BE49-F238E27FC236}">
                <a16:creationId xmlns:a16="http://schemas.microsoft.com/office/drawing/2014/main" id="{6EC71E8B-784A-441B-A976-7851E35A5005}"/>
              </a:ext>
            </a:extLst>
          </p:cNvPr>
          <p:cNvSpPr>
            <a:spLocks noGrp="1"/>
          </p:cNvSpPr>
          <p:nvPr>
            <p:ph type="sldNum" sz="quarter" idx="4"/>
          </p:nvPr>
        </p:nvSpPr>
        <p:spPr>
          <a:xfrm>
            <a:off x="4068000" y="6211052"/>
            <a:ext cx="54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2210796725"/>
      </p:ext>
    </p:extLst>
  </p:cSld>
  <p:clrMapOvr>
    <a:masterClrMapping/>
  </p:clrMapOvr>
  <p:extLst>
    <p:ext uri="{DCECCB84-F9BA-43D5-87BE-67443E8EF086}">
      <p15:sldGuideLst xmlns:p15="http://schemas.microsoft.com/office/powerpoint/2012/main">
        <p15:guide id="1" pos="340">
          <p15:clr>
            <a:srgbClr val="FBAE40"/>
          </p15:clr>
        </p15:guide>
        <p15:guide id="2" orient="horz" pos="3651">
          <p15:clr>
            <a:srgbClr val="FBAE40"/>
          </p15:clr>
        </p15:guide>
        <p15:guide id="4" pos="6917">
          <p15:clr>
            <a:srgbClr val="FBAE40"/>
          </p15:clr>
        </p15:guide>
        <p15:guide id="5" orient="horz" pos="851">
          <p15:clr>
            <a:srgbClr val="FBAE40"/>
          </p15:clr>
        </p15:guide>
        <p15:guide id="6" orient="horz" pos="38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tx2"/>
        </a:solidFill>
        <a:effectLst/>
      </p:bgPr>
    </p:bg>
    <p:spTree>
      <p:nvGrpSpPr>
        <p:cNvPr id="1" name=""/>
        <p:cNvGrpSpPr/>
        <p:nvPr/>
      </p:nvGrpSpPr>
      <p:grpSpPr>
        <a:xfrm>
          <a:off x="0" y="0"/>
          <a:ext cx="0" cy="0"/>
          <a:chOff x="0" y="0"/>
          <a:chExt cx="0" cy="0"/>
        </a:xfrm>
      </p:grpSpPr>
      <p:sp>
        <p:nvSpPr>
          <p:cNvPr id="29" name="Rhomboid Bild 5 Spalten">
            <a:extLst>
              <a:ext uri="{FF2B5EF4-FFF2-40B4-BE49-F238E27FC236}">
                <a16:creationId xmlns:a16="http://schemas.microsoft.com/office/drawing/2014/main" id="{DFD4FD9B-06B3-4512-9614-B72FD3778563}"/>
              </a:ext>
            </a:extLst>
          </p:cNvPr>
          <p:cNvSpPr>
            <a:spLocks noGrp="1"/>
          </p:cNvSpPr>
          <p:nvPr userDrawn="1">
            <p:ph type="pic" sz="quarter" idx="10" hasCustomPrompt="1"/>
          </p:nvPr>
        </p:nvSpPr>
        <p:spPr>
          <a:xfrm>
            <a:off x="6496051" y="1"/>
            <a:ext cx="5024438" cy="6480175"/>
          </a:xfrm>
          <a:custGeom>
            <a:avLst/>
            <a:gdLst>
              <a:gd name="connsiteX0" fmla="*/ 1766606 w 5024438"/>
              <a:gd name="connsiteY0" fmla="*/ 0 h 6480175"/>
              <a:gd name="connsiteX1" fmla="*/ 5024438 w 5024438"/>
              <a:gd name="connsiteY1" fmla="*/ 0 h 6480175"/>
              <a:gd name="connsiteX2" fmla="*/ 5024438 w 5024438"/>
              <a:gd name="connsiteY2" fmla="*/ 6480175 h 6480175"/>
              <a:gd name="connsiteX3" fmla="*/ 4482012 w 5024438"/>
              <a:gd name="connsiteY3" fmla="*/ 6480175 h 6480175"/>
              <a:gd name="connsiteX4" fmla="*/ 4482012 w 5024438"/>
              <a:gd name="connsiteY4" fmla="*/ 6173787 h 6480175"/>
              <a:gd name="connsiteX5" fmla="*/ 3727949 w 5024438"/>
              <a:gd name="connsiteY5" fmla="*/ 6173787 h 6480175"/>
              <a:gd name="connsiteX6" fmla="*/ 3727949 w 5024438"/>
              <a:gd name="connsiteY6" fmla="*/ 6480175 h 6480175"/>
              <a:gd name="connsiteX7" fmla="*/ 0 w 502443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24438" h="6480175">
                <a:moveTo>
                  <a:pt x="1766606" y="0"/>
                </a:moveTo>
                <a:lnTo>
                  <a:pt x="5024438" y="0"/>
                </a:lnTo>
                <a:lnTo>
                  <a:pt x="5024438" y="6480175"/>
                </a:lnTo>
                <a:lnTo>
                  <a:pt x="4482012" y="6480175"/>
                </a:lnTo>
                <a:lnTo>
                  <a:pt x="4482012" y="6173787"/>
                </a:lnTo>
                <a:lnTo>
                  <a:pt x="3727949" y="6173787"/>
                </a:lnTo>
                <a:lnTo>
                  <a:pt x="372794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1" name="Rhomboid Bild 4 Spalten">
            <a:extLst>
              <a:ext uri="{FF2B5EF4-FFF2-40B4-BE49-F238E27FC236}">
                <a16:creationId xmlns:a16="http://schemas.microsoft.com/office/drawing/2014/main" id="{23A1F439-72B6-4499-B473-E21B037F45D8}"/>
              </a:ext>
            </a:extLst>
          </p:cNvPr>
          <p:cNvSpPr>
            <a:spLocks noGrp="1"/>
          </p:cNvSpPr>
          <p:nvPr>
            <p:ph type="pic" sz="quarter" idx="12" hasCustomPrompt="1"/>
          </p:nvPr>
        </p:nvSpPr>
        <p:spPr>
          <a:xfrm>
            <a:off x="7378701" y="1"/>
            <a:ext cx="4141788" cy="6480175"/>
          </a:xfrm>
          <a:custGeom>
            <a:avLst/>
            <a:gdLst>
              <a:gd name="connsiteX0" fmla="*/ 1766271 w 4141788"/>
              <a:gd name="connsiteY0" fmla="*/ 0 h 6480175"/>
              <a:gd name="connsiteX1" fmla="*/ 4141788 w 4141788"/>
              <a:gd name="connsiteY1" fmla="*/ 0 h 6480175"/>
              <a:gd name="connsiteX2" fmla="*/ 4141788 w 4141788"/>
              <a:gd name="connsiteY2" fmla="*/ 6480175 h 6480175"/>
              <a:gd name="connsiteX3" fmla="*/ 3599362 w 4141788"/>
              <a:gd name="connsiteY3" fmla="*/ 6480175 h 6480175"/>
              <a:gd name="connsiteX4" fmla="*/ 3599362 w 4141788"/>
              <a:gd name="connsiteY4" fmla="*/ 6173787 h 6480175"/>
              <a:gd name="connsiteX5" fmla="*/ 2845299 w 4141788"/>
              <a:gd name="connsiteY5" fmla="*/ 6173787 h 6480175"/>
              <a:gd name="connsiteX6" fmla="*/ 2845299 w 4141788"/>
              <a:gd name="connsiteY6" fmla="*/ 6480175 h 6480175"/>
              <a:gd name="connsiteX7" fmla="*/ 0 w 4141788"/>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41788" h="6480175">
                <a:moveTo>
                  <a:pt x="1766271" y="0"/>
                </a:moveTo>
                <a:lnTo>
                  <a:pt x="4141788" y="0"/>
                </a:lnTo>
                <a:lnTo>
                  <a:pt x="4141788" y="6480175"/>
                </a:lnTo>
                <a:lnTo>
                  <a:pt x="3599362" y="6480175"/>
                </a:lnTo>
                <a:lnTo>
                  <a:pt x="3599362" y="6173787"/>
                </a:lnTo>
                <a:lnTo>
                  <a:pt x="2845299" y="6173787"/>
                </a:lnTo>
                <a:lnTo>
                  <a:pt x="2845299"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30" name="Rhomboid Bild 3 Spalten">
            <a:extLst>
              <a:ext uri="{FF2B5EF4-FFF2-40B4-BE49-F238E27FC236}">
                <a16:creationId xmlns:a16="http://schemas.microsoft.com/office/drawing/2014/main" id="{3A0886EA-8BE1-4DA7-AF08-BD1EE33DD6E1}"/>
              </a:ext>
            </a:extLst>
          </p:cNvPr>
          <p:cNvSpPr>
            <a:spLocks noGrp="1"/>
          </p:cNvSpPr>
          <p:nvPr>
            <p:ph type="pic" sz="quarter" idx="11" hasCustomPrompt="1"/>
          </p:nvPr>
        </p:nvSpPr>
        <p:spPr>
          <a:xfrm>
            <a:off x="8258176" y="1"/>
            <a:ext cx="3262313" cy="6480175"/>
          </a:xfrm>
          <a:custGeom>
            <a:avLst/>
            <a:gdLst>
              <a:gd name="connsiteX0" fmla="*/ 1766697 w 3262313"/>
              <a:gd name="connsiteY0" fmla="*/ 0 h 6480175"/>
              <a:gd name="connsiteX1" fmla="*/ 3262313 w 3262313"/>
              <a:gd name="connsiteY1" fmla="*/ 0 h 6480175"/>
              <a:gd name="connsiteX2" fmla="*/ 3262313 w 3262313"/>
              <a:gd name="connsiteY2" fmla="*/ 6480175 h 6480175"/>
              <a:gd name="connsiteX3" fmla="*/ 2719887 w 3262313"/>
              <a:gd name="connsiteY3" fmla="*/ 6480175 h 6480175"/>
              <a:gd name="connsiteX4" fmla="*/ 2719887 w 3262313"/>
              <a:gd name="connsiteY4" fmla="*/ 6173787 h 6480175"/>
              <a:gd name="connsiteX5" fmla="*/ 1965824 w 3262313"/>
              <a:gd name="connsiteY5" fmla="*/ 6173787 h 6480175"/>
              <a:gd name="connsiteX6" fmla="*/ 1965824 w 3262313"/>
              <a:gd name="connsiteY6" fmla="*/ 6480175 h 6480175"/>
              <a:gd name="connsiteX7" fmla="*/ 0 w 3262313"/>
              <a:gd name="connsiteY7" fmla="*/ 6480175 h 648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62313" h="6480175">
                <a:moveTo>
                  <a:pt x="1766697" y="0"/>
                </a:moveTo>
                <a:lnTo>
                  <a:pt x="3262313" y="0"/>
                </a:lnTo>
                <a:lnTo>
                  <a:pt x="3262313" y="6480175"/>
                </a:lnTo>
                <a:lnTo>
                  <a:pt x="2719887" y="6480175"/>
                </a:lnTo>
                <a:lnTo>
                  <a:pt x="2719887" y="6173787"/>
                </a:lnTo>
                <a:lnTo>
                  <a:pt x="1965824" y="6173787"/>
                </a:lnTo>
                <a:lnTo>
                  <a:pt x="1965824" y="6480175"/>
                </a:lnTo>
                <a:lnTo>
                  <a:pt x="0" y="6480175"/>
                </a:lnTo>
                <a:close/>
              </a:path>
            </a:pathLst>
          </a:custGeom>
          <a:solidFill>
            <a:schemeClr val="bg2">
              <a:alpha val="30000"/>
            </a:schemeClr>
          </a:solidFill>
        </p:spPr>
        <p:txBody>
          <a:bodyPr wrap="square" lIns="288000" bIns="36000" anchor="b" anchorCtr="0">
            <a:noAutofit/>
          </a:bodyPr>
          <a:lstStyle>
            <a:lvl1pPr algn="l">
              <a:defRPr sz="1000" b="0"/>
            </a:lvl1pPr>
          </a:lstStyle>
          <a:p>
            <a:r>
              <a:rPr lang="de-DE" dirty="0"/>
              <a:t>ggf. Bild </a:t>
            </a:r>
            <a:br>
              <a:rPr lang="de-DE" dirty="0"/>
            </a:br>
            <a:r>
              <a:rPr lang="de-DE" dirty="0"/>
              <a:t>einfügen per </a:t>
            </a:r>
            <a:br>
              <a:rPr lang="de-DE" dirty="0"/>
            </a:br>
            <a:r>
              <a:rPr lang="de-DE" dirty="0"/>
              <a:t>Drag-n-Drop </a:t>
            </a:r>
            <a:br>
              <a:rPr lang="de-DE" dirty="0"/>
            </a:br>
            <a:r>
              <a:rPr lang="de-DE" dirty="0"/>
              <a:t>oder </a:t>
            </a:r>
            <a:br>
              <a:rPr lang="de-DE" dirty="0"/>
            </a:br>
            <a:r>
              <a:rPr lang="de-DE" dirty="0"/>
              <a:t>löschen</a:t>
            </a:r>
          </a:p>
        </p:txBody>
      </p:sp>
      <p:sp>
        <p:nvSpPr>
          <p:cNvPr id="8" name="Text">
            <a:extLst>
              <a:ext uri="{FF2B5EF4-FFF2-40B4-BE49-F238E27FC236}">
                <a16:creationId xmlns:a16="http://schemas.microsoft.com/office/drawing/2014/main" id="{25230366-7AB1-4EE3-AD91-2C54FE8789C5}"/>
              </a:ext>
            </a:extLst>
          </p:cNvPr>
          <p:cNvSpPr>
            <a:spLocks noGrp="1"/>
          </p:cNvSpPr>
          <p:nvPr>
            <p:ph type="body" orient="vert" idx="1" hasCustomPrompt="1"/>
          </p:nvPr>
        </p:nvSpPr>
        <p:spPr>
          <a:xfrm>
            <a:off x="539750" y="1295400"/>
            <a:ext cx="6948488" cy="4500563"/>
          </a:xfrm>
        </p:spPr>
        <p:txBody>
          <a:bodyPr vert="horz"/>
          <a:lstStyle>
            <a:lvl1pPr marL="0" indent="0">
              <a:spcBef>
                <a:spcPts val="0"/>
              </a:spcBef>
              <a:buFont typeface="Arial" panose="020B0604020202020204" pitchFamily="34" charset="0"/>
              <a:buNone/>
              <a:defRPr sz="3400" b="0">
                <a:solidFill>
                  <a:schemeClr val="tx1"/>
                </a:solidFill>
                <a:latin typeface="+mj-lt"/>
              </a:defRPr>
            </a:lvl1pPr>
            <a:lvl2pPr marL="0" indent="0">
              <a:spcBef>
                <a:spcPts val="0"/>
              </a:spcBef>
              <a:buFont typeface="Arial" panose="020B0604020202020204" pitchFamily="34" charset="0"/>
              <a:buNone/>
              <a:defRPr sz="3400" b="0">
                <a:solidFill>
                  <a:schemeClr val="tx1"/>
                </a:solidFill>
              </a:defRPr>
            </a:lvl2pPr>
            <a:lvl3pPr marL="0" indent="0">
              <a:spcBef>
                <a:spcPts val="0"/>
              </a:spcBef>
              <a:buFont typeface="Arial" panose="020B0604020202020204" pitchFamily="34" charset="0"/>
              <a:buNone/>
              <a:defRPr sz="3400" b="0">
                <a:solidFill>
                  <a:schemeClr val="tx1"/>
                </a:solidFill>
              </a:defRPr>
            </a:lvl3pPr>
            <a:lvl4pPr marL="0" indent="0">
              <a:spcBef>
                <a:spcPts val="0"/>
              </a:spcBef>
              <a:buFont typeface="Arial" panose="020B0604020202020204" pitchFamily="34" charset="0"/>
              <a:buNone/>
              <a:defRPr sz="3400" b="0">
                <a:solidFill>
                  <a:schemeClr val="tx1"/>
                </a:solidFill>
              </a:defRPr>
            </a:lvl4pPr>
            <a:lvl5pPr marL="0" indent="0">
              <a:spcBef>
                <a:spcPts val="0"/>
              </a:spcBef>
              <a:buFont typeface="Arial" panose="020B0604020202020204" pitchFamily="34" charset="0"/>
              <a:buNone/>
              <a:defRPr sz="3400" b="0">
                <a:solidFill>
                  <a:schemeClr val="tx1"/>
                </a:solidFill>
              </a:defRPr>
            </a:lvl5pPr>
            <a:lvl6pPr marL="0" indent="0">
              <a:spcBef>
                <a:spcPts val="0"/>
              </a:spcBef>
              <a:buFont typeface="Arial" panose="020B0604020202020204" pitchFamily="34" charset="0"/>
              <a:buNone/>
              <a:defRPr sz="3400" b="0">
                <a:solidFill>
                  <a:schemeClr val="tx1"/>
                </a:solidFill>
              </a:defRPr>
            </a:lvl6pPr>
            <a:lvl7pPr marL="0" indent="0">
              <a:spcBef>
                <a:spcPts val="0"/>
              </a:spcBef>
              <a:buFont typeface="Arial" panose="020B0604020202020204" pitchFamily="34" charset="0"/>
              <a:buNone/>
              <a:defRPr sz="3400" b="0">
                <a:solidFill>
                  <a:schemeClr val="tx1"/>
                </a:solidFill>
              </a:defRPr>
            </a:lvl7pPr>
            <a:lvl8pPr marL="0" indent="0">
              <a:spcBef>
                <a:spcPts val="0"/>
              </a:spcBef>
              <a:buFont typeface="Arial" panose="020B0604020202020204" pitchFamily="34" charset="0"/>
              <a:buNone/>
              <a:defRPr sz="3400" b="0">
                <a:solidFill>
                  <a:schemeClr val="tx1"/>
                </a:solidFill>
              </a:defRPr>
            </a:lvl8pPr>
            <a:lvl9pPr marL="0" indent="0">
              <a:spcBef>
                <a:spcPts val="0"/>
              </a:spcBef>
              <a:buFont typeface="Arial" panose="020B0604020202020204" pitchFamily="34" charset="0"/>
              <a:buNone/>
              <a:defRPr sz="3400" b="0">
                <a:solidFill>
                  <a:schemeClr val="tx1"/>
                </a:solidFill>
              </a:defRPr>
            </a:lvl9pPr>
          </a:lstStyle>
          <a:p>
            <a:pPr lvl="0"/>
            <a:r>
              <a:rPr lang="de-DE" dirty="0"/>
              <a:t>Headline auf erster Ebene // für </a:t>
            </a:r>
            <a:r>
              <a:rPr lang="de-DE" dirty="0" err="1"/>
              <a:t>Subline</a:t>
            </a:r>
            <a:r>
              <a:rPr lang="de-DE" dirty="0"/>
              <a:t> &gt;&gt; Menü &gt; Start &gt; Absatz &gt; Listenebene</a:t>
            </a:r>
          </a:p>
          <a:p>
            <a:pPr lvl="1"/>
            <a:r>
              <a:rPr lang="de-DE" dirty="0"/>
              <a:t>Zweite Ebene</a:t>
            </a:r>
          </a:p>
        </p:txBody>
      </p:sp>
      <p:sp>
        <p:nvSpPr>
          <p:cNvPr id="12" name="Datum">
            <a:extLst>
              <a:ext uri="{FF2B5EF4-FFF2-40B4-BE49-F238E27FC236}">
                <a16:creationId xmlns:a16="http://schemas.microsoft.com/office/drawing/2014/main" id="{8EE4115E-BAA4-4E3A-ABBB-A88C2B5377EC}"/>
              </a:ext>
            </a:extLst>
          </p:cNvPr>
          <p:cNvSpPr>
            <a:spLocks noGrp="1"/>
          </p:cNvSpPr>
          <p:nvPr>
            <p:ph type="dt" sz="half" idx="2"/>
          </p:nvPr>
        </p:nvSpPr>
        <p:spPr>
          <a:xfrm>
            <a:off x="3168000" y="6211052"/>
            <a:ext cx="72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2AAD18AB-7869-4CEC-A89B-54DBEE7C6A92}" type="datetime1">
              <a:rPr lang="de-DE" smtClean="0"/>
              <a:t>10.05.2022</a:t>
            </a:fld>
            <a:endParaRPr lang="de-DE" sz="1000" dirty="0"/>
          </a:p>
        </p:txBody>
      </p:sp>
      <p:sp>
        <p:nvSpPr>
          <p:cNvPr id="13" name="Fußzeile">
            <a:extLst>
              <a:ext uri="{FF2B5EF4-FFF2-40B4-BE49-F238E27FC236}">
                <a16:creationId xmlns:a16="http://schemas.microsoft.com/office/drawing/2014/main" id="{89F6B5A2-2947-4548-AC3C-402EF6876329}"/>
              </a:ext>
            </a:extLst>
          </p:cNvPr>
          <p:cNvSpPr>
            <a:spLocks noGrp="1"/>
          </p:cNvSpPr>
          <p:nvPr>
            <p:ph type="ftr" sz="quarter" idx="3"/>
          </p:nvPr>
        </p:nvSpPr>
        <p:spPr>
          <a:xfrm>
            <a:off x="539750" y="6211052"/>
            <a:ext cx="237625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r>
              <a:rPr lang="en-US" dirty="0"/>
              <a:t>Refer to proprietary notice on title page</a:t>
            </a:r>
            <a:endParaRPr lang="de-DE" dirty="0"/>
          </a:p>
        </p:txBody>
      </p:sp>
      <p:sp>
        <p:nvSpPr>
          <p:cNvPr id="14" name="Foliennummer">
            <a:extLst>
              <a:ext uri="{FF2B5EF4-FFF2-40B4-BE49-F238E27FC236}">
                <a16:creationId xmlns:a16="http://schemas.microsoft.com/office/drawing/2014/main" id="{62E143D7-8296-47FF-ADA4-13D84B3C7184}"/>
              </a:ext>
            </a:extLst>
          </p:cNvPr>
          <p:cNvSpPr>
            <a:spLocks noGrp="1"/>
          </p:cNvSpPr>
          <p:nvPr>
            <p:ph type="sldNum" sz="quarter" idx="4"/>
          </p:nvPr>
        </p:nvSpPr>
        <p:spPr>
          <a:xfrm>
            <a:off x="4068000" y="6211052"/>
            <a:ext cx="54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3126285454"/>
      </p:ext>
    </p:extLst>
  </p:cSld>
  <p:clrMapOvr>
    <a:masterClrMapping/>
  </p:clrMapOvr>
  <p:extLst>
    <p:ext uri="{DCECCB84-F9BA-43D5-87BE-67443E8EF086}">
      <p15:sldGuideLst xmlns:p15="http://schemas.microsoft.com/office/powerpoint/2012/main">
        <p15:guide id="1" pos="340">
          <p15:clr>
            <a:srgbClr val="FBAE40"/>
          </p15:clr>
        </p15:guide>
        <p15:guide id="2" orient="horz" pos="385">
          <p15:clr>
            <a:srgbClr val="FBAE40"/>
          </p15:clr>
        </p15:guide>
        <p15:guide id="3" pos="4717">
          <p15:clr>
            <a:srgbClr val="FBAE40"/>
          </p15:clr>
        </p15:guide>
        <p15:guide id="4" pos="6917">
          <p15:clr>
            <a:srgbClr val="FBAE40"/>
          </p15:clr>
        </p15:guide>
        <p15:guide id="5" orient="horz" pos="816">
          <p15:clr>
            <a:srgbClr val="FBAE40"/>
          </p15:clr>
        </p15:guide>
        <p15:guide id="6" orient="horz" pos="3651">
          <p15:clr>
            <a:srgbClr val="FBAE40"/>
          </p15:clr>
        </p15:guide>
        <p15:guide id="7" pos="41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image" Target="../media/image2.png"/><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1.png"/><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0" name="Rhombofähnchen">
            <a:extLst>
              <a:ext uri="{FF2B5EF4-FFF2-40B4-BE49-F238E27FC236}">
                <a16:creationId xmlns:a16="http://schemas.microsoft.com/office/drawing/2014/main" id="{2131920C-38D4-4B66-916C-8D002BC08CE1}"/>
              </a:ext>
            </a:extLst>
          </p:cNvPr>
          <p:cNvSpPr>
            <a:spLocks noChangeAspect="1"/>
          </p:cNvSpPr>
          <p:nvPr userDrawn="1"/>
        </p:nvSpPr>
        <p:spPr bwMode="auto">
          <a:xfrm>
            <a:off x="540000" y="0"/>
            <a:ext cx="833438" cy="287338"/>
          </a:xfrm>
          <a:custGeom>
            <a:avLst/>
            <a:gdLst>
              <a:gd name="T0" fmla="*/ 221 w 2320"/>
              <a:gd name="T1" fmla="*/ 0 h 800"/>
              <a:gd name="T2" fmla="*/ 0 w 2320"/>
              <a:gd name="T3" fmla="*/ 800 h 800"/>
              <a:gd name="T4" fmla="*/ 2099 w 2320"/>
              <a:gd name="T5" fmla="*/ 800 h 800"/>
              <a:gd name="T6" fmla="*/ 2320 w 2320"/>
              <a:gd name="T7" fmla="*/ 0 h 800"/>
              <a:gd name="T8" fmla="*/ 221 w 2320"/>
              <a:gd name="T9" fmla="*/ 0 h 800"/>
            </a:gdLst>
            <a:ahLst/>
            <a:cxnLst>
              <a:cxn ang="0">
                <a:pos x="T0" y="T1"/>
              </a:cxn>
              <a:cxn ang="0">
                <a:pos x="T2" y="T3"/>
              </a:cxn>
              <a:cxn ang="0">
                <a:pos x="T4" y="T5"/>
              </a:cxn>
              <a:cxn ang="0">
                <a:pos x="T6" y="T7"/>
              </a:cxn>
              <a:cxn ang="0">
                <a:pos x="T8" y="T9"/>
              </a:cxn>
            </a:cxnLst>
            <a:rect l="0" t="0" r="r" b="b"/>
            <a:pathLst>
              <a:path w="2320" h="800">
                <a:moveTo>
                  <a:pt x="221" y="0"/>
                </a:moveTo>
                <a:lnTo>
                  <a:pt x="0" y="800"/>
                </a:lnTo>
                <a:lnTo>
                  <a:pt x="2099" y="800"/>
                </a:lnTo>
                <a:lnTo>
                  <a:pt x="2320" y="0"/>
                </a:lnTo>
                <a:lnTo>
                  <a:pt x="221" y="0"/>
                </a:lnTo>
                <a:close/>
              </a:path>
            </a:pathLst>
          </a:custGeom>
          <a:solidFill>
            <a:srgbClr val="0090A7"/>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29" name="Logofläche">
            <a:extLst>
              <a:ext uri="{FF2B5EF4-FFF2-40B4-BE49-F238E27FC236}">
                <a16:creationId xmlns:a16="http://schemas.microsoft.com/office/drawing/2014/main" id="{A85F829D-9EC2-4B3A-B9ED-C5BF6898BFFE}"/>
              </a:ext>
            </a:extLst>
          </p:cNvPr>
          <p:cNvSpPr>
            <a:spLocks noChangeAspect="1" noChangeArrowheads="1"/>
          </p:cNvSpPr>
          <p:nvPr userDrawn="1"/>
        </p:nvSpPr>
        <p:spPr bwMode="auto">
          <a:xfrm>
            <a:off x="10224000" y="6173788"/>
            <a:ext cx="754063" cy="306388"/>
          </a:xfrm>
          <a:prstGeom prst="rect">
            <a:avLst/>
          </a:prstGeom>
          <a:solidFill>
            <a:srgbClr val="0090A7"/>
          </a:solidFill>
          <a:ln w="9525">
            <a:noFill/>
            <a:miter lim="800000"/>
            <a:headEnd/>
            <a:tailEnd/>
          </a:ln>
        </p:spPr>
        <p:txBody>
          <a:bodyPr vert="horz" wrap="square" lIns="91440" tIns="45720" rIns="91440" bIns="45720" numCol="1" anchor="t" anchorCtr="0" compatLnSpc="1">
            <a:prstTxWarp prst="textNoShape">
              <a:avLst/>
            </a:prstTxWarp>
          </a:bodyPr>
          <a:lstStyle/>
          <a:p>
            <a:endParaRPr lang="de-DE"/>
          </a:p>
        </p:txBody>
      </p:sp>
      <p:sp>
        <p:nvSpPr>
          <p:cNvPr id="31" name="INFORM Logo">
            <a:extLst>
              <a:ext uri="{FF2B5EF4-FFF2-40B4-BE49-F238E27FC236}">
                <a16:creationId xmlns:a16="http://schemas.microsoft.com/office/drawing/2014/main" id="{21FE644D-2D77-49E9-8FCC-A78C6C921257}"/>
              </a:ext>
            </a:extLst>
          </p:cNvPr>
          <p:cNvSpPr>
            <a:spLocks noChangeAspect="1" noEditPoints="1"/>
          </p:cNvSpPr>
          <p:nvPr userDrawn="1"/>
        </p:nvSpPr>
        <p:spPr bwMode="auto">
          <a:xfrm>
            <a:off x="10289087" y="6262688"/>
            <a:ext cx="598488" cy="93663"/>
          </a:xfrm>
          <a:custGeom>
            <a:avLst/>
            <a:gdLst>
              <a:gd name="T0" fmla="*/ 1267 w 1667"/>
              <a:gd name="T1" fmla="*/ 4 h 258"/>
              <a:gd name="T2" fmla="*/ 1159 w 1667"/>
              <a:gd name="T3" fmla="*/ 254 h 258"/>
              <a:gd name="T4" fmla="*/ 1225 w 1667"/>
              <a:gd name="T5" fmla="*/ 57 h 258"/>
              <a:gd name="T6" fmla="*/ 1298 w 1667"/>
              <a:gd name="T7" fmla="*/ 95 h 258"/>
              <a:gd name="T8" fmla="*/ 1227 w 1667"/>
              <a:gd name="T9" fmla="*/ 133 h 258"/>
              <a:gd name="T10" fmla="*/ 1384 w 1667"/>
              <a:gd name="T11" fmla="*/ 254 h 258"/>
              <a:gd name="T12" fmla="*/ 1364 w 1667"/>
              <a:gd name="T13" fmla="*/ 94 h 258"/>
              <a:gd name="T14" fmla="*/ 1667 w 1667"/>
              <a:gd name="T15" fmla="*/ 4 h 258"/>
              <a:gd name="T16" fmla="*/ 1533 w 1667"/>
              <a:gd name="T17" fmla="*/ 164 h 258"/>
              <a:gd name="T18" fmla="*/ 1400 w 1667"/>
              <a:gd name="T19" fmla="*/ 4 h 258"/>
              <a:gd name="T20" fmla="*/ 1458 w 1667"/>
              <a:gd name="T21" fmla="*/ 254 h 258"/>
              <a:gd name="T22" fmla="*/ 1505 w 1667"/>
              <a:gd name="T23" fmla="*/ 254 h 258"/>
              <a:gd name="T24" fmla="*/ 1603 w 1667"/>
              <a:gd name="T25" fmla="*/ 105 h 258"/>
              <a:gd name="T26" fmla="*/ 1667 w 1667"/>
              <a:gd name="T27" fmla="*/ 254 h 258"/>
              <a:gd name="T28" fmla="*/ 875 w 1667"/>
              <a:gd name="T29" fmla="*/ 61 h 258"/>
              <a:gd name="T30" fmla="*/ 696 w 1667"/>
              <a:gd name="T31" fmla="*/ 4 h 258"/>
              <a:gd name="T32" fmla="*/ 763 w 1667"/>
              <a:gd name="T33" fmla="*/ 254 h 258"/>
              <a:gd name="T34" fmla="*/ 854 w 1667"/>
              <a:gd name="T35" fmla="*/ 169 h 258"/>
              <a:gd name="T36" fmla="*/ 763 w 1667"/>
              <a:gd name="T37" fmla="*/ 115 h 258"/>
              <a:gd name="T38" fmla="*/ 608 w 1667"/>
              <a:gd name="T39" fmla="*/ 254 h 258"/>
              <a:gd name="T40" fmla="*/ 664 w 1667"/>
              <a:gd name="T41" fmla="*/ 4 h 258"/>
              <a:gd name="T42" fmla="*/ 600 w 1667"/>
              <a:gd name="T43" fmla="*/ 133 h 258"/>
              <a:gd name="T44" fmla="*/ 441 w 1667"/>
              <a:gd name="T45" fmla="*/ 4 h 258"/>
              <a:gd name="T46" fmla="*/ 505 w 1667"/>
              <a:gd name="T47" fmla="*/ 254 h 258"/>
              <a:gd name="T48" fmla="*/ 608 w 1667"/>
              <a:gd name="T49" fmla="*/ 254 h 258"/>
              <a:gd name="T50" fmla="*/ 409 w 1667"/>
              <a:gd name="T51" fmla="*/ 254 h 258"/>
              <a:gd name="T52" fmla="*/ 342 w 1667"/>
              <a:gd name="T53" fmla="*/ 4 h 258"/>
              <a:gd name="T54" fmla="*/ 1134 w 1667"/>
              <a:gd name="T55" fmla="*/ 128 h 258"/>
              <a:gd name="T56" fmla="*/ 888 w 1667"/>
              <a:gd name="T57" fmla="*/ 129 h 258"/>
              <a:gd name="T58" fmla="*/ 1134 w 1667"/>
              <a:gd name="T59" fmla="*/ 128 h 258"/>
              <a:gd name="T60" fmla="*/ 1011 w 1667"/>
              <a:gd name="T61" fmla="*/ 203 h 258"/>
              <a:gd name="T62" fmla="*/ 957 w 1667"/>
              <a:gd name="T63" fmla="*/ 118 h 258"/>
              <a:gd name="T64" fmla="*/ 1064 w 1667"/>
              <a:gd name="T65" fmla="*/ 119 h 258"/>
              <a:gd name="T66" fmla="*/ 223 w 1667"/>
              <a:gd name="T67" fmla="*/ 254 h 258"/>
              <a:gd name="T68" fmla="*/ 70 w 1667"/>
              <a:gd name="T69" fmla="*/ 4 h 258"/>
              <a:gd name="T70" fmla="*/ 223 w 1667"/>
              <a:gd name="T71" fmla="*/ 254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67" h="258">
                <a:moveTo>
                  <a:pt x="1364" y="94"/>
                </a:moveTo>
                <a:cubicBezTo>
                  <a:pt x="1364" y="15"/>
                  <a:pt x="1331" y="4"/>
                  <a:pt x="1267" y="4"/>
                </a:cubicBezTo>
                <a:lnTo>
                  <a:pt x="1159" y="4"/>
                </a:lnTo>
                <a:lnTo>
                  <a:pt x="1159" y="254"/>
                </a:lnTo>
                <a:lnTo>
                  <a:pt x="1225" y="254"/>
                </a:lnTo>
                <a:lnTo>
                  <a:pt x="1225" y="57"/>
                </a:lnTo>
                <a:lnTo>
                  <a:pt x="1266" y="57"/>
                </a:lnTo>
                <a:cubicBezTo>
                  <a:pt x="1286" y="57"/>
                  <a:pt x="1298" y="63"/>
                  <a:pt x="1298" y="95"/>
                </a:cubicBezTo>
                <a:cubicBezTo>
                  <a:pt x="1298" y="126"/>
                  <a:pt x="1288" y="133"/>
                  <a:pt x="1267" y="133"/>
                </a:cubicBezTo>
                <a:cubicBezTo>
                  <a:pt x="1263" y="133"/>
                  <a:pt x="1227" y="133"/>
                  <a:pt x="1227" y="133"/>
                </a:cubicBezTo>
                <a:lnTo>
                  <a:pt x="1308" y="254"/>
                </a:lnTo>
                <a:lnTo>
                  <a:pt x="1384" y="254"/>
                </a:lnTo>
                <a:lnTo>
                  <a:pt x="1326" y="170"/>
                </a:lnTo>
                <a:cubicBezTo>
                  <a:pt x="1351" y="163"/>
                  <a:pt x="1364" y="144"/>
                  <a:pt x="1364" y="94"/>
                </a:cubicBezTo>
                <a:close/>
                <a:moveTo>
                  <a:pt x="1667" y="254"/>
                </a:moveTo>
                <a:lnTo>
                  <a:pt x="1667" y="4"/>
                </a:lnTo>
                <a:lnTo>
                  <a:pt x="1584" y="4"/>
                </a:lnTo>
                <a:lnTo>
                  <a:pt x="1533" y="164"/>
                </a:lnTo>
                <a:lnTo>
                  <a:pt x="1483" y="4"/>
                </a:lnTo>
                <a:lnTo>
                  <a:pt x="1400" y="4"/>
                </a:lnTo>
                <a:lnTo>
                  <a:pt x="1400" y="254"/>
                </a:lnTo>
                <a:lnTo>
                  <a:pt x="1458" y="254"/>
                </a:lnTo>
                <a:lnTo>
                  <a:pt x="1458" y="105"/>
                </a:lnTo>
                <a:lnTo>
                  <a:pt x="1505" y="254"/>
                </a:lnTo>
                <a:lnTo>
                  <a:pt x="1557" y="254"/>
                </a:lnTo>
                <a:lnTo>
                  <a:pt x="1603" y="105"/>
                </a:lnTo>
                <a:lnTo>
                  <a:pt x="1603" y="254"/>
                </a:lnTo>
                <a:lnTo>
                  <a:pt x="1667" y="254"/>
                </a:lnTo>
                <a:close/>
                <a:moveTo>
                  <a:pt x="763" y="61"/>
                </a:moveTo>
                <a:lnTo>
                  <a:pt x="875" y="61"/>
                </a:lnTo>
                <a:lnTo>
                  <a:pt x="875" y="4"/>
                </a:lnTo>
                <a:lnTo>
                  <a:pt x="696" y="4"/>
                </a:lnTo>
                <a:lnTo>
                  <a:pt x="696" y="254"/>
                </a:lnTo>
                <a:lnTo>
                  <a:pt x="763" y="254"/>
                </a:lnTo>
                <a:lnTo>
                  <a:pt x="763" y="169"/>
                </a:lnTo>
                <a:lnTo>
                  <a:pt x="854" y="169"/>
                </a:lnTo>
                <a:lnTo>
                  <a:pt x="854" y="115"/>
                </a:lnTo>
                <a:lnTo>
                  <a:pt x="763" y="115"/>
                </a:lnTo>
                <a:lnTo>
                  <a:pt x="763" y="61"/>
                </a:lnTo>
                <a:close/>
                <a:moveTo>
                  <a:pt x="608" y="254"/>
                </a:moveTo>
                <a:lnTo>
                  <a:pt x="664" y="254"/>
                </a:lnTo>
                <a:lnTo>
                  <a:pt x="664" y="4"/>
                </a:lnTo>
                <a:lnTo>
                  <a:pt x="600" y="4"/>
                </a:lnTo>
                <a:lnTo>
                  <a:pt x="600" y="133"/>
                </a:lnTo>
                <a:lnTo>
                  <a:pt x="508" y="4"/>
                </a:lnTo>
                <a:lnTo>
                  <a:pt x="441" y="4"/>
                </a:lnTo>
                <a:lnTo>
                  <a:pt x="441" y="254"/>
                </a:lnTo>
                <a:lnTo>
                  <a:pt x="505" y="254"/>
                </a:lnTo>
                <a:lnTo>
                  <a:pt x="505" y="108"/>
                </a:lnTo>
                <a:lnTo>
                  <a:pt x="608" y="254"/>
                </a:lnTo>
                <a:close/>
                <a:moveTo>
                  <a:pt x="342" y="254"/>
                </a:moveTo>
                <a:lnTo>
                  <a:pt x="409" y="254"/>
                </a:lnTo>
                <a:lnTo>
                  <a:pt x="409" y="4"/>
                </a:lnTo>
                <a:lnTo>
                  <a:pt x="342" y="4"/>
                </a:lnTo>
                <a:lnTo>
                  <a:pt x="342" y="254"/>
                </a:lnTo>
                <a:close/>
                <a:moveTo>
                  <a:pt x="1134" y="128"/>
                </a:moveTo>
                <a:cubicBezTo>
                  <a:pt x="1134" y="19"/>
                  <a:pt x="1086" y="0"/>
                  <a:pt x="1011" y="0"/>
                </a:cubicBezTo>
                <a:cubicBezTo>
                  <a:pt x="936" y="0"/>
                  <a:pt x="888" y="19"/>
                  <a:pt x="888" y="129"/>
                </a:cubicBezTo>
                <a:cubicBezTo>
                  <a:pt x="888" y="239"/>
                  <a:pt x="936" y="258"/>
                  <a:pt x="1010" y="258"/>
                </a:cubicBezTo>
                <a:cubicBezTo>
                  <a:pt x="1085" y="258"/>
                  <a:pt x="1134" y="238"/>
                  <a:pt x="1134" y="128"/>
                </a:cubicBezTo>
                <a:close/>
                <a:moveTo>
                  <a:pt x="1064" y="139"/>
                </a:moveTo>
                <a:cubicBezTo>
                  <a:pt x="1064" y="186"/>
                  <a:pt x="1053" y="203"/>
                  <a:pt x="1011" y="203"/>
                </a:cubicBezTo>
                <a:cubicBezTo>
                  <a:pt x="970" y="203"/>
                  <a:pt x="957" y="185"/>
                  <a:pt x="957" y="138"/>
                </a:cubicBezTo>
                <a:lnTo>
                  <a:pt x="957" y="118"/>
                </a:lnTo>
                <a:cubicBezTo>
                  <a:pt x="957" y="71"/>
                  <a:pt x="969" y="56"/>
                  <a:pt x="1010" y="56"/>
                </a:cubicBezTo>
                <a:cubicBezTo>
                  <a:pt x="1052" y="56"/>
                  <a:pt x="1064" y="72"/>
                  <a:pt x="1064" y="119"/>
                </a:cubicBezTo>
                <a:lnTo>
                  <a:pt x="1064" y="139"/>
                </a:lnTo>
                <a:close/>
                <a:moveTo>
                  <a:pt x="223" y="254"/>
                </a:moveTo>
                <a:lnTo>
                  <a:pt x="292" y="4"/>
                </a:lnTo>
                <a:lnTo>
                  <a:pt x="70" y="4"/>
                </a:lnTo>
                <a:lnTo>
                  <a:pt x="0" y="254"/>
                </a:lnTo>
                <a:lnTo>
                  <a:pt x="223" y="25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2" name="Überschrift">
            <a:extLst>
              <a:ext uri="{FF2B5EF4-FFF2-40B4-BE49-F238E27FC236}">
                <a16:creationId xmlns:a16="http://schemas.microsoft.com/office/drawing/2014/main" id="{77FB4912-5143-46BD-AFDC-2D16014CC15C}"/>
              </a:ext>
            </a:extLst>
          </p:cNvPr>
          <p:cNvSpPr>
            <a:spLocks noGrp="1"/>
          </p:cNvSpPr>
          <p:nvPr userDrawn="1">
            <p:ph type="title"/>
          </p:nvPr>
        </p:nvSpPr>
        <p:spPr>
          <a:xfrm>
            <a:off x="539750" y="611187"/>
            <a:ext cx="6948488" cy="612000"/>
          </a:xfrm>
          <a:prstGeom prst="rect">
            <a:avLst/>
          </a:prstGeom>
        </p:spPr>
        <p:txBody>
          <a:bodyPr vert="horz" lIns="0" tIns="0" rIns="0" bIns="0" rtlCol="0" anchor="t" anchorCtr="0">
            <a:noAutofit/>
          </a:bodyPr>
          <a:lstStyle/>
          <a:p>
            <a:r>
              <a:rPr lang="de-DE" dirty="0"/>
              <a:t>Hier steht eine Überschrift</a:t>
            </a:r>
            <a:br>
              <a:rPr lang="de-DE" dirty="0"/>
            </a:br>
            <a:r>
              <a:rPr lang="de-DE" dirty="0"/>
              <a:t>Diese kann zweizeilig sein</a:t>
            </a:r>
          </a:p>
        </p:txBody>
      </p:sp>
      <p:sp>
        <p:nvSpPr>
          <p:cNvPr id="3" name="Text">
            <a:extLst>
              <a:ext uri="{FF2B5EF4-FFF2-40B4-BE49-F238E27FC236}">
                <a16:creationId xmlns:a16="http://schemas.microsoft.com/office/drawing/2014/main" id="{EE7B0853-D7B0-4E6A-9E5A-D4086C1FCE9F}"/>
              </a:ext>
            </a:extLst>
          </p:cNvPr>
          <p:cNvSpPr>
            <a:spLocks noGrp="1"/>
          </p:cNvSpPr>
          <p:nvPr userDrawn="1">
            <p:ph type="body" idx="1"/>
          </p:nvPr>
        </p:nvSpPr>
        <p:spPr>
          <a:xfrm>
            <a:off x="539750" y="1350963"/>
            <a:ext cx="6948488" cy="4445000"/>
          </a:xfrm>
          <a:prstGeom prst="rect">
            <a:avLst/>
          </a:prstGeom>
        </p:spPr>
        <p:txBody>
          <a:bodyPr vert="horz" lIns="0" tIns="0" rIns="0" bIns="0" rtlCol="0" anchor="t" anchorCtr="0">
            <a:noAutofit/>
          </a:bodyPr>
          <a:lstStyle/>
          <a:p>
            <a:pPr lvl="0"/>
            <a:r>
              <a:rPr lang="en-US" dirty="0"/>
              <a:t>First level text // for bullets, numbering and other text levels </a:t>
            </a:r>
            <a:br>
              <a:rPr lang="en-US" dirty="0"/>
            </a:br>
            <a:r>
              <a:rPr lang="en-US" dirty="0"/>
              <a:t>&gt;&gt; Menu &gt; Home &gt; Paragraph &gt; Increase/Decrease List Level</a:t>
            </a:r>
            <a:br>
              <a:rPr lang="en-US" dirty="0"/>
            </a:br>
            <a:br>
              <a:rPr lang="en-US" dirty="0"/>
            </a:br>
            <a:r>
              <a:rPr lang="de-DE" dirty="0"/>
              <a:t>Text auf erster Ebene // für Aufzählung, Nummerierung und weitere Textebenen </a:t>
            </a:r>
            <a:br>
              <a:rPr lang="de-DE" dirty="0"/>
            </a:br>
            <a:r>
              <a:rPr lang="de-DE" dirty="0"/>
              <a:t>&gt;&gt; Menü &gt; Start &gt; Absatz &gt; Listenebene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grpSp>
        <p:nvGrpSpPr>
          <p:cNvPr id="47" name="Regieanweisung">
            <a:extLst>
              <a:ext uri="{FF2B5EF4-FFF2-40B4-BE49-F238E27FC236}">
                <a16:creationId xmlns:a16="http://schemas.microsoft.com/office/drawing/2014/main" id="{6EAC8C23-B5EF-489F-9599-BF0E4833E54B}"/>
              </a:ext>
            </a:extLst>
          </p:cNvPr>
          <p:cNvGrpSpPr/>
          <p:nvPr userDrawn="1"/>
        </p:nvGrpSpPr>
        <p:grpSpPr>
          <a:xfrm>
            <a:off x="-2124000" y="-540003"/>
            <a:ext cx="15334578" cy="7632004"/>
            <a:chOff x="-2124000" y="-540003"/>
            <a:chExt cx="15334578" cy="7632004"/>
          </a:xfrm>
        </p:grpSpPr>
        <p:sp>
          <p:nvSpPr>
            <p:cNvPr id="48" name="Zurücksetzen">
              <a:extLst>
                <a:ext uri="{FF2B5EF4-FFF2-40B4-BE49-F238E27FC236}">
                  <a16:creationId xmlns:a16="http://schemas.microsoft.com/office/drawing/2014/main" id="{D44145A0-7BF9-4400-B27C-B3A810950555}"/>
                </a:ext>
              </a:extLst>
            </p:cNvPr>
            <p:cNvSpPr txBox="1"/>
            <p:nvPr userDrawn="1"/>
          </p:nvSpPr>
          <p:spPr>
            <a:xfrm rot="10800000" flipH="1" flipV="1">
              <a:off x="5760244" y="-540003"/>
              <a:ext cx="5220493" cy="468003"/>
            </a:xfrm>
            <a:prstGeom prst="rect">
              <a:avLst/>
            </a:prstGeom>
            <a:noFill/>
            <a:ln w="12700">
              <a:noFill/>
            </a:ln>
          </p:spPr>
          <p:txBody>
            <a:bodyPr vert="horz" wrap="square" lIns="0" tIns="0" rIns="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en-US" sz="1000" b="0" baseline="0" noProof="0" dirty="0">
                  <a:solidFill>
                    <a:schemeClr val="tx1"/>
                  </a:solidFill>
                  <a:latin typeface="+mn-lt"/>
                </a:rPr>
                <a:t>Reset slide to original format in the menu via:</a:t>
              </a:r>
            </a:p>
            <a:p>
              <a:pPr indent="0" algn="r">
                <a:lnSpc>
                  <a:spcPct val="100000"/>
                </a:lnSpc>
                <a:spcBef>
                  <a:spcPts val="0"/>
                </a:spcBef>
                <a:spcAft>
                  <a:spcPts val="0"/>
                </a:spcAft>
              </a:pPr>
              <a:r>
                <a:rPr lang="de-CH" sz="1000" b="1" baseline="0" dirty="0">
                  <a:solidFill>
                    <a:schemeClr val="tx1"/>
                  </a:solidFill>
                  <a:latin typeface="+mn-lt"/>
                </a:rPr>
                <a:t>Home &gt; </a:t>
              </a:r>
              <a:r>
                <a:rPr lang="en-US" sz="1000" b="1" baseline="0" noProof="0" dirty="0">
                  <a:solidFill>
                    <a:schemeClr val="tx1"/>
                  </a:solidFill>
                  <a:latin typeface="+mn-lt"/>
                </a:rPr>
                <a:t>Slides &gt; Reset</a:t>
              </a:r>
              <a:r>
                <a:rPr lang="en-US" sz="800" b="0" baseline="0" noProof="0" dirty="0">
                  <a:solidFill>
                    <a:schemeClr val="tx1">
                      <a:lumMod val="50000"/>
                      <a:lumOff val="50000"/>
                    </a:schemeClr>
                  </a:solidFill>
                  <a:latin typeface="+mn-lt"/>
                </a:rPr>
                <a:t> </a:t>
              </a:r>
              <a:r>
                <a:rPr lang="de-CH" sz="800" b="0" baseline="0" dirty="0">
                  <a:solidFill>
                    <a:schemeClr val="tx1">
                      <a:lumMod val="50000"/>
                      <a:lumOff val="50000"/>
                    </a:schemeClr>
                  </a:solidFill>
                  <a:latin typeface="+mn-lt"/>
                </a:rPr>
                <a:t>(Start &gt; Folien &gt; Zurücksetzen)</a:t>
              </a:r>
              <a:endParaRPr lang="de-CH" sz="1000" b="0" baseline="0" dirty="0">
                <a:solidFill>
                  <a:schemeClr val="tx1">
                    <a:lumMod val="50000"/>
                    <a:lumOff val="50000"/>
                  </a:schemeClr>
                </a:solidFill>
                <a:latin typeface="+mn-lt"/>
              </a:endParaRPr>
            </a:p>
          </p:txBody>
        </p:sp>
        <p:sp>
          <p:nvSpPr>
            <p:cNvPr id="49" name="Layoutwechsel">
              <a:extLst>
                <a:ext uri="{FF2B5EF4-FFF2-40B4-BE49-F238E27FC236}">
                  <a16:creationId xmlns:a16="http://schemas.microsoft.com/office/drawing/2014/main" id="{B1F12085-B82D-4786-939C-1F8056005A1B}"/>
                </a:ext>
              </a:extLst>
            </p:cNvPr>
            <p:cNvSpPr txBox="1"/>
            <p:nvPr userDrawn="1"/>
          </p:nvSpPr>
          <p:spPr>
            <a:xfrm rot="10800000" flipH="1" flipV="1">
              <a:off x="-1690577" y="0"/>
              <a:ext cx="1582578" cy="611188"/>
            </a:xfrm>
            <a:prstGeom prst="rect">
              <a:avLst/>
            </a:prstGeom>
            <a:noFill/>
            <a:ln w="12700">
              <a:noFill/>
            </a:ln>
          </p:spPr>
          <p:txBody>
            <a:bodyPr vert="horz" wrap="square" lIns="0" tIns="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en-US" sz="1000" b="0" baseline="0" dirty="0">
                  <a:solidFill>
                    <a:schemeClr val="tx1"/>
                  </a:solidFill>
                  <a:latin typeface="+mn-lt"/>
                </a:rPr>
                <a:t>Change the layout of a slide in the menu via</a:t>
              </a:r>
              <a:r>
                <a:rPr lang="de-CH" sz="1000" b="0" baseline="0" dirty="0">
                  <a:solidFill>
                    <a:schemeClr val="tx1"/>
                  </a:solidFill>
                  <a:latin typeface="+mn-lt"/>
                </a:rPr>
                <a:t>:</a:t>
              </a:r>
            </a:p>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1" i="0" baseline="0" noProof="0" dirty="0">
                  <a:solidFill>
                    <a:schemeClr val="tx1"/>
                  </a:solidFill>
                  <a:latin typeface="+mn-lt"/>
                </a:rPr>
                <a:t>Home &gt; Slides &gt; Layout</a:t>
              </a:r>
            </a:p>
            <a:p>
              <a:pPr marL="0" marR="0" lvl="0" indent="0" algn="r" defTabSz="2517235" rtl="0" eaLnBrk="1" fontAlgn="auto" latinLnBrk="0" hangingPunct="1">
                <a:lnSpc>
                  <a:spcPct val="100000"/>
                </a:lnSpc>
                <a:spcBef>
                  <a:spcPts val="0"/>
                </a:spcBef>
                <a:spcAft>
                  <a:spcPts val="0"/>
                </a:spcAft>
                <a:buClrTx/>
                <a:buSzTx/>
                <a:buFontTx/>
                <a:buNone/>
                <a:tabLst/>
                <a:defRPr/>
              </a:pPr>
              <a:r>
                <a:rPr lang="de-CH" sz="800" b="0" i="0" baseline="0" dirty="0">
                  <a:solidFill>
                    <a:schemeClr val="tx1">
                      <a:lumMod val="50000"/>
                      <a:lumOff val="50000"/>
                    </a:schemeClr>
                  </a:solidFill>
                  <a:latin typeface="+mn-lt"/>
                </a:rPr>
                <a:t>(Start &gt; Folien &gt; Layout)</a:t>
              </a:r>
            </a:p>
          </p:txBody>
        </p:sp>
        <p:sp>
          <p:nvSpPr>
            <p:cNvPr id="50" name="Text // Listenebene erhöhen">
              <a:extLst>
                <a:ext uri="{FF2B5EF4-FFF2-40B4-BE49-F238E27FC236}">
                  <a16:creationId xmlns:a16="http://schemas.microsoft.com/office/drawing/2014/main" id="{006C57A6-C3A3-4C6E-8B39-CB2BF0233C32}"/>
                </a:ext>
              </a:extLst>
            </p:cNvPr>
            <p:cNvSpPr txBox="1"/>
            <p:nvPr userDrawn="1"/>
          </p:nvSpPr>
          <p:spPr>
            <a:xfrm>
              <a:off x="-1690578" y="2340000"/>
              <a:ext cx="952398" cy="252000"/>
            </a:xfrm>
            <a:prstGeom prst="rect">
              <a:avLst/>
            </a:prstGeom>
            <a:noFill/>
          </p:spPr>
          <p:txBody>
            <a:bodyPr wrap="square" lIns="0" tIns="0" rIns="0" bIns="0" rtlCol="0" anchor="ctr" anchorCtr="0">
              <a:noAutofit/>
            </a:bodyPr>
            <a:lstStyle/>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noProof="0" dirty="0">
                  <a:solidFill>
                    <a:schemeClr val="tx1"/>
                  </a:solidFill>
                  <a:latin typeface="+mn-lt"/>
                </a:rPr>
                <a:t>Increase </a:t>
              </a:r>
            </a:p>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noProof="0" dirty="0">
                  <a:solidFill>
                    <a:schemeClr val="tx1"/>
                  </a:solidFill>
                  <a:latin typeface="+mn-lt"/>
                </a:rPr>
                <a:t>List Level</a:t>
              </a:r>
              <a:endParaRPr lang="de-CH" sz="1000" b="0" i="0" baseline="0" dirty="0">
                <a:solidFill>
                  <a:schemeClr val="tx1"/>
                </a:solidFill>
                <a:latin typeface="+mn-lt"/>
              </a:endParaRPr>
            </a:p>
          </p:txBody>
        </p:sp>
        <p:sp>
          <p:nvSpPr>
            <p:cNvPr id="51" name="Text // Listenebene verringern">
              <a:extLst>
                <a:ext uri="{FF2B5EF4-FFF2-40B4-BE49-F238E27FC236}">
                  <a16:creationId xmlns:a16="http://schemas.microsoft.com/office/drawing/2014/main" id="{8F0A689C-00E9-4022-8A86-FD3BBE1F21B1}"/>
                </a:ext>
              </a:extLst>
            </p:cNvPr>
            <p:cNvSpPr txBox="1"/>
            <p:nvPr userDrawn="1"/>
          </p:nvSpPr>
          <p:spPr>
            <a:xfrm>
              <a:off x="-1690578" y="2700000"/>
              <a:ext cx="952398" cy="252000"/>
            </a:xfrm>
            <a:prstGeom prst="rect">
              <a:avLst/>
            </a:prstGeom>
            <a:noFill/>
          </p:spPr>
          <p:txBody>
            <a:bodyPr wrap="square" lIns="0" tIns="0" rIns="0" bIns="0" rtlCol="0" anchor="ctr" anchorCtr="0">
              <a:noAutofit/>
            </a:bodyPr>
            <a:lstStyle/>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noProof="0" dirty="0">
                  <a:solidFill>
                    <a:schemeClr val="tx1"/>
                  </a:solidFill>
                  <a:latin typeface="+mn-lt"/>
                </a:rPr>
                <a:t>Decrease </a:t>
              </a:r>
            </a:p>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noProof="0" dirty="0">
                  <a:solidFill>
                    <a:schemeClr val="tx1"/>
                  </a:solidFill>
                  <a:latin typeface="+mn-lt"/>
                </a:rPr>
                <a:t>List Level</a:t>
              </a:r>
              <a:endParaRPr lang="de-CH" sz="1000" b="0" i="0" baseline="0" dirty="0">
                <a:solidFill>
                  <a:schemeClr val="tx1"/>
                </a:solidFill>
                <a:latin typeface="+mn-lt"/>
              </a:endParaRPr>
            </a:p>
          </p:txBody>
        </p:sp>
        <p:sp>
          <p:nvSpPr>
            <p:cNvPr id="52" name="Listenebenen">
              <a:extLst>
                <a:ext uri="{FF2B5EF4-FFF2-40B4-BE49-F238E27FC236}">
                  <a16:creationId xmlns:a16="http://schemas.microsoft.com/office/drawing/2014/main" id="{78D5488A-8643-49E5-BB3F-E5712C00BB7B}"/>
                </a:ext>
              </a:extLst>
            </p:cNvPr>
            <p:cNvSpPr txBox="1"/>
            <p:nvPr userDrawn="1"/>
          </p:nvSpPr>
          <p:spPr>
            <a:xfrm rot="10800000" flipH="1" flipV="1">
              <a:off x="-2124000" y="1332000"/>
              <a:ext cx="2016000" cy="865100"/>
            </a:xfrm>
            <a:prstGeom prst="rect">
              <a:avLst/>
            </a:prstGeom>
            <a:noFill/>
            <a:ln w="12700">
              <a:noFill/>
            </a:ln>
          </p:spPr>
          <p:txBody>
            <a:bodyPr vert="horz" wrap="square" lIns="0" tIns="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dirty="0">
                  <a:solidFill>
                    <a:schemeClr val="tx1"/>
                  </a:solidFill>
                  <a:latin typeface="+mn-lt"/>
                </a:rPr>
                <a:t>Change the text list </a:t>
              </a:r>
            </a:p>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dirty="0">
                  <a:solidFill>
                    <a:schemeClr val="tx1"/>
                  </a:solidFill>
                  <a:latin typeface="+mn-lt"/>
                </a:rPr>
                <a:t>in the menu via</a:t>
              </a:r>
              <a:r>
                <a:rPr lang="de-CH" sz="1000" b="0" baseline="0" dirty="0">
                  <a:solidFill>
                    <a:schemeClr val="tx1"/>
                  </a:solidFill>
                  <a:latin typeface="+mn-lt"/>
                </a:rPr>
                <a:t>: </a:t>
              </a:r>
              <a:br>
                <a:rPr lang="de-CH" sz="1000" b="0" baseline="0" dirty="0">
                  <a:solidFill>
                    <a:schemeClr val="tx1"/>
                  </a:solidFill>
                  <a:latin typeface="+mn-lt"/>
                </a:rPr>
              </a:br>
              <a:r>
                <a:rPr lang="en-US" sz="1000" b="1" baseline="0" noProof="0" dirty="0">
                  <a:solidFill>
                    <a:schemeClr val="tx1"/>
                  </a:solidFill>
                  <a:latin typeface="+mn-lt"/>
                </a:rPr>
                <a:t>Home &gt; Paragraph &gt; Increase/Decrease List Level</a:t>
              </a:r>
              <a:endParaRPr lang="en-US" sz="1000" b="0" baseline="0" noProof="0" dirty="0">
                <a:solidFill>
                  <a:schemeClr val="tx1"/>
                </a:solidFill>
                <a:latin typeface="+mn-lt"/>
              </a:endParaRPr>
            </a:p>
            <a:p>
              <a:pPr marL="0" marR="0" lvl="0" indent="0" algn="r" defTabSz="2517235" rtl="0" eaLnBrk="1" fontAlgn="auto" latinLnBrk="0" hangingPunct="1">
                <a:lnSpc>
                  <a:spcPct val="100000"/>
                </a:lnSpc>
                <a:spcBef>
                  <a:spcPts val="0"/>
                </a:spcBef>
                <a:spcAft>
                  <a:spcPts val="0"/>
                </a:spcAft>
                <a:buClrTx/>
                <a:buSzTx/>
                <a:buFontTx/>
                <a:buNone/>
                <a:tabLst/>
                <a:defRPr/>
              </a:pPr>
              <a:r>
                <a:rPr lang="de-CH" sz="800" b="0" baseline="0" dirty="0">
                  <a:solidFill>
                    <a:schemeClr val="tx1">
                      <a:lumMod val="50000"/>
                      <a:lumOff val="50000"/>
                    </a:schemeClr>
                  </a:solidFill>
                  <a:latin typeface="+mn-lt"/>
                </a:rPr>
                <a:t>(Start &gt; Absatz &gt; Listenebene erhöhen/verringern)</a:t>
              </a:r>
            </a:p>
          </p:txBody>
        </p:sp>
        <p:pic>
          <p:nvPicPr>
            <p:cNvPr id="53" name="Bild // Listenebene verringern">
              <a:extLst>
                <a:ext uri="{FF2B5EF4-FFF2-40B4-BE49-F238E27FC236}">
                  <a16:creationId xmlns:a16="http://schemas.microsoft.com/office/drawing/2014/main" id="{062DFCFC-6518-4F8A-AE1B-AE91832846F7}"/>
                </a:ext>
              </a:extLst>
            </p:cNvPr>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652320" y="2700000"/>
              <a:ext cx="544320" cy="252000"/>
            </a:xfrm>
            <a:prstGeom prst="rect">
              <a:avLst/>
            </a:prstGeom>
          </p:spPr>
        </p:pic>
        <p:pic>
          <p:nvPicPr>
            <p:cNvPr id="54" name="Bild // Listenebene erhöhen">
              <a:extLst>
                <a:ext uri="{FF2B5EF4-FFF2-40B4-BE49-F238E27FC236}">
                  <a16:creationId xmlns:a16="http://schemas.microsoft.com/office/drawing/2014/main" id="{5C673FE2-8A8C-4901-9F93-ADD98DE4679E}"/>
                </a:ext>
              </a:extLst>
            </p:cNvPr>
            <p:cNvPicPr>
              <a:picLocks noChangeAspect="1"/>
            </p:cNvPicPr>
            <p:nvPr userDrawn="1"/>
          </p:nvPicPr>
          <p:blipFill>
            <a:blip r:embed="rId12">
              <a:extLst>
                <a:ext uri="{28A0092B-C50C-407E-A947-70E740481C1C}">
                  <a14:useLocalDpi xmlns:a14="http://schemas.microsoft.com/office/drawing/2010/main"/>
                </a:ext>
              </a:extLst>
            </a:blip>
            <a:stretch>
              <a:fillRect/>
            </a:stretch>
          </p:blipFill>
          <p:spPr>
            <a:xfrm>
              <a:off x="-652320" y="2340000"/>
              <a:ext cx="544320" cy="252000"/>
            </a:xfrm>
            <a:prstGeom prst="rect">
              <a:avLst/>
            </a:prstGeom>
          </p:spPr>
        </p:pic>
        <p:sp>
          <p:nvSpPr>
            <p:cNvPr id="55" name="Hilfslinien">
              <a:extLst>
                <a:ext uri="{FF2B5EF4-FFF2-40B4-BE49-F238E27FC236}">
                  <a16:creationId xmlns:a16="http://schemas.microsoft.com/office/drawing/2014/main" id="{78F793DC-E50F-4E33-9571-EEC9AE76A26D}"/>
                </a:ext>
              </a:extLst>
            </p:cNvPr>
            <p:cNvSpPr txBox="1"/>
            <p:nvPr userDrawn="1"/>
          </p:nvSpPr>
          <p:spPr>
            <a:xfrm rot="10800000" flipH="1" flipV="1">
              <a:off x="539750" y="-540002"/>
              <a:ext cx="6948487" cy="468001"/>
            </a:xfrm>
            <a:prstGeom prst="rect">
              <a:avLst/>
            </a:prstGeom>
            <a:noFill/>
            <a:ln w="12700">
              <a:noFill/>
            </a:ln>
          </p:spPr>
          <p:txBody>
            <a:bodyPr vert="horz" wrap="square" lIns="0" tIns="0" rIns="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2871412" rtl="0" eaLnBrk="1" fontAlgn="auto" latinLnBrk="0" hangingPunct="1">
                <a:lnSpc>
                  <a:spcPct val="100000"/>
                </a:lnSpc>
                <a:spcBef>
                  <a:spcPts val="0"/>
                </a:spcBef>
                <a:spcAft>
                  <a:spcPts val="0"/>
                </a:spcAft>
                <a:buClrTx/>
                <a:buSzTx/>
                <a:buFontTx/>
                <a:buNone/>
                <a:tabLst/>
                <a:defRPr/>
              </a:pPr>
              <a:r>
                <a:rPr kumimoji="0" lang="de-CH" sz="1000" b="0" i="0" u="none" strike="noStrike" kern="1200" cap="none" spc="0" normalizeH="0" baseline="0" noProof="0" dirty="0">
                  <a:ln>
                    <a:noFill/>
                  </a:ln>
                  <a:solidFill>
                    <a:schemeClr val="tx1"/>
                  </a:solidFill>
                  <a:effectLst/>
                  <a:uLnTx/>
                  <a:uFillTx/>
                  <a:latin typeface="+mn-lt"/>
                  <a:ea typeface="+mn-ea"/>
                  <a:cs typeface="+mn-cs"/>
                </a:rPr>
                <a:t>Show </a:t>
              </a:r>
              <a:r>
                <a:rPr kumimoji="0" lang="en-US" sz="1000" b="0" i="0" u="none" strike="noStrike" kern="1200" cap="none" spc="0" normalizeH="0" baseline="0" noProof="0" dirty="0">
                  <a:ln>
                    <a:noFill/>
                  </a:ln>
                  <a:solidFill>
                    <a:schemeClr val="tx1"/>
                  </a:solidFill>
                  <a:effectLst/>
                  <a:uLnTx/>
                  <a:uFillTx/>
                  <a:latin typeface="+mn-lt"/>
                  <a:ea typeface="+mn-ea"/>
                  <a:cs typeface="+mn-cs"/>
                </a:rPr>
                <a:t>guidelines </a:t>
              </a:r>
              <a:r>
                <a:rPr lang="en-US" sz="1000" b="0" baseline="0" noProof="0" dirty="0">
                  <a:solidFill>
                    <a:schemeClr val="tx1"/>
                  </a:solidFill>
                  <a:latin typeface="+mn-lt"/>
                </a:rPr>
                <a:t>in the menu via</a:t>
              </a:r>
              <a:r>
                <a:rPr kumimoji="0" lang="de-CH" sz="1000" b="0" i="0" u="none" strike="noStrike" kern="1200" cap="none" spc="0" normalizeH="0" baseline="0" noProof="0" dirty="0">
                  <a:ln>
                    <a:noFill/>
                  </a:ln>
                  <a:solidFill>
                    <a:schemeClr val="tx1"/>
                  </a:solidFill>
                  <a:effectLst/>
                  <a:uLnTx/>
                  <a:uFillTx/>
                  <a:latin typeface="+mn-lt"/>
                  <a:ea typeface="+mn-ea"/>
                  <a:cs typeface="+mn-cs"/>
                </a:rPr>
                <a:t>: </a:t>
              </a:r>
              <a:br>
                <a:rPr kumimoji="0" lang="de-CH" sz="1000" b="0" i="0" u="none" strike="noStrike" kern="1200" cap="none" spc="0" normalizeH="0" baseline="0" noProof="0" dirty="0">
                  <a:ln>
                    <a:noFill/>
                  </a:ln>
                  <a:solidFill>
                    <a:schemeClr val="tx1"/>
                  </a:solidFill>
                  <a:effectLst/>
                  <a:uLnTx/>
                  <a:uFillTx/>
                  <a:latin typeface="+mn-lt"/>
                  <a:ea typeface="+mn-ea"/>
                  <a:cs typeface="+mn-cs"/>
                </a:rPr>
              </a:br>
              <a:r>
                <a:rPr kumimoji="0" lang="en-US" sz="1000" b="1" i="0" u="none" strike="noStrike" kern="1200" cap="none" spc="0" normalizeH="0" baseline="0" noProof="0" dirty="0">
                  <a:ln>
                    <a:noFill/>
                  </a:ln>
                  <a:solidFill>
                    <a:schemeClr val="tx1"/>
                  </a:solidFill>
                  <a:effectLst/>
                  <a:uLnTx/>
                  <a:uFillTx/>
                  <a:latin typeface="+mn-lt"/>
                  <a:ea typeface="+mn-ea"/>
                  <a:cs typeface="+mn-cs"/>
                </a:rPr>
                <a:t>View &gt; Show &gt; </a:t>
              </a:r>
              <a:r>
                <a:rPr kumimoji="0" lang="en-US" sz="1000" b="0" i="0" u="none" strike="noStrike" kern="1200" cap="none" spc="0" normalizeH="0" baseline="0" noProof="0" dirty="0">
                  <a:ln>
                    <a:noFill/>
                  </a:ln>
                  <a:solidFill>
                    <a:schemeClr val="tx1"/>
                  </a:solidFill>
                  <a:effectLst/>
                  <a:uLnTx/>
                  <a:uFillTx/>
                  <a:latin typeface="+mn-lt"/>
                  <a:ea typeface="+mn-ea"/>
                  <a:cs typeface="+mn-cs"/>
                </a:rPr>
                <a:t>Set checkbox for </a:t>
              </a:r>
              <a:r>
                <a:rPr kumimoji="0" lang="en-US" sz="1000" b="1" i="0" u="none" strike="noStrike" kern="1200" cap="none" spc="0" normalizeH="0" baseline="0" noProof="0" dirty="0">
                  <a:ln>
                    <a:noFill/>
                  </a:ln>
                  <a:solidFill>
                    <a:schemeClr val="tx1"/>
                  </a:solidFill>
                  <a:effectLst/>
                  <a:uLnTx/>
                  <a:uFillTx/>
                  <a:latin typeface="+mn-lt"/>
                  <a:ea typeface="+mn-ea"/>
                  <a:cs typeface="+mn-cs"/>
                </a:rPr>
                <a:t>Guides </a:t>
              </a:r>
              <a:r>
                <a:rPr kumimoji="0" lang="de-CH" sz="800" b="0" i="0" u="none" strike="noStrike" kern="1200" cap="none" spc="0" normalizeH="0" baseline="0" noProof="0" dirty="0">
                  <a:ln>
                    <a:noFill/>
                  </a:ln>
                  <a:solidFill>
                    <a:schemeClr val="tx1">
                      <a:lumMod val="50000"/>
                      <a:lumOff val="50000"/>
                    </a:schemeClr>
                  </a:solidFill>
                  <a:effectLst/>
                  <a:uLnTx/>
                  <a:uFillTx/>
                  <a:latin typeface="+mn-lt"/>
                  <a:ea typeface="+mn-ea"/>
                  <a:cs typeface="+mn-cs"/>
                </a:rPr>
                <a:t>(Ansicht &gt; Anzeigen &gt; Haken bei Führungslinien setzen)</a:t>
              </a:r>
            </a:p>
          </p:txBody>
        </p:sp>
        <p:sp>
          <p:nvSpPr>
            <p:cNvPr id="16" name="Rhomboiden">
              <a:extLst>
                <a:ext uri="{FF2B5EF4-FFF2-40B4-BE49-F238E27FC236}">
                  <a16:creationId xmlns:a16="http://schemas.microsoft.com/office/drawing/2014/main" id="{CE90B042-8026-48DD-B523-17903DEB16E9}"/>
                </a:ext>
              </a:extLst>
            </p:cNvPr>
            <p:cNvSpPr txBox="1"/>
            <p:nvPr userDrawn="1"/>
          </p:nvSpPr>
          <p:spPr>
            <a:xfrm rot="10800000" flipH="1" flipV="1">
              <a:off x="11628000" y="1512000"/>
              <a:ext cx="1582578" cy="972000"/>
            </a:xfrm>
            <a:prstGeom prst="rect">
              <a:avLst/>
            </a:prstGeom>
            <a:noFill/>
            <a:ln w="12700">
              <a:noFill/>
            </a:ln>
          </p:spPr>
          <p:txBody>
            <a:bodyPr vert="horz" wrap="square" lIns="0" tIns="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en-US" sz="1000" b="0" baseline="0" noProof="0" dirty="0">
                  <a:solidFill>
                    <a:schemeClr val="tx1"/>
                  </a:solidFill>
                  <a:latin typeface="+mn-lt"/>
                </a:rPr>
                <a:t>Note on the rhomboids</a:t>
              </a:r>
              <a:r>
                <a:rPr lang="de-CH" sz="1000" b="0" baseline="0" dirty="0">
                  <a:solidFill>
                    <a:schemeClr val="tx1"/>
                  </a:solidFill>
                  <a:latin typeface="+mn-lt"/>
                </a:rPr>
                <a:t>:</a:t>
              </a:r>
            </a:p>
            <a:p>
              <a:pPr indent="0" algn="l">
                <a:lnSpc>
                  <a:spcPct val="100000"/>
                </a:lnSpc>
                <a:spcBef>
                  <a:spcPts val="0"/>
                </a:spcBef>
                <a:spcAft>
                  <a:spcPts val="0"/>
                </a:spcAft>
              </a:pPr>
              <a:r>
                <a:rPr lang="en-US" sz="1000" b="1" baseline="0" dirty="0">
                  <a:solidFill>
                    <a:schemeClr val="tx1"/>
                  </a:solidFill>
                  <a:latin typeface="+mn-lt"/>
                </a:rPr>
                <a:t>They are stacked from </a:t>
              </a:r>
            </a:p>
            <a:p>
              <a:pPr indent="0" algn="l">
                <a:lnSpc>
                  <a:spcPct val="100000"/>
                </a:lnSpc>
                <a:spcBef>
                  <a:spcPts val="0"/>
                </a:spcBef>
                <a:spcAft>
                  <a:spcPts val="0"/>
                </a:spcAft>
              </a:pPr>
              <a:r>
                <a:rPr lang="en-US" sz="1000" b="1" baseline="0" dirty="0">
                  <a:solidFill>
                    <a:schemeClr val="tx1"/>
                  </a:solidFill>
                  <a:latin typeface="+mn-lt"/>
                </a:rPr>
                <a:t>right to left and from </a:t>
              </a:r>
            </a:p>
            <a:p>
              <a:pPr indent="0" algn="l">
                <a:lnSpc>
                  <a:spcPct val="100000"/>
                </a:lnSpc>
                <a:spcBef>
                  <a:spcPts val="0"/>
                </a:spcBef>
                <a:spcAft>
                  <a:spcPts val="0"/>
                </a:spcAft>
              </a:pPr>
              <a:r>
                <a:rPr lang="en-US" sz="1000" b="1" baseline="0" dirty="0">
                  <a:solidFill>
                    <a:schemeClr val="tx1"/>
                  </a:solidFill>
                  <a:latin typeface="+mn-lt"/>
                </a:rPr>
                <a:t>top to bottom.</a:t>
              </a:r>
            </a:p>
            <a:p>
              <a:pPr indent="0" algn="l">
                <a:lnSpc>
                  <a:spcPct val="100000"/>
                </a:lnSpc>
                <a:spcBef>
                  <a:spcPts val="0"/>
                </a:spcBef>
                <a:spcAft>
                  <a:spcPts val="0"/>
                </a:spcAft>
              </a:pPr>
              <a:endParaRPr lang="en-US" sz="1000" b="1" baseline="0" dirty="0">
                <a:solidFill>
                  <a:schemeClr val="tx1"/>
                </a:solidFill>
                <a:latin typeface="+mn-lt"/>
              </a:endParaRPr>
            </a:p>
          </p:txBody>
        </p:sp>
        <p:sp>
          <p:nvSpPr>
            <p:cNvPr id="25" name="Fußzeile">
              <a:extLst>
                <a:ext uri="{FF2B5EF4-FFF2-40B4-BE49-F238E27FC236}">
                  <a16:creationId xmlns:a16="http://schemas.microsoft.com/office/drawing/2014/main" id="{D2DB6C32-A409-414C-A371-3A6EAE0E0FEC}"/>
                </a:ext>
              </a:extLst>
            </p:cNvPr>
            <p:cNvSpPr txBox="1"/>
            <p:nvPr userDrawn="1"/>
          </p:nvSpPr>
          <p:spPr>
            <a:xfrm rot="10800000" flipH="1" flipV="1">
              <a:off x="539750" y="6624000"/>
              <a:ext cx="5220494" cy="468001"/>
            </a:xfrm>
            <a:prstGeom prst="rect">
              <a:avLst/>
            </a:prstGeom>
            <a:noFill/>
            <a:ln w="12700">
              <a:noFill/>
            </a:ln>
          </p:spPr>
          <p:txBody>
            <a:bodyPr vert="horz" wrap="square" lIns="0" tIns="0" rIns="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2871412" rtl="0" eaLnBrk="1" fontAlgn="auto" latinLnBrk="0" hangingPunct="1">
                <a:lnSpc>
                  <a:spcPct val="100000"/>
                </a:lnSpc>
                <a:spcBef>
                  <a:spcPts val="0"/>
                </a:spcBef>
                <a:spcAft>
                  <a:spcPts val="0"/>
                </a:spcAft>
                <a:buClrTx/>
                <a:buSzTx/>
                <a:buFontTx/>
                <a:buNone/>
                <a:tabLst/>
                <a:defRPr/>
              </a:pPr>
              <a:r>
                <a:rPr kumimoji="0" lang="de-CH" sz="1000" b="0" i="0" u="none" strike="noStrike" kern="1200" cap="none" spc="0" normalizeH="0" baseline="0" noProof="0" dirty="0">
                  <a:ln>
                    <a:noFill/>
                  </a:ln>
                  <a:solidFill>
                    <a:schemeClr val="tx1"/>
                  </a:solidFill>
                  <a:effectLst/>
                  <a:uLnTx/>
                  <a:uFillTx/>
                  <a:latin typeface="+mn-lt"/>
                  <a:ea typeface="+mn-ea"/>
                  <a:cs typeface="+mn-cs"/>
                </a:rPr>
                <a:t>Insert </a:t>
              </a:r>
              <a:r>
                <a:rPr kumimoji="0" lang="en-US" sz="1000" b="0" i="0" u="none" strike="noStrike" kern="1200" cap="none" spc="0" normalizeH="0" baseline="0" noProof="0" dirty="0">
                  <a:ln>
                    <a:noFill/>
                  </a:ln>
                  <a:solidFill>
                    <a:schemeClr val="tx1"/>
                  </a:solidFill>
                  <a:effectLst/>
                  <a:uLnTx/>
                  <a:uFillTx/>
                  <a:latin typeface="+mn-lt"/>
                  <a:ea typeface="+mn-ea"/>
                  <a:cs typeface="+mn-cs"/>
                </a:rPr>
                <a:t>footer</a:t>
              </a:r>
              <a:r>
                <a:rPr kumimoji="0" lang="de-CH" sz="1000" b="0" i="0" u="none" strike="noStrike" kern="1200" cap="none" spc="0" normalizeH="0" baseline="0" noProof="0" dirty="0">
                  <a:ln>
                    <a:noFill/>
                  </a:ln>
                  <a:solidFill>
                    <a:schemeClr val="tx1"/>
                  </a:solidFill>
                  <a:effectLst/>
                  <a:uLnTx/>
                  <a:uFillTx/>
                  <a:latin typeface="+mn-lt"/>
                  <a:ea typeface="+mn-ea"/>
                  <a:cs typeface="+mn-cs"/>
                </a:rPr>
                <a:t> </a:t>
              </a:r>
              <a:r>
                <a:rPr lang="en-US" sz="1000" b="0" baseline="0" noProof="0" dirty="0">
                  <a:solidFill>
                    <a:schemeClr val="tx1"/>
                  </a:solidFill>
                  <a:latin typeface="+mn-lt"/>
                </a:rPr>
                <a:t>in the menu via</a:t>
              </a:r>
              <a:r>
                <a:rPr kumimoji="0" lang="de-CH" sz="1000" b="0" i="0" u="none" strike="noStrike" kern="1200" cap="none" spc="0" normalizeH="0" baseline="0" noProof="0" dirty="0">
                  <a:ln>
                    <a:noFill/>
                  </a:ln>
                  <a:solidFill>
                    <a:schemeClr val="tx1"/>
                  </a:solidFill>
                  <a:effectLst/>
                  <a:uLnTx/>
                  <a:uFillTx/>
                  <a:latin typeface="+mn-lt"/>
                  <a:ea typeface="+mn-ea"/>
                  <a:cs typeface="+mn-cs"/>
                </a:rPr>
                <a:t>: </a:t>
              </a:r>
              <a:br>
                <a:rPr kumimoji="0" lang="de-CH" sz="1000" b="0" i="0" u="none" strike="noStrike" kern="1200" cap="none" spc="0" normalizeH="0" baseline="0" noProof="0" dirty="0">
                  <a:ln>
                    <a:noFill/>
                  </a:ln>
                  <a:solidFill>
                    <a:schemeClr val="tx1"/>
                  </a:solidFill>
                  <a:effectLst/>
                  <a:uLnTx/>
                  <a:uFillTx/>
                  <a:latin typeface="+mn-lt"/>
                  <a:ea typeface="+mn-ea"/>
                  <a:cs typeface="+mn-cs"/>
                </a:rPr>
              </a:br>
              <a:r>
                <a:rPr kumimoji="0" lang="de-CH" sz="1000" b="1" i="0" u="none" strike="noStrike" kern="1200" cap="none" spc="0" normalizeH="0" baseline="0" noProof="0" dirty="0">
                  <a:ln>
                    <a:noFill/>
                  </a:ln>
                  <a:solidFill>
                    <a:schemeClr val="tx1"/>
                  </a:solidFill>
                  <a:effectLst/>
                  <a:uLnTx/>
                  <a:uFillTx/>
                  <a:latin typeface="+mn-lt"/>
                  <a:ea typeface="+mn-ea"/>
                  <a:cs typeface="+mn-cs"/>
                </a:rPr>
                <a:t>Insert &gt; Text &gt; Header &amp; Footer </a:t>
              </a:r>
              <a:r>
                <a:rPr kumimoji="0" lang="de-CH" sz="800" b="0" i="0" u="none" strike="noStrike" kern="1200" cap="none" spc="0" normalizeH="0" baseline="0" noProof="0" dirty="0">
                  <a:ln>
                    <a:noFill/>
                  </a:ln>
                  <a:solidFill>
                    <a:schemeClr val="tx1">
                      <a:lumMod val="50000"/>
                      <a:lumOff val="50000"/>
                    </a:schemeClr>
                  </a:solidFill>
                  <a:effectLst/>
                  <a:uLnTx/>
                  <a:uFillTx/>
                  <a:latin typeface="+mn-lt"/>
                  <a:ea typeface="+mn-ea"/>
                  <a:cs typeface="+mn-cs"/>
                </a:rPr>
                <a:t>(Einfügen &gt; Text &gt; Kopf- und Fußzeile)</a:t>
              </a:r>
              <a:endParaRPr kumimoji="0" lang="de-CH" sz="1000" b="0" i="0" u="none" strike="noStrike" kern="1200" cap="none" spc="0" normalizeH="0" baseline="0" noProof="0" dirty="0">
                <a:ln>
                  <a:noFill/>
                </a:ln>
                <a:solidFill>
                  <a:schemeClr val="tx1">
                    <a:lumMod val="50000"/>
                    <a:lumOff val="50000"/>
                  </a:schemeClr>
                </a:solidFill>
                <a:effectLst/>
                <a:uLnTx/>
                <a:uFillTx/>
                <a:latin typeface="+mn-lt"/>
                <a:ea typeface="+mn-ea"/>
                <a:cs typeface="+mn-cs"/>
              </a:endParaRPr>
            </a:p>
          </p:txBody>
        </p:sp>
      </p:grpSp>
      <p:sp>
        <p:nvSpPr>
          <p:cNvPr id="6" name="Datum">
            <a:extLst>
              <a:ext uri="{FF2B5EF4-FFF2-40B4-BE49-F238E27FC236}">
                <a16:creationId xmlns:a16="http://schemas.microsoft.com/office/drawing/2014/main" id="{50E4F951-8B2D-4F16-9B47-A41852866743}"/>
              </a:ext>
            </a:extLst>
          </p:cNvPr>
          <p:cNvSpPr>
            <a:spLocks noGrp="1"/>
          </p:cNvSpPr>
          <p:nvPr>
            <p:ph type="dt" sz="half" idx="2"/>
          </p:nvPr>
        </p:nvSpPr>
        <p:spPr>
          <a:xfrm>
            <a:off x="3168000" y="6211052"/>
            <a:ext cx="72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91839FD4-7131-4B5C-814E-D6A1DC36FAEE}" type="datetime1">
              <a:rPr lang="de-DE" smtClean="0"/>
              <a:t>10.05.2022</a:t>
            </a:fld>
            <a:endParaRPr lang="de-DE" sz="1000" dirty="0"/>
          </a:p>
        </p:txBody>
      </p:sp>
      <p:sp>
        <p:nvSpPr>
          <p:cNvPr id="7" name="Fußzeile">
            <a:extLst>
              <a:ext uri="{FF2B5EF4-FFF2-40B4-BE49-F238E27FC236}">
                <a16:creationId xmlns:a16="http://schemas.microsoft.com/office/drawing/2014/main" id="{D036A8B3-EC4D-47F7-935E-0B604E4F9B19}"/>
              </a:ext>
            </a:extLst>
          </p:cNvPr>
          <p:cNvSpPr>
            <a:spLocks noGrp="1"/>
          </p:cNvSpPr>
          <p:nvPr>
            <p:ph type="ftr" sz="quarter" idx="3"/>
          </p:nvPr>
        </p:nvSpPr>
        <p:spPr>
          <a:xfrm>
            <a:off x="539750" y="6211052"/>
            <a:ext cx="237625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r>
              <a:rPr lang="en-US" dirty="0"/>
              <a:t>Refer to proprietary notice on title page</a:t>
            </a:r>
            <a:endParaRPr lang="de-DE" dirty="0"/>
          </a:p>
        </p:txBody>
      </p:sp>
      <p:sp>
        <p:nvSpPr>
          <p:cNvPr id="8" name="Foliennummer">
            <a:extLst>
              <a:ext uri="{FF2B5EF4-FFF2-40B4-BE49-F238E27FC236}">
                <a16:creationId xmlns:a16="http://schemas.microsoft.com/office/drawing/2014/main" id="{74D2F4FF-A438-41A0-B755-AF02F4AF0C12}"/>
              </a:ext>
            </a:extLst>
          </p:cNvPr>
          <p:cNvSpPr>
            <a:spLocks noGrp="1"/>
          </p:cNvSpPr>
          <p:nvPr>
            <p:ph type="sldNum" sz="quarter" idx="4"/>
          </p:nvPr>
        </p:nvSpPr>
        <p:spPr>
          <a:xfrm>
            <a:off x="4068000" y="6211052"/>
            <a:ext cx="54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408852545"/>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75" r:id="rId5"/>
    <p:sldLayoutId id="2147483673" r:id="rId6"/>
    <p:sldLayoutId id="2147483662" r:id="rId7"/>
    <p:sldLayoutId id="2147483663" r:id="rId8"/>
    <p:sldLayoutId id="2147483664" r:id="rId9"/>
  </p:sldLayoutIdLst>
  <p:hf sldNum="0" hdr="0" ftr="0" dt="0"/>
  <p:txStyles>
    <p:titleStyle>
      <a:lvl1pPr marL="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j-lt"/>
          <a:ea typeface="+mj-ea"/>
          <a:cs typeface="+mj-cs"/>
        </a:defRPr>
      </a:lvl1pPr>
    </p:titleStyle>
    <p:bodyStyle>
      <a:lvl1pPr marL="0" indent="0" algn="l" defTabSz="864017" rtl="0" eaLnBrk="1" latinLnBrk="0" hangingPunct="1">
        <a:lnSpc>
          <a:spcPct val="100000"/>
        </a:lnSpc>
        <a:spcBef>
          <a:spcPts val="0"/>
        </a:spcBef>
        <a:buFont typeface="Arial" panose="020B0604020202020204" pitchFamily="34" charset="0"/>
        <a:buNone/>
        <a:defRPr sz="1800" b="1" kern="1200" spc="-20" baseline="0">
          <a:solidFill>
            <a:schemeClr val="tx1"/>
          </a:solidFill>
          <a:latin typeface="+mn-lt"/>
          <a:ea typeface="+mn-ea"/>
          <a:cs typeface="+mn-cs"/>
        </a:defRPr>
      </a:lvl1pPr>
      <a:lvl2pPr marL="126000" indent="-126000" algn="l" defTabSz="864017" rtl="0" eaLnBrk="1" latinLnBrk="0" hangingPunct="1">
        <a:lnSpc>
          <a:spcPct val="100000"/>
        </a:lnSpc>
        <a:spcBef>
          <a:spcPts val="1000"/>
        </a:spcBef>
        <a:buFont typeface="Arial" panose="020B0604020202020204" pitchFamily="34" charset="0"/>
        <a:buChar char="▪"/>
        <a:defRPr sz="1800" b="1" kern="1200" spc="-20" baseline="0">
          <a:solidFill>
            <a:schemeClr val="tx1"/>
          </a:solidFill>
          <a:latin typeface="+mn-lt"/>
          <a:ea typeface="+mn-ea"/>
          <a:cs typeface="+mn-cs"/>
        </a:defRPr>
      </a:lvl2pPr>
      <a:lvl3pPr marL="252000" indent="-126000" algn="l" defTabSz="864017" rtl="0" eaLnBrk="1" latinLnBrk="0" hangingPunct="1">
        <a:lnSpc>
          <a:spcPct val="100000"/>
        </a:lnSpc>
        <a:spcBef>
          <a:spcPts val="0"/>
        </a:spcBef>
        <a:buFont typeface="Arial" panose="020B0604020202020204" pitchFamily="34" charset="0"/>
        <a:buChar char="▪"/>
        <a:defRPr sz="1800" kern="1200" spc="-20" baseline="0">
          <a:solidFill>
            <a:schemeClr val="tx1"/>
          </a:solidFill>
          <a:latin typeface="+mn-lt"/>
          <a:ea typeface="+mn-ea"/>
          <a:cs typeface="+mn-cs"/>
        </a:defRPr>
      </a:lvl3pPr>
      <a:lvl4pPr marL="378000" indent="-126000" algn="l" defTabSz="864017" rtl="0" eaLnBrk="1" latinLnBrk="0" hangingPunct="1">
        <a:lnSpc>
          <a:spcPct val="100000"/>
        </a:lnSpc>
        <a:spcBef>
          <a:spcPts val="0"/>
        </a:spcBef>
        <a:buFont typeface="Arial" panose="020B0604020202020204" pitchFamily="34" charset="0"/>
        <a:buChar char="▪"/>
        <a:defRPr sz="1800" kern="1200" spc="-20" baseline="0">
          <a:solidFill>
            <a:schemeClr val="tx1"/>
          </a:solidFill>
          <a:latin typeface="+mn-lt"/>
          <a:ea typeface="+mn-ea"/>
          <a:cs typeface="+mn-cs"/>
        </a:defRPr>
      </a:lvl4pPr>
      <a:lvl5pPr marL="12600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5pPr>
      <a:lvl6pPr marL="396000" indent="-396000" algn="l" defTabSz="864017" rtl="0" eaLnBrk="1" latinLnBrk="0" hangingPunct="1">
        <a:lnSpc>
          <a:spcPct val="100000"/>
        </a:lnSpc>
        <a:spcBef>
          <a:spcPts val="1000"/>
        </a:spcBef>
        <a:buFont typeface="+mj-lt"/>
        <a:buAutoNum type="arabicPeriod"/>
        <a:defRPr sz="1800" kern="1200" spc="-20" baseline="0">
          <a:solidFill>
            <a:schemeClr val="tx1"/>
          </a:solidFill>
          <a:latin typeface="+mn-lt"/>
          <a:ea typeface="+mn-ea"/>
          <a:cs typeface="+mn-cs"/>
        </a:defRPr>
      </a:lvl6pPr>
      <a:lvl7pPr marL="39600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7pPr>
      <a:lvl8pPr marL="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8pPr>
      <a:lvl9pPr marL="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9pPr>
    </p:bodyStyle>
    <p:otherStyle>
      <a:defPPr>
        <a:defRPr lang="de-DE"/>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30" name="Rhombofähnchen">
            <a:extLst>
              <a:ext uri="{FF2B5EF4-FFF2-40B4-BE49-F238E27FC236}">
                <a16:creationId xmlns:a16="http://schemas.microsoft.com/office/drawing/2014/main" id="{2131920C-38D4-4B66-916C-8D002BC08CE1}"/>
              </a:ext>
            </a:extLst>
          </p:cNvPr>
          <p:cNvSpPr>
            <a:spLocks noChangeAspect="1"/>
          </p:cNvSpPr>
          <p:nvPr userDrawn="1"/>
        </p:nvSpPr>
        <p:spPr bwMode="auto">
          <a:xfrm>
            <a:off x="540000" y="0"/>
            <a:ext cx="833438" cy="287338"/>
          </a:xfrm>
          <a:custGeom>
            <a:avLst/>
            <a:gdLst>
              <a:gd name="T0" fmla="*/ 221 w 2320"/>
              <a:gd name="T1" fmla="*/ 0 h 800"/>
              <a:gd name="T2" fmla="*/ 0 w 2320"/>
              <a:gd name="T3" fmla="*/ 800 h 800"/>
              <a:gd name="T4" fmla="*/ 2099 w 2320"/>
              <a:gd name="T5" fmla="*/ 800 h 800"/>
              <a:gd name="T6" fmla="*/ 2320 w 2320"/>
              <a:gd name="T7" fmla="*/ 0 h 800"/>
              <a:gd name="T8" fmla="*/ 221 w 2320"/>
              <a:gd name="T9" fmla="*/ 0 h 800"/>
            </a:gdLst>
            <a:ahLst/>
            <a:cxnLst>
              <a:cxn ang="0">
                <a:pos x="T0" y="T1"/>
              </a:cxn>
              <a:cxn ang="0">
                <a:pos x="T2" y="T3"/>
              </a:cxn>
              <a:cxn ang="0">
                <a:pos x="T4" y="T5"/>
              </a:cxn>
              <a:cxn ang="0">
                <a:pos x="T6" y="T7"/>
              </a:cxn>
              <a:cxn ang="0">
                <a:pos x="T8" y="T9"/>
              </a:cxn>
            </a:cxnLst>
            <a:rect l="0" t="0" r="r" b="b"/>
            <a:pathLst>
              <a:path w="2320" h="800">
                <a:moveTo>
                  <a:pt x="221" y="0"/>
                </a:moveTo>
                <a:lnTo>
                  <a:pt x="0" y="800"/>
                </a:lnTo>
                <a:lnTo>
                  <a:pt x="2099" y="800"/>
                </a:lnTo>
                <a:lnTo>
                  <a:pt x="2320" y="0"/>
                </a:lnTo>
                <a:lnTo>
                  <a:pt x="221" y="0"/>
                </a:lnTo>
                <a:close/>
              </a:path>
            </a:pathLst>
          </a:custGeom>
          <a:solidFill>
            <a:srgbClr val="0090A7"/>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29" name="Logofläche">
            <a:extLst>
              <a:ext uri="{FF2B5EF4-FFF2-40B4-BE49-F238E27FC236}">
                <a16:creationId xmlns:a16="http://schemas.microsoft.com/office/drawing/2014/main" id="{A85F829D-9EC2-4B3A-B9ED-C5BF6898BFFE}"/>
              </a:ext>
            </a:extLst>
          </p:cNvPr>
          <p:cNvSpPr>
            <a:spLocks noChangeAspect="1" noChangeArrowheads="1"/>
          </p:cNvSpPr>
          <p:nvPr userDrawn="1"/>
        </p:nvSpPr>
        <p:spPr bwMode="auto">
          <a:xfrm>
            <a:off x="10224000" y="6173788"/>
            <a:ext cx="754063" cy="306388"/>
          </a:xfrm>
          <a:prstGeom prst="rect">
            <a:avLst/>
          </a:prstGeom>
          <a:solidFill>
            <a:srgbClr val="0090A7"/>
          </a:solidFill>
          <a:ln w="9525">
            <a:noFill/>
            <a:miter lim="800000"/>
            <a:headEnd/>
            <a:tailEnd/>
          </a:ln>
        </p:spPr>
        <p:txBody>
          <a:bodyPr vert="horz" wrap="square" lIns="91440" tIns="45720" rIns="91440" bIns="45720" numCol="1" anchor="t" anchorCtr="0" compatLnSpc="1">
            <a:prstTxWarp prst="textNoShape">
              <a:avLst/>
            </a:prstTxWarp>
          </a:bodyPr>
          <a:lstStyle/>
          <a:p>
            <a:endParaRPr lang="de-DE"/>
          </a:p>
        </p:txBody>
      </p:sp>
      <p:sp>
        <p:nvSpPr>
          <p:cNvPr id="31" name="INFORM Logo">
            <a:extLst>
              <a:ext uri="{FF2B5EF4-FFF2-40B4-BE49-F238E27FC236}">
                <a16:creationId xmlns:a16="http://schemas.microsoft.com/office/drawing/2014/main" id="{21FE644D-2D77-49E9-8FCC-A78C6C921257}"/>
              </a:ext>
            </a:extLst>
          </p:cNvPr>
          <p:cNvSpPr>
            <a:spLocks noChangeAspect="1" noEditPoints="1"/>
          </p:cNvSpPr>
          <p:nvPr userDrawn="1"/>
        </p:nvSpPr>
        <p:spPr bwMode="auto">
          <a:xfrm>
            <a:off x="10289087" y="6262688"/>
            <a:ext cx="598488" cy="93663"/>
          </a:xfrm>
          <a:custGeom>
            <a:avLst/>
            <a:gdLst>
              <a:gd name="T0" fmla="*/ 1267 w 1667"/>
              <a:gd name="T1" fmla="*/ 4 h 258"/>
              <a:gd name="T2" fmla="*/ 1159 w 1667"/>
              <a:gd name="T3" fmla="*/ 254 h 258"/>
              <a:gd name="T4" fmla="*/ 1225 w 1667"/>
              <a:gd name="T5" fmla="*/ 57 h 258"/>
              <a:gd name="T6" fmla="*/ 1298 w 1667"/>
              <a:gd name="T7" fmla="*/ 95 h 258"/>
              <a:gd name="T8" fmla="*/ 1227 w 1667"/>
              <a:gd name="T9" fmla="*/ 133 h 258"/>
              <a:gd name="T10" fmla="*/ 1384 w 1667"/>
              <a:gd name="T11" fmla="*/ 254 h 258"/>
              <a:gd name="T12" fmla="*/ 1364 w 1667"/>
              <a:gd name="T13" fmla="*/ 94 h 258"/>
              <a:gd name="T14" fmla="*/ 1667 w 1667"/>
              <a:gd name="T15" fmla="*/ 4 h 258"/>
              <a:gd name="T16" fmla="*/ 1533 w 1667"/>
              <a:gd name="T17" fmla="*/ 164 h 258"/>
              <a:gd name="T18" fmla="*/ 1400 w 1667"/>
              <a:gd name="T19" fmla="*/ 4 h 258"/>
              <a:gd name="T20" fmla="*/ 1458 w 1667"/>
              <a:gd name="T21" fmla="*/ 254 h 258"/>
              <a:gd name="T22" fmla="*/ 1505 w 1667"/>
              <a:gd name="T23" fmla="*/ 254 h 258"/>
              <a:gd name="T24" fmla="*/ 1603 w 1667"/>
              <a:gd name="T25" fmla="*/ 105 h 258"/>
              <a:gd name="T26" fmla="*/ 1667 w 1667"/>
              <a:gd name="T27" fmla="*/ 254 h 258"/>
              <a:gd name="T28" fmla="*/ 875 w 1667"/>
              <a:gd name="T29" fmla="*/ 61 h 258"/>
              <a:gd name="T30" fmla="*/ 696 w 1667"/>
              <a:gd name="T31" fmla="*/ 4 h 258"/>
              <a:gd name="T32" fmla="*/ 763 w 1667"/>
              <a:gd name="T33" fmla="*/ 254 h 258"/>
              <a:gd name="T34" fmla="*/ 854 w 1667"/>
              <a:gd name="T35" fmla="*/ 169 h 258"/>
              <a:gd name="T36" fmla="*/ 763 w 1667"/>
              <a:gd name="T37" fmla="*/ 115 h 258"/>
              <a:gd name="T38" fmla="*/ 608 w 1667"/>
              <a:gd name="T39" fmla="*/ 254 h 258"/>
              <a:gd name="T40" fmla="*/ 664 w 1667"/>
              <a:gd name="T41" fmla="*/ 4 h 258"/>
              <a:gd name="T42" fmla="*/ 600 w 1667"/>
              <a:gd name="T43" fmla="*/ 133 h 258"/>
              <a:gd name="T44" fmla="*/ 441 w 1667"/>
              <a:gd name="T45" fmla="*/ 4 h 258"/>
              <a:gd name="T46" fmla="*/ 505 w 1667"/>
              <a:gd name="T47" fmla="*/ 254 h 258"/>
              <a:gd name="T48" fmla="*/ 608 w 1667"/>
              <a:gd name="T49" fmla="*/ 254 h 258"/>
              <a:gd name="T50" fmla="*/ 409 w 1667"/>
              <a:gd name="T51" fmla="*/ 254 h 258"/>
              <a:gd name="T52" fmla="*/ 342 w 1667"/>
              <a:gd name="T53" fmla="*/ 4 h 258"/>
              <a:gd name="T54" fmla="*/ 1134 w 1667"/>
              <a:gd name="T55" fmla="*/ 128 h 258"/>
              <a:gd name="T56" fmla="*/ 888 w 1667"/>
              <a:gd name="T57" fmla="*/ 129 h 258"/>
              <a:gd name="T58" fmla="*/ 1134 w 1667"/>
              <a:gd name="T59" fmla="*/ 128 h 258"/>
              <a:gd name="T60" fmla="*/ 1011 w 1667"/>
              <a:gd name="T61" fmla="*/ 203 h 258"/>
              <a:gd name="T62" fmla="*/ 957 w 1667"/>
              <a:gd name="T63" fmla="*/ 118 h 258"/>
              <a:gd name="T64" fmla="*/ 1064 w 1667"/>
              <a:gd name="T65" fmla="*/ 119 h 258"/>
              <a:gd name="T66" fmla="*/ 223 w 1667"/>
              <a:gd name="T67" fmla="*/ 254 h 258"/>
              <a:gd name="T68" fmla="*/ 70 w 1667"/>
              <a:gd name="T69" fmla="*/ 4 h 258"/>
              <a:gd name="T70" fmla="*/ 223 w 1667"/>
              <a:gd name="T71" fmla="*/ 254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67" h="258">
                <a:moveTo>
                  <a:pt x="1364" y="94"/>
                </a:moveTo>
                <a:cubicBezTo>
                  <a:pt x="1364" y="15"/>
                  <a:pt x="1331" y="4"/>
                  <a:pt x="1267" y="4"/>
                </a:cubicBezTo>
                <a:lnTo>
                  <a:pt x="1159" y="4"/>
                </a:lnTo>
                <a:lnTo>
                  <a:pt x="1159" y="254"/>
                </a:lnTo>
                <a:lnTo>
                  <a:pt x="1225" y="254"/>
                </a:lnTo>
                <a:lnTo>
                  <a:pt x="1225" y="57"/>
                </a:lnTo>
                <a:lnTo>
                  <a:pt x="1266" y="57"/>
                </a:lnTo>
                <a:cubicBezTo>
                  <a:pt x="1286" y="57"/>
                  <a:pt x="1298" y="63"/>
                  <a:pt x="1298" y="95"/>
                </a:cubicBezTo>
                <a:cubicBezTo>
                  <a:pt x="1298" y="126"/>
                  <a:pt x="1288" y="133"/>
                  <a:pt x="1267" y="133"/>
                </a:cubicBezTo>
                <a:cubicBezTo>
                  <a:pt x="1263" y="133"/>
                  <a:pt x="1227" y="133"/>
                  <a:pt x="1227" y="133"/>
                </a:cubicBezTo>
                <a:lnTo>
                  <a:pt x="1308" y="254"/>
                </a:lnTo>
                <a:lnTo>
                  <a:pt x="1384" y="254"/>
                </a:lnTo>
                <a:lnTo>
                  <a:pt x="1326" y="170"/>
                </a:lnTo>
                <a:cubicBezTo>
                  <a:pt x="1351" y="163"/>
                  <a:pt x="1364" y="144"/>
                  <a:pt x="1364" y="94"/>
                </a:cubicBezTo>
                <a:close/>
                <a:moveTo>
                  <a:pt x="1667" y="254"/>
                </a:moveTo>
                <a:lnTo>
                  <a:pt x="1667" y="4"/>
                </a:lnTo>
                <a:lnTo>
                  <a:pt x="1584" y="4"/>
                </a:lnTo>
                <a:lnTo>
                  <a:pt x="1533" y="164"/>
                </a:lnTo>
                <a:lnTo>
                  <a:pt x="1483" y="4"/>
                </a:lnTo>
                <a:lnTo>
                  <a:pt x="1400" y="4"/>
                </a:lnTo>
                <a:lnTo>
                  <a:pt x="1400" y="254"/>
                </a:lnTo>
                <a:lnTo>
                  <a:pt x="1458" y="254"/>
                </a:lnTo>
                <a:lnTo>
                  <a:pt x="1458" y="105"/>
                </a:lnTo>
                <a:lnTo>
                  <a:pt x="1505" y="254"/>
                </a:lnTo>
                <a:lnTo>
                  <a:pt x="1557" y="254"/>
                </a:lnTo>
                <a:lnTo>
                  <a:pt x="1603" y="105"/>
                </a:lnTo>
                <a:lnTo>
                  <a:pt x="1603" y="254"/>
                </a:lnTo>
                <a:lnTo>
                  <a:pt x="1667" y="254"/>
                </a:lnTo>
                <a:close/>
                <a:moveTo>
                  <a:pt x="763" y="61"/>
                </a:moveTo>
                <a:lnTo>
                  <a:pt x="875" y="61"/>
                </a:lnTo>
                <a:lnTo>
                  <a:pt x="875" y="4"/>
                </a:lnTo>
                <a:lnTo>
                  <a:pt x="696" y="4"/>
                </a:lnTo>
                <a:lnTo>
                  <a:pt x="696" y="254"/>
                </a:lnTo>
                <a:lnTo>
                  <a:pt x="763" y="254"/>
                </a:lnTo>
                <a:lnTo>
                  <a:pt x="763" y="169"/>
                </a:lnTo>
                <a:lnTo>
                  <a:pt x="854" y="169"/>
                </a:lnTo>
                <a:lnTo>
                  <a:pt x="854" y="115"/>
                </a:lnTo>
                <a:lnTo>
                  <a:pt x="763" y="115"/>
                </a:lnTo>
                <a:lnTo>
                  <a:pt x="763" y="61"/>
                </a:lnTo>
                <a:close/>
                <a:moveTo>
                  <a:pt x="608" y="254"/>
                </a:moveTo>
                <a:lnTo>
                  <a:pt x="664" y="254"/>
                </a:lnTo>
                <a:lnTo>
                  <a:pt x="664" y="4"/>
                </a:lnTo>
                <a:lnTo>
                  <a:pt x="600" y="4"/>
                </a:lnTo>
                <a:lnTo>
                  <a:pt x="600" y="133"/>
                </a:lnTo>
                <a:lnTo>
                  <a:pt x="508" y="4"/>
                </a:lnTo>
                <a:lnTo>
                  <a:pt x="441" y="4"/>
                </a:lnTo>
                <a:lnTo>
                  <a:pt x="441" y="254"/>
                </a:lnTo>
                <a:lnTo>
                  <a:pt x="505" y="254"/>
                </a:lnTo>
                <a:lnTo>
                  <a:pt x="505" y="108"/>
                </a:lnTo>
                <a:lnTo>
                  <a:pt x="608" y="254"/>
                </a:lnTo>
                <a:close/>
                <a:moveTo>
                  <a:pt x="342" y="254"/>
                </a:moveTo>
                <a:lnTo>
                  <a:pt x="409" y="254"/>
                </a:lnTo>
                <a:lnTo>
                  <a:pt x="409" y="4"/>
                </a:lnTo>
                <a:lnTo>
                  <a:pt x="342" y="4"/>
                </a:lnTo>
                <a:lnTo>
                  <a:pt x="342" y="254"/>
                </a:lnTo>
                <a:close/>
                <a:moveTo>
                  <a:pt x="1134" y="128"/>
                </a:moveTo>
                <a:cubicBezTo>
                  <a:pt x="1134" y="19"/>
                  <a:pt x="1086" y="0"/>
                  <a:pt x="1011" y="0"/>
                </a:cubicBezTo>
                <a:cubicBezTo>
                  <a:pt x="936" y="0"/>
                  <a:pt x="888" y="19"/>
                  <a:pt x="888" y="129"/>
                </a:cubicBezTo>
                <a:cubicBezTo>
                  <a:pt x="888" y="239"/>
                  <a:pt x="936" y="258"/>
                  <a:pt x="1010" y="258"/>
                </a:cubicBezTo>
                <a:cubicBezTo>
                  <a:pt x="1085" y="258"/>
                  <a:pt x="1134" y="238"/>
                  <a:pt x="1134" y="128"/>
                </a:cubicBezTo>
                <a:close/>
                <a:moveTo>
                  <a:pt x="1064" y="139"/>
                </a:moveTo>
                <a:cubicBezTo>
                  <a:pt x="1064" y="186"/>
                  <a:pt x="1053" y="203"/>
                  <a:pt x="1011" y="203"/>
                </a:cubicBezTo>
                <a:cubicBezTo>
                  <a:pt x="970" y="203"/>
                  <a:pt x="957" y="185"/>
                  <a:pt x="957" y="138"/>
                </a:cubicBezTo>
                <a:lnTo>
                  <a:pt x="957" y="118"/>
                </a:lnTo>
                <a:cubicBezTo>
                  <a:pt x="957" y="71"/>
                  <a:pt x="969" y="56"/>
                  <a:pt x="1010" y="56"/>
                </a:cubicBezTo>
                <a:cubicBezTo>
                  <a:pt x="1052" y="56"/>
                  <a:pt x="1064" y="72"/>
                  <a:pt x="1064" y="119"/>
                </a:cubicBezTo>
                <a:lnTo>
                  <a:pt x="1064" y="139"/>
                </a:lnTo>
                <a:close/>
                <a:moveTo>
                  <a:pt x="223" y="254"/>
                </a:moveTo>
                <a:lnTo>
                  <a:pt x="292" y="4"/>
                </a:lnTo>
                <a:lnTo>
                  <a:pt x="70" y="4"/>
                </a:lnTo>
                <a:lnTo>
                  <a:pt x="0" y="254"/>
                </a:lnTo>
                <a:lnTo>
                  <a:pt x="223" y="254"/>
                </a:lnTo>
                <a:close/>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2" name="Überschrift">
            <a:extLst>
              <a:ext uri="{FF2B5EF4-FFF2-40B4-BE49-F238E27FC236}">
                <a16:creationId xmlns:a16="http://schemas.microsoft.com/office/drawing/2014/main" id="{77FB4912-5143-46BD-AFDC-2D16014CC15C}"/>
              </a:ext>
            </a:extLst>
          </p:cNvPr>
          <p:cNvSpPr>
            <a:spLocks noGrp="1"/>
          </p:cNvSpPr>
          <p:nvPr userDrawn="1">
            <p:ph type="title"/>
          </p:nvPr>
        </p:nvSpPr>
        <p:spPr>
          <a:xfrm>
            <a:off x="539750" y="611187"/>
            <a:ext cx="6948488" cy="612000"/>
          </a:xfrm>
          <a:prstGeom prst="rect">
            <a:avLst/>
          </a:prstGeom>
        </p:spPr>
        <p:txBody>
          <a:bodyPr vert="horz" lIns="0" tIns="0" rIns="0" bIns="0" rtlCol="0" anchor="t" anchorCtr="0">
            <a:noAutofit/>
          </a:bodyPr>
          <a:lstStyle/>
          <a:p>
            <a:r>
              <a:rPr lang="de-DE" dirty="0"/>
              <a:t>Hier steht eine Überschrift</a:t>
            </a:r>
            <a:br>
              <a:rPr lang="de-DE" dirty="0"/>
            </a:br>
            <a:r>
              <a:rPr lang="de-DE" dirty="0"/>
              <a:t>Diese kann zweizeilig sein</a:t>
            </a:r>
          </a:p>
        </p:txBody>
      </p:sp>
      <p:sp>
        <p:nvSpPr>
          <p:cNvPr id="3" name="Text">
            <a:extLst>
              <a:ext uri="{FF2B5EF4-FFF2-40B4-BE49-F238E27FC236}">
                <a16:creationId xmlns:a16="http://schemas.microsoft.com/office/drawing/2014/main" id="{EE7B0853-D7B0-4E6A-9E5A-D4086C1FCE9F}"/>
              </a:ext>
            </a:extLst>
          </p:cNvPr>
          <p:cNvSpPr>
            <a:spLocks noGrp="1"/>
          </p:cNvSpPr>
          <p:nvPr userDrawn="1">
            <p:ph type="body" idx="1"/>
          </p:nvPr>
        </p:nvSpPr>
        <p:spPr>
          <a:xfrm>
            <a:off x="539750" y="1350963"/>
            <a:ext cx="6948488" cy="4445000"/>
          </a:xfrm>
          <a:prstGeom prst="rect">
            <a:avLst/>
          </a:prstGeom>
        </p:spPr>
        <p:txBody>
          <a:bodyPr vert="horz" lIns="0" tIns="0" rIns="0" bIns="0" rtlCol="0" anchor="t" anchorCtr="0">
            <a:noAutofit/>
          </a:bodyPr>
          <a:lstStyle/>
          <a:p>
            <a:pPr lvl="0"/>
            <a:r>
              <a:rPr lang="en-US" dirty="0"/>
              <a:t>First level text // for bullets, numbering and other text levels </a:t>
            </a:r>
            <a:br>
              <a:rPr lang="en-US" dirty="0"/>
            </a:br>
            <a:r>
              <a:rPr lang="en-US" dirty="0"/>
              <a:t>&gt;&gt; Menu &gt; Home &gt; Paragraph &gt; Increase/Decrease List Level</a:t>
            </a:r>
            <a:br>
              <a:rPr lang="en-US" dirty="0"/>
            </a:br>
            <a:br>
              <a:rPr lang="en-US" dirty="0"/>
            </a:br>
            <a:r>
              <a:rPr lang="de-DE" dirty="0"/>
              <a:t>Text auf erster Ebene // für Aufzählung, Nummerierung und weitere Textebenen </a:t>
            </a:r>
            <a:br>
              <a:rPr lang="de-DE" dirty="0"/>
            </a:br>
            <a:r>
              <a:rPr lang="de-DE" dirty="0"/>
              <a:t>&gt;&gt; Menü &gt; Start &gt; Absatz &gt; Listenebene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grpSp>
        <p:nvGrpSpPr>
          <p:cNvPr id="24" name="Regieanweisung">
            <a:extLst>
              <a:ext uri="{FF2B5EF4-FFF2-40B4-BE49-F238E27FC236}">
                <a16:creationId xmlns:a16="http://schemas.microsoft.com/office/drawing/2014/main" id="{94E5171B-3B96-4087-9978-9393F7EE41E5}"/>
              </a:ext>
            </a:extLst>
          </p:cNvPr>
          <p:cNvGrpSpPr/>
          <p:nvPr userDrawn="1"/>
        </p:nvGrpSpPr>
        <p:grpSpPr>
          <a:xfrm>
            <a:off x="-2124000" y="-540003"/>
            <a:ext cx="15334578" cy="7632004"/>
            <a:chOff x="-2124000" y="-540003"/>
            <a:chExt cx="15334578" cy="7632004"/>
          </a:xfrm>
        </p:grpSpPr>
        <p:sp>
          <p:nvSpPr>
            <p:cNvPr id="25" name="Zurücksetzen">
              <a:extLst>
                <a:ext uri="{FF2B5EF4-FFF2-40B4-BE49-F238E27FC236}">
                  <a16:creationId xmlns:a16="http://schemas.microsoft.com/office/drawing/2014/main" id="{E093E455-976F-4329-851E-D0E30341139E}"/>
                </a:ext>
              </a:extLst>
            </p:cNvPr>
            <p:cNvSpPr txBox="1"/>
            <p:nvPr userDrawn="1"/>
          </p:nvSpPr>
          <p:spPr>
            <a:xfrm rot="10800000" flipH="1" flipV="1">
              <a:off x="5760244" y="-540003"/>
              <a:ext cx="5220493" cy="468003"/>
            </a:xfrm>
            <a:prstGeom prst="rect">
              <a:avLst/>
            </a:prstGeom>
            <a:noFill/>
            <a:ln w="12700">
              <a:noFill/>
            </a:ln>
          </p:spPr>
          <p:txBody>
            <a:bodyPr vert="horz" wrap="square" lIns="0" tIns="0" rIns="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en-US" sz="1000" b="0" baseline="0" noProof="0" dirty="0">
                  <a:solidFill>
                    <a:schemeClr val="bg1"/>
                  </a:solidFill>
                  <a:latin typeface="+mn-lt"/>
                </a:rPr>
                <a:t>Reset slide to original format in the menu via:</a:t>
              </a:r>
            </a:p>
            <a:p>
              <a:pPr indent="0" algn="r">
                <a:lnSpc>
                  <a:spcPct val="100000"/>
                </a:lnSpc>
                <a:spcBef>
                  <a:spcPts val="0"/>
                </a:spcBef>
                <a:spcAft>
                  <a:spcPts val="0"/>
                </a:spcAft>
              </a:pPr>
              <a:r>
                <a:rPr lang="de-CH" sz="1000" b="1" baseline="0" dirty="0">
                  <a:solidFill>
                    <a:schemeClr val="bg1"/>
                  </a:solidFill>
                  <a:latin typeface="+mn-lt"/>
                </a:rPr>
                <a:t>Home &gt; </a:t>
              </a:r>
              <a:r>
                <a:rPr lang="en-US" sz="1000" b="1" baseline="0" noProof="0" dirty="0">
                  <a:solidFill>
                    <a:schemeClr val="bg1"/>
                  </a:solidFill>
                  <a:latin typeface="+mn-lt"/>
                </a:rPr>
                <a:t>Slides &gt; Reset</a:t>
              </a:r>
              <a:r>
                <a:rPr lang="en-US" sz="800" b="0" baseline="0" noProof="0" dirty="0">
                  <a:solidFill>
                    <a:schemeClr val="bg1"/>
                  </a:solidFill>
                  <a:latin typeface="+mn-lt"/>
                </a:rPr>
                <a:t> </a:t>
              </a:r>
              <a:r>
                <a:rPr lang="de-CH" sz="800" b="0" baseline="0" dirty="0">
                  <a:solidFill>
                    <a:schemeClr val="bg1">
                      <a:lumMod val="50000"/>
                      <a:lumOff val="50000"/>
                    </a:schemeClr>
                  </a:solidFill>
                  <a:latin typeface="+mn-lt"/>
                </a:rPr>
                <a:t>(Start &gt; Folien &gt; Zurücksetzen)</a:t>
              </a:r>
              <a:endParaRPr lang="de-CH" sz="1000" b="0" baseline="0" dirty="0">
                <a:solidFill>
                  <a:schemeClr val="bg1">
                    <a:lumMod val="50000"/>
                    <a:lumOff val="50000"/>
                  </a:schemeClr>
                </a:solidFill>
                <a:latin typeface="+mn-lt"/>
              </a:endParaRPr>
            </a:p>
          </p:txBody>
        </p:sp>
        <p:sp>
          <p:nvSpPr>
            <p:cNvPr id="43" name="Layoutwechsel">
              <a:extLst>
                <a:ext uri="{FF2B5EF4-FFF2-40B4-BE49-F238E27FC236}">
                  <a16:creationId xmlns:a16="http://schemas.microsoft.com/office/drawing/2014/main" id="{974384E5-2A91-4ED6-B9E7-0940A4A228F8}"/>
                </a:ext>
              </a:extLst>
            </p:cNvPr>
            <p:cNvSpPr txBox="1"/>
            <p:nvPr userDrawn="1"/>
          </p:nvSpPr>
          <p:spPr>
            <a:xfrm rot="10800000" flipH="1" flipV="1">
              <a:off x="-1690577" y="0"/>
              <a:ext cx="1582578" cy="611188"/>
            </a:xfrm>
            <a:prstGeom prst="rect">
              <a:avLst/>
            </a:prstGeom>
            <a:noFill/>
            <a:ln w="12700">
              <a:noFill/>
            </a:ln>
          </p:spPr>
          <p:txBody>
            <a:bodyPr vert="horz" wrap="square" lIns="0" tIns="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r">
                <a:lnSpc>
                  <a:spcPct val="100000"/>
                </a:lnSpc>
                <a:spcBef>
                  <a:spcPts val="0"/>
                </a:spcBef>
                <a:spcAft>
                  <a:spcPts val="0"/>
                </a:spcAft>
              </a:pPr>
              <a:r>
                <a:rPr lang="en-US" sz="1000" b="0" baseline="0" dirty="0">
                  <a:solidFill>
                    <a:schemeClr val="bg1"/>
                  </a:solidFill>
                  <a:latin typeface="+mn-lt"/>
                </a:rPr>
                <a:t>Change the layout of a slide in the menu via</a:t>
              </a:r>
              <a:r>
                <a:rPr lang="de-CH" sz="1000" b="0" baseline="0" dirty="0">
                  <a:solidFill>
                    <a:schemeClr val="bg1"/>
                  </a:solidFill>
                  <a:latin typeface="+mn-lt"/>
                </a:rPr>
                <a:t>:</a:t>
              </a:r>
            </a:p>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1" i="0" baseline="0" noProof="0" dirty="0">
                  <a:solidFill>
                    <a:schemeClr val="bg1"/>
                  </a:solidFill>
                  <a:latin typeface="+mn-lt"/>
                </a:rPr>
                <a:t>Home &gt; Slides &gt; Layout</a:t>
              </a:r>
            </a:p>
            <a:p>
              <a:pPr marL="0" marR="0" lvl="0" indent="0" algn="r" defTabSz="2517235" rtl="0" eaLnBrk="1" fontAlgn="auto" latinLnBrk="0" hangingPunct="1">
                <a:lnSpc>
                  <a:spcPct val="100000"/>
                </a:lnSpc>
                <a:spcBef>
                  <a:spcPts val="0"/>
                </a:spcBef>
                <a:spcAft>
                  <a:spcPts val="0"/>
                </a:spcAft>
                <a:buClrTx/>
                <a:buSzTx/>
                <a:buFontTx/>
                <a:buNone/>
                <a:tabLst/>
                <a:defRPr/>
              </a:pPr>
              <a:r>
                <a:rPr lang="de-CH" sz="800" b="0" i="0" baseline="0" dirty="0">
                  <a:solidFill>
                    <a:schemeClr val="bg1">
                      <a:lumMod val="50000"/>
                      <a:lumOff val="50000"/>
                    </a:schemeClr>
                  </a:solidFill>
                  <a:latin typeface="+mn-lt"/>
                </a:rPr>
                <a:t>(Start &gt; Folien &gt; Layout)</a:t>
              </a:r>
            </a:p>
          </p:txBody>
        </p:sp>
        <p:sp>
          <p:nvSpPr>
            <p:cNvPr id="44" name="Text // Listenebene erhöhen">
              <a:extLst>
                <a:ext uri="{FF2B5EF4-FFF2-40B4-BE49-F238E27FC236}">
                  <a16:creationId xmlns:a16="http://schemas.microsoft.com/office/drawing/2014/main" id="{D56DF009-84B9-4499-BBBF-AE1BE2FCC734}"/>
                </a:ext>
              </a:extLst>
            </p:cNvPr>
            <p:cNvSpPr txBox="1"/>
            <p:nvPr userDrawn="1"/>
          </p:nvSpPr>
          <p:spPr>
            <a:xfrm>
              <a:off x="-1690578" y="2340000"/>
              <a:ext cx="952398" cy="252000"/>
            </a:xfrm>
            <a:prstGeom prst="rect">
              <a:avLst/>
            </a:prstGeom>
            <a:noFill/>
          </p:spPr>
          <p:txBody>
            <a:bodyPr wrap="square" lIns="0" tIns="0" rIns="0" bIns="0" rtlCol="0" anchor="ctr" anchorCtr="0">
              <a:noAutofit/>
            </a:bodyPr>
            <a:lstStyle/>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noProof="0" dirty="0">
                  <a:solidFill>
                    <a:schemeClr val="bg1"/>
                  </a:solidFill>
                  <a:latin typeface="+mn-lt"/>
                </a:rPr>
                <a:t>Increase </a:t>
              </a:r>
            </a:p>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noProof="0" dirty="0">
                  <a:solidFill>
                    <a:schemeClr val="bg1"/>
                  </a:solidFill>
                  <a:latin typeface="+mn-lt"/>
                </a:rPr>
                <a:t>List Level</a:t>
              </a:r>
              <a:endParaRPr lang="de-CH" sz="1000" b="0" i="0" baseline="0" dirty="0">
                <a:solidFill>
                  <a:schemeClr val="bg1"/>
                </a:solidFill>
                <a:latin typeface="+mn-lt"/>
              </a:endParaRPr>
            </a:p>
          </p:txBody>
        </p:sp>
        <p:sp>
          <p:nvSpPr>
            <p:cNvPr id="45" name="Text // Listenebene verringern">
              <a:extLst>
                <a:ext uri="{FF2B5EF4-FFF2-40B4-BE49-F238E27FC236}">
                  <a16:creationId xmlns:a16="http://schemas.microsoft.com/office/drawing/2014/main" id="{CC3F211B-6EB9-4C09-93E8-636878CDD3A5}"/>
                </a:ext>
              </a:extLst>
            </p:cNvPr>
            <p:cNvSpPr txBox="1"/>
            <p:nvPr userDrawn="1"/>
          </p:nvSpPr>
          <p:spPr>
            <a:xfrm>
              <a:off x="-1690578" y="2700000"/>
              <a:ext cx="952398" cy="252000"/>
            </a:xfrm>
            <a:prstGeom prst="rect">
              <a:avLst/>
            </a:prstGeom>
            <a:noFill/>
          </p:spPr>
          <p:txBody>
            <a:bodyPr wrap="square" lIns="0" tIns="0" rIns="0" bIns="0" rtlCol="0" anchor="ctr" anchorCtr="0">
              <a:noAutofit/>
            </a:bodyPr>
            <a:lstStyle/>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noProof="0" dirty="0">
                  <a:solidFill>
                    <a:schemeClr val="bg1"/>
                  </a:solidFill>
                  <a:latin typeface="+mn-lt"/>
                </a:rPr>
                <a:t>Decrease </a:t>
              </a:r>
            </a:p>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noProof="0" dirty="0">
                  <a:solidFill>
                    <a:schemeClr val="bg1"/>
                  </a:solidFill>
                  <a:latin typeface="+mn-lt"/>
                </a:rPr>
                <a:t>List Level</a:t>
              </a:r>
              <a:endParaRPr lang="de-CH" sz="1000" b="0" i="0" baseline="0" dirty="0">
                <a:solidFill>
                  <a:schemeClr val="bg1"/>
                </a:solidFill>
                <a:latin typeface="+mn-lt"/>
              </a:endParaRPr>
            </a:p>
          </p:txBody>
        </p:sp>
        <p:sp>
          <p:nvSpPr>
            <p:cNvPr id="46" name="Listenebenen">
              <a:extLst>
                <a:ext uri="{FF2B5EF4-FFF2-40B4-BE49-F238E27FC236}">
                  <a16:creationId xmlns:a16="http://schemas.microsoft.com/office/drawing/2014/main" id="{68F100D2-6907-4E7A-A67F-573464534CDD}"/>
                </a:ext>
              </a:extLst>
            </p:cNvPr>
            <p:cNvSpPr txBox="1"/>
            <p:nvPr userDrawn="1"/>
          </p:nvSpPr>
          <p:spPr>
            <a:xfrm rot="10800000" flipH="1" flipV="1">
              <a:off x="-2124000" y="1332000"/>
              <a:ext cx="2016000" cy="865100"/>
            </a:xfrm>
            <a:prstGeom prst="rect">
              <a:avLst/>
            </a:prstGeom>
            <a:noFill/>
            <a:ln w="12700">
              <a:noFill/>
            </a:ln>
          </p:spPr>
          <p:txBody>
            <a:bodyPr vert="horz" wrap="square" lIns="0" tIns="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dirty="0">
                  <a:solidFill>
                    <a:schemeClr val="bg1"/>
                  </a:solidFill>
                  <a:latin typeface="+mn-lt"/>
                </a:rPr>
                <a:t>Change the text list </a:t>
              </a:r>
            </a:p>
            <a:p>
              <a:pPr marL="0" marR="0" lvl="0" indent="0" algn="r" defTabSz="2517235" rtl="0" eaLnBrk="1" fontAlgn="auto" latinLnBrk="0" hangingPunct="1">
                <a:lnSpc>
                  <a:spcPct val="100000"/>
                </a:lnSpc>
                <a:spcBef>
                  <a:spcPts val="0"/>
                </a:spcBef>
                <a:spcAft>
                  <a:spcPts val="0"/>
                </a:spcAft>
                <a:buClrTx/>
                <a:buSzTx/>
                <a:buFontTx/>
                <a:buNone/>
                <a:tabLst/>
                <a:defRPr/>
              </a:pPr>
              <a:r>
                <a:rPr lang="en-US" sz="1000" b="0" baseline="0" dirty="0">
                  <a:solidFill>
                    <a:schemeClr val="bg1"/>
                  </a:solidFill>
                  <a:latin typeface="+mn-lt"/>
                </a:rPr>
                <a:t>in the menu via</a:t>
              </a:r>
              <a:r>
                <a:rPr lang="de-CH" sz="1000" b="0" baseline="0" dirty="0">
                  <a:solidFill>
                    <a:schemeClr val="bg1"/>
                  </a:solidFill>
                  <a:latin typeface="+mn-lt"/>
                </a:rPr>
                <a:t>: </a:t>
              </a:r>
              <a:br>
                <a:rPr lang="de-CH" sz="1000" b="0" baseline="0" dirty="0">
                  <a:solidFill>
                    <a:schemeClr val="bg1"/>
                  </a:solidFill>
                  <a:latin typeface="+mn-lt"/>
                </a:rPr>
              </a:br>
              <a:r>
                <a:rPr lang="en-US" sz="1000" b="1" baseline="0" noProof="0" dirty="0">
                  <a:solidFill>
                    <a:schemeClr val="bg1"/>
                  </a:solidFill>
                  <a:latin typeface="+mn-lt"/>
                </a:rPr>
                <a:t>Home &gt; Paragraph &gt; Increase/Decrease List Level</a:t>
              </a:r>
              <a:endParaRPr lang="en-US" sz="1000" b="0" baseline="0" noProof="0" dirty="0">
                <a:solidFill>
                  <a:schemeClr val="bg1"/>
                </a:solidFill>
                <a:latin typeface="+mn-lt"/>
              </a:endParaRPr>
            </a:p>
            <a:p>
              <a:pPr marL="0" marR="0" lvl="0" indent="0" algn="r" defTabSz="2517235" rtl="0" eaLnBrk="1" fontAlgn="auto" latinLnBrk="0" hangingPunct="1">
                <a:lnSpc>
                  <a:spcPct val="100000"/>
                </a:lnSpc>
                <a:spcBef>
                  <a:spcPts val="0"/>
                </a:spcBef>
                <a:spcAft>
                  <a:spcPts val="0"/>
                </a:spcAft>
                <a:buClrTx/>
                <a:buSzTx/>
                <a:buFontTx/>
                <a:buNone/>
                <a:tabLst/>
                <a:defRPr/>
              </a:pPr>
              <a:r>
                <a:rPr lang="de-CH" sz="800" b="0" baseline="0" dirty="0">
                  <a:solidFill>
                    <a:schemeClr val="bg1">
                      <a:lumMod val="50000"/>
                      <a:lumOff val="50000"/>
                    </a:schemeClr>
                  </a:solidFill>
                  <a:latin typeface="+mn-lt"/>
                </a:rPr>
                <a:t>(Start &gt; Absatz &gt; Listenebene erhöhen/verringern)</a:t>
              </a:r>
            </a:p>
          </p:txBody>
        </p:sp>
        <p:pic>
          <p:nvPicPr>
            <p:cNvPr id="47" name="Bild // Listenebene verringern">
              <a:extLst>
                <a:ext uri="{FF2B5EF4-FFF2-40B4-BE49-F238E27FC236}">
                  <a16:creationId xmlns:a16="http://schemas.microsoft.com/office/drawing/2014/main" id="{416826AD-246A-4648-8285-7174B0BA658F}"/>
                </a:ext>
              </a:extLst>
            </p:cNvPr>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652320" y="2700000"/>
              <a:ext cx="544320" cy="252000"/>
            </a:xfrm>
            <a:prstGeom prst="rect">
              <a:avLst/>
            </a:prstGeom>
          </p:spPr>
        </p:pic>
        <p:pic>
          <p:nvPicPr>
            <p:cNvPr id="48" name="Bild // Listenebene erhöhen">
              <a:extLst>
                <a:ext uri="{FF2B5EF4-FFF2-40B4-BE49-F238E27FC236}">
                  <a16:creationId xmlns:a16="http://schemas.microsoft.com/office/drawing/2014/main" id="{9A168A30-FB79-44FC-B4C1-68CAC0E85850}"/>
                </a:ext>
              </a:extLst>
            </p:cNvPr>
            <p:cNvPicPr>
              <a:picLocks noChangeAspect="1"/>
            </p:cNvPicPr>
            <p:nvPr userDrawn="1"/>
          </p:nvPicPr>
          <p:blipFill>
            <a:blip r:embed="rId12">
              <a:extLst>
                <a:ext uri="{28A0092B-C50C-407E-A947-70E740481C1C}">
                  <a14:useLocalDpi xmlns:a14="http://schemas.microsoft.com/office/drawing/2010/main"/>
                </a:ext>
              </a:extLst>
            </a:blip>
            <a:stretch>
              <a:fillRect/>
            </a:stretch>
          </p:blipFill>
          <p:spPr>
            <a:xfrm>
              <a:off x="-652320" y="2340000"/>
              <a:ext cx="544320" cy="252000"/>
            </a:xfrm>
            <a:prstGeom prst="rect">
              <a:avLst/>
            </a:prstGeom>
          </p:spPr>
        </p:pic>
        <p:sp>
          <p:nvSpPr>
            <p:cNvPr id="49" name="Hilfslinien">
              <a:extLst>
                <a:ext uri="{FF2B5EF4-FFF2-40B4-BE49-F238E27FC236}">
                  <a16:creationId xmlns:a16="http://schemas.microsoft.com/office/drawing/2014/main" id="{7E4C87FF-37AF-48CF-B8F3-FA41ADE09B1A}"/>
                </a:ext>
              </a:extLst>
            </p:cNvPr>
            <p:cNvSpPr txBox="1"/>
            <p:nvPr userDrawn="1"/>
          </p:nvSpPr>
          <p:spPr>
            <a:xfrm rot="10800000" flipH="1" flipV="1">
              <a:off x="539750" y="-540002"/>
              <a:ext cx="6948487" cy="468001"/>
            </a:xfrm>
            <a:prstGeom prst="rect">
              <a:avLst/>
            </a:prstGeom>
            <a:noFill/>
            <a:ln w="12700">
              <a:noFill/>
            </a:ln>
          </p:spPr>
          <p:txBody>
            <a:bodyPr vert="horz" wrap="square" lIns="0" tIns="0" rIns="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2871412" rtl="0" eaLnBrk="1" fontAlgn="auto" latinLnBrk="0" hangingPunct="1">
                <a:lnSpc>
                  <a:spcPct val="100000"/>
                </a:lnSpc>
                <a:spcBef>
                  <a:spcPts val="0"/>
                </a:spcBef>
                <a:spcAft>
                  <a:spcPts val="0"/>
                </a:spcAft>
                <a:buClrTx/>
                <a:buSzTx/>
                <a:buFontTx/>
                <a:buNone/>
                <a:tabLst/>
                <a:defRPr/>
              </a:pPr>
              <a:r>
                <a:rPr kumimoji="0" lang="de-CH" sz="1000" b="0" i="0" u="none" strike="noStrike" kern="1200" cap="none" spc="0" normalizeH="0" baseline="0" noProof="0" dirty="0">
                  <a:ln>
                    <a:noFill/>
                  </a:ln>
                  <a:solidFill>
                    <a:schemeClr val="bg1"/>
                  </a:solidFill>
                  <a:effectLst/>
                  <a:uLnTx/>
                  <a:uFillTx/>
                  <a:latin typeface="+mn-lt"/>
                  <a:ea typeface="+mn-ea"/>
                  <a:cs typeface="+mn-cs"/>
                </a:rPr>
                <a:t>Show </a:t>
              </a:r>
              <a:r>
                <a:rPr kumimoji="0" lang="en-US" sz="1000" b="0" i="0" u="none" strike="noStrike" kern="1200" cap="none" spc="0" normalizeH="0" baseline="0" noProof="0" dirty="0">
                  <a:ln>
                    <a:noFill/>
                  </a:ln>
                  <a:solidFill>
                    <a:schemeClr val="bg1"/>
                  </a:solidFill>
                  <a:effectLst/>
                  <a:uLnTx/>
                  <a:uFillTx/>
                  <a:latin typeface="+mn-lt"/>
                  <a:ea typeface="+mn-ea"/>
                  <a:cs typeface="+mn-cs"/>
                </a:rPr>
                <a:t>guidelines </a:t>
              </a:r>
              <a:r>
                <a:rPr lang="en-US" sz="1000" b="0" baseline="0" noProof="0" dirty="0">
                  <a:solidFill>
                    <a:schemeClr val="bg1"/>
                  </a:solidFill>
                  <a:latin typeface="+mn-lt"/>
                </a:rPr>
                <a:t>in the menu via</a:t>
              </a:r>
              <a:r>
                <a:rPr kumimoji="0" lang="de-CH" sz="1000" b="0" i="0" u="none" strike="noStrike" kern="1200" cap="none" spc="0" normalizeH="0" baseline="0" noProof="0" dirty="0">
                  <a:ln>
                    <a:noFill/>
                  </a:ln>
                  <a:solidFill>
                    <a:schemeClr val="bg1"/>
                  </a:solidFill>
                  <a:effectLst/>
                  <a:uLnTx/>
                  <a:uFillTx/>
                  <a:latin typeface="+mn-lt"/>
                  <a:ea typeface="+mn-ea"/>
                  <a:cs typeface="+mn-cs"/>
                </a:rPr>
                <a:t>: </a:t>
              </a:r>
              <a:br>
                <a:rPr kumimoji="0" lang="de-CH" sz="1000" b="0" i="0" u="none" strike="noStrike" kern="1200" cap="none" spc="0" normalizeH="0" baseline="0" noProof="0" dirty="0">
                  <a:ln>
                    <a:noFill/>
                  </a:ln>
                  <a:solidFill>
                    <a:schemeClr val="bg1"/>
                  </a:solidFill>
                  <a:effectLst/>
                  <a:uLnTx/>
                  <a:uFillTx/>
                  <a:latin typeface="+mn-lt"/>
                  <a:ea typeface="+mn-ea"/>
                  <a:cs typeface="+mn-cs"/>
                </a:rPr>
              </a:br>
              <a:r>
                <a:rPr kumimoji="0" lang="en-US" sz="1000" b="1" i="0" u="none" strike="noStrike" kern="1200" cap="none" spc="0" normalizeH="0" baseline="0" noProof="0" dirty="0">
                  <a:ln>
                    <a:noFill/>
                  </a:ln>
                  <a:solidFill>
                    <a:schemeClr val="bg1"/>
                  </a:solidFill>
                  <a:effectLst/>
                  <a:uLnTx/>
                  <a:uFillTx/>
                  <a:latin typeface="+mn-lt"/>
                  <a:ea typeface="+mn-ea"/>
                  <a:cs typeface="+mn-cs"/>
                </a:rPr>
                <a:t>View &gt; Show &gt; </a:t>
              </a:r>
              <a:r>
                <a:rPr kumimoji="0" lang="en-US" sz="1000" b="0" i="0" u="none" strike="noStrike" kern="1200" cap="none" spc="0" normalizeH="0" baseline="0" noProof="0" dirty="0">
                  <a:ln>
                    <a:noFill/>
                  </a:ln>
                  <a:solidFill>
                    <a:schemeClr val="bg1"/>
                  </a:solidFill>
                  <a:effectLst/>
                  <a:uLnTx/>
                  <a:uFillTx/>
                  <a:latin typeface="+mn-lt"/>
                  <a:ea typeface="+mn-ea"/>
                  <a:cs typeface="+mn-cs"/>
                </a:rPr>
                <a:t>Set checkbox for </a:t>
              </a:r>
              <a:r>
                <a:rPr kumimoji="0" lang="en-US" sz="1000" b="1" i="0" u="none" strike="noStrike" kern="1200" cap="none" spc="0" normalizeH="0" baseline="0" noProof="0" dirty="0">
                  <a:ln>
                    <a:noFill/>
                  </a:ln>
                  <a:solidFill>
                    <a:schemeClr val="bg1"/>
                  </a:solidFill>
                  <a:effectLst/>
                  <a:uLnTx/>
                  <a:uFillTx/>
                  <a:latin typeface="+mn-lt"/>
                  <a:ea typeface="+mn-ea"/>
                  <a:cs typeface="+mn-cs"/>
                </a:rPr>
                <a:t>Guides </a:t>
              </a:r>
              <a:r>
                <a:rPr kumimoji="0" lang="de-CH" sz="800" b="0" i="0" u="none" strike="noStrike" kern="1200" cap="none" spc="0" normalizeH="0" baseline="0" noProof="0" dirty="0">
                  <a:ln>
                    <a:noFill/>
                  </a:ln>
                  <a:solidFill>
                    <a:schemeClr val="bg1">
                      <a:lumMod val="50000"/>
                      <a:lumOff val="50000"/>
                    </a:schemeClr>
                  </a:solidFill>
                  <a:effectLst/>
                  <a:uLnTx/>
                  <a:uFillTx/>
                  <a:latin typeface="+mn-lt"/>
                  <a:ea typeface="+mn-ea"/>
                  <a:cs typeface="+mn-cs"/>
                </a:rPr>
                <a:t>(Ansicht &gt; Anzeigen &gt; Haken bei Führungslinien setzen)</a:t>
              </a:r>
            </a:p>
          </p:txBody>
        </p:sp>
        <p:sp>
          <p:nvSpPr>
            <p:cNvPr id="50" name="Rhomboiden">
              <a:extLst>
                <a:ext uri="{FF2B5EF4-FFF2-40B4-BE49-F238E27FC236}">
                  <a16:creationId xmlns:a16="http://schemas.microsoft.com/office/drawing/2014/main" id="{64B9447F-3F84-4EE0-8A2B-C34AD1217B05}"/>
                </a:ext>
              </a:extLst>
            </p:cNvPr>
            <p:cNvSpPr txBox="1"/>
            <p:nvPr userDrawn="1"/>
          </p:nvSpPr>
          <p:spPr>
            <a:xfrm rot="10800000" flipH="1" flipV="1">
              <a:off x="11628000" y="1512000"/>
              <a:ext cx="1582578" cy="972000"/>
            </a:xfrm>
            <a:prstGeom prst="rect">
              <a:avLst/>
            </a:prstGeom>
            <a:noFill/>
            <a:ln w="12700">
              <a:noFill/>
            </a:ln>
          </p:spPr>
          <p:txBody>
            <a:bodyPr vert="horz" wrap="square" lIns="0" tIns="0" rIns="0" bIns="0" rtlCol="0" anchor="t"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indent="0" algn="l">
                <a:lnSpc>
                  <a:spcPct val="100000"/>
                </a:lnSpc>
                <a:spcBef>
                  <a:spcPts val="0"/>
                </a:spcBef>
                <a:spcAft>
                  <a:spcPts val="0"/>
                </a:spcAft>
              </a:pPr>
              <a:r>
                <a:rPr lang="en-US" sz="1000" b="0" baseline="0" noProof="0" dirty="0">
                  <a:solidFill>
                    <a:schemeClr val="bg1"/>
                  </a:solidFill>
                  <a:latin typeface="+mn-lt"/>
                </a:rPr>
                <a:t>Note on the rhomboids</a:t>
              </a:r>
              <a:r>
                <a:rPr lang="de-CH" sz="1000" b="0" baseline="0" dirty="0">
                  <a:solidFill>
                    <a:schemeClr val="bg1"/>
                  </a:solidFill>
                  <a:latin typeface="+mn-lt"/>
                </a:rPr>
                <a:t>:</a:t>
              </a:r>
            </a:p>
            <a:p>
              <a:pPr indent="0" algn="l">
                <a:lnSpc>
                  <a:spcPct val="100000"/>
                </a:lnSpc>
                <a:spcBef>
                  <a:spcPts val="0"/>
                </a:spcBef>
                <a:spcAft>
                  <a:spcPts val="0"/>
                </a:spcAft>
              </a:pPr>
              <a:r>
                <a:rPr lang="en-US" sz="1000" b="1" baseline="0" dirty="0">
                  <a:solidFill>
                    <a:schemeClr val="bg1"/>
                  </a:solidFill>
                  <a:latin typeface="+mn-lt"/>
                </a:rPr>
                <a:t>They are stacked from </a:t>
              </a:r>
            </a:p>
            <a:p>
              <a:pPr indent="0" algn="l">
                <a:lnSpc>
                  <a:spcPct val="100000"/>
                </a:lnSpc>
                <a:spcBef>
                  <a:spcPts val="0"/>
                </a:spcBef>
                <a:spcAft>
                  <a:spcPts val="0"/>
                </a:spcAft>
              </a:pPr>
              <a:r>
                <a:rPr lang="en-US" sz="1000" b="1" baseline="0" dirty="0">
                  <a:solidFill>
                    <a:schemeClr val="bg1"/>
                  </a:solidFill>
                  <a:latin typeface="+mn-lt"/>
                </a:rPr>
                <a:t>right to left and from </a:t>
              </a:r>
            </a:p>
            <a:p>
              <a:pPr indent="0" algn="l">
                <a:lnSpc>
                  <a:spcPct val="100000"/>
                </a:lnSpc>
                <a:spcBef>
                  <a:spcPts val="0"/>
                </a:spcBef>
                <a:spcAft>
                  <a:spcPts val="0"/>
                </a:spcAft>
              </a:pPr>
              <a:r>
                <a:rPr lang="en-US" sz="1000" b="1" baseline="0" dirty="0">
                  <a:solidFill>
                    <a:schemeClr val="bg1"/>
                  </a:solidFill>
                  <a:latin typeface="+mn-lt"/>
                </a:rPr>
                <a:t>top to bottom.</a:t>
              </a:r>
            </a:p>
            <a:p>
              <a:pPr indent="0" algn="l">
                <a:lnSpc>
                  <a:spcPct val="100000"/>
                </a:lnSpc>
                <a:spcBef>
                  <a:spcPts val="0"/>
                </a:spcBef>
                <a:spcAft>
                  <a:spcPts val="0"/>
                </a:spcAft>
              </a:pPr>
              <a:endParaRPr lang="en-US" sz="1000" b="1" baseline="0" dirty="0">
                <a:solidFill>
                  <a:schemeClr val="bg1"/>
                </a:solidFill>
                <a:latin typeface="+mn-lt"/>
              </a:endParaRPr>
            </a:p>
          </p:txBody>
        </p:sp>
        <p:sp>
          <p:nvSpPr>
            <p:cNvPr id="51" name="Fußzeile">
              <a:extLst>
                <a:ext uri="{FF2B5EF4-FFF2-40B4-BE49-F238E27FC236}">
                  <a16:creationId xmlns:a16="http://schemas.microsoft.com/office/drawing/2014/main" id="{05537F69-E9AB-46C5-9503-5D22F02EA3C8}"/>
                </a:ext>
              </a:extLst>
            </p:cNvPr>
            <p:cNvSpPr txBox="1"/>
            <p:nvPr userDrawn="1"/>
          </p:nvSpPr>
          <p:spPr>
            <a:xfrm rot="10800000" flipH="1" flipV="1">
              <a:off x="539750" y="6624000"/>
              <a:ext cx="5220494" cy="468001"/>
            </a:xfrm>
            <a:prstGeom prst="rect">
              <a:avLst/>
            </a:prstGeom>
            <a:noFill/>
            <a:ln w="12700">
              <a:noFill/>
            </a:ln>
          </p:spPr>
          <p:txBody>
            <a:bodyPr vert="horz" wrap="square" lIns="0" tIns="0" rIns="0" bIns="0" rtlCol="0" anchor="b" anchorCtr="0">
              <a:noAutofit/>
            </a:bodyPr>
            <a:lstStyle>
              <a:defPPr>
                <a:defRPr lang="de-DE"/>
              </a:defPPr>
              <a:lvl1pPr marL="0" algn="l" defTabSz="1043056" rtl="0" eaLnBrk="1" latinLnBrk="0" hangingPunct="1">
                <a:defRPr sz="2100" kern="1200">
                  <a:solidFill>
                    <a:schemeClr val="tx1"/>
                  </a:solidFill>
                  <a:latin typeface="+mn-lt"/>
                  <a:ea typeface="+mn-ea"/>
                  <a:cs typeface="+mn-cs"/>
                </a:defRPr>
              </a:lvl1pPr>
              <a:lvl2pPr marL="521528" algn="l" defTabSz="1043056" rtl="0" eaLnBrk="1" latinLnBrk="0" hangingPunct="1">
                <a:defRPr sz="2100" kern="1200">
                  <a:solidFill>
                    <a:schemeClr val="tx1"/>
                  </a:solidFill>
                  <a:latin typeface="+mn-lt"/>
                  <a:ea typeface="+mn-ea"/>
                  <a:cs typeface="+mn-cs"/>
                </a:defRPr>
              </a:lvl2pPr>
              <a:lvl3pPr marL="1043056" algn="l" defTabSz="1043056" rtl="0" eaLnBrk="1" latinLnBrk="0" hangingPunct="1">
                <a:defRPr sz="2100" kern="1200">
                  <a:solidFill>
                    <a:schemeClr val="tx1"/>
                  </a:solidFill>
                  <a:latin typeface="+mn-lt"/>
                  <a:ea typeface="+mn-ea"/>
                  <a:cs typeface="+mn-cs"/>
                </a:defRPr>
              </a:lvl3pPr>
              <a:lvl4pPr marL="1564584" algn="l" defTabSz="1043056" rtl="0" eaLnBrk="1" latinLnBrk="0" hangingPunct="1">
                <a:defRPr sz="2100" kern="1200">
                  <a:solidFill>
                    <a:schemeClr val="tx1"/>
                  </a:solidFill>
                  <a:latin typeface="+mn-lt"/>
                  <a:ea typeface="+mn-ea"/>
                  <a:cs typeface="+mn-cs"/>
                </a:defRPr>
              </a:lvl4pPr>
              <a:lvl5pPr marL="2086112" algn="l" defTabSz="1043056" rtl="0" eaLnBrk="1" latinLnBrk="0" hangingPunct="1">
                <a:defRPr sz="2100" kern="1200">
                  <a:solidFill>
                    <a:schemeClr val="tx1"/>
                  </a:solidFill>
                  <a:latin typeface="+mn-lt"/>
                  <a:ea typeface="+mn-ea"/>
                  <a:cs typeface="+mn-cs"/>
                </a:defRPr>
              </a:lvl5pPr>
              <a:lvl6pPr marL="2607640" algn="l" defTabSz="1043056" rtl="0" eaLnBrk="1" latinLnBrk="0" hangingPunct="1">
                <a:defRPr sz="2100" kern="1200">
                  <a:solidFill>
                    <a:schemeClr val="tx1"/>
                  </a:solidFill>
                  <a:latin typeface="+mn-lt"/>
                  <a:ea typeface="+mn-ea"/>
                  <a:cs typeface="+mn-cs"/>
                </a:defRPr>
              </a:lvl6pPr>
              <a:lvl7pPr marL="3129168" algn="l" defTabSz="1043056" rtl="0" eaLnBrk="1" latinLnBrk="0" hangingPunct="1">
                <a:defRPr sz="2100" kern="1200">
                  <a:solidFill>
                    <a:schemeClr val="tx1"/>
                  </a:solidFill>
                  <a:latin typeface="+mn-lt"/>
                  <a:ea typeface="+mn-ea"/>
                  <a:cs typeface="+mn-cs"/>
                </a:defRPr>
              </a:lvl7pPr>
              <a:lvl8pPr marL="3650696" algn="l" defTabSz="1043056" rtl="0" eaLnBrk="1" latinLnBrk="0" hangingPunct="1">
                <a:defRPr sz="2100" kern="1200">
                  <a:solidFill>
                    <a:schemeClr val="tx1"/>
                  </a:solidFill>
                  <a:latin typeface="+mn-lt"/>
                  <a:ea typeface="+mn-ea"/>
                  <a:cs typeface="+mn-cs"/>
                </a:defRPr>
              </a:lvl8pPr>
              <a:lvl9pPr marL="4172224" algn="l" defTabSz="1043056" rtl="0" eaLnBrk="1" latinLnBrk="0" hangingPunct="1">
                <a:defRPr sz="2100" kern="1200">
                  <a:solidFill>
                    <a:schemeClr val="tx1"/>
                  </a:solidFill>
                  <a:latin typeface="+mn-lt"/>
                  <a:ea typeface="+mn-ea"/>
                  <a:cs typeface="+mn-cs"/>
                </a:defRPr>
              </a:lvl9pPr>
            </a:lstStyle>
            <a:p>
              <a:pPr marL="0" marR="0" lvl="0" indent="0" algn="l" defTabSz="2871412" rtl="0" eaLnBrk="1" fontAlgn="auto" latinLnBrk="0" hangingPunct="1">
                <a:lnSpc>
                  <a:spcPct val="100000"/>
                </a:lnSpc>
                <a:spcBef>
                  <a:spcPts val="0"/>
                </a:spcBef>
                <a:spcAft>
                  <a:spcPts val="0"/>
                </a:spcAft>
                <a:buClrTx/>
                <a:buSzTx/>
                <a:buFontTx/>
                <a:buNone/>
                <a:tabLst/>
                <a:defRPr/>
              </a:pPr>
              <a:r>
                <a:rPr kumimoji="0" lang="de-CH" sz="1000" b="0" i="0" u="none" strike="noStrike" kern="1200" cap="none" spc="0" normalizeH="0" baseline="0" noProof="0" dirty="0">
                  <a:ln>
                    <a:noFill/>
                  </a:ln>
                  <a:solidFill>
                    <a:schemeClr val="bg1"/>
                  </a:solidFill>
                  <a:effectLst/>
                  <a:uLnTx/>
                  <a:uFillTx/>
                  <a:latin typeface="+mn-lt"/>
                  <a:ea typeface="+mn-ea"/>
                  <a:cs typeface="+mn-cs"/>
                </a:rPr>
                <a:t>Insert </a:t>
              </a:r>
              <a:r>
                <a:rPr kumimoji="0" lang="en-US" sz="1000" b="0" i="0" u="none" strike="noStrike" kern="1200" cap="none" spc="0" normalizeH="0" baseline="0" noProof="0" dirty="0">
                  <a:ln>
                    <a:noFill/>
                  </a:ln>
                  <a:solidFill>
                    <a:schemeClr val="bg1"/>
                  </a:solidFill>
                  <a:effectLst/>
                  <a:uLnTx/>
                  <a:uFillTx/>
                  <a:latin typeface="+mn-lt"/>
                  <a:ea typeface="+mn-ea"/>
                  <a:cs typeface="+mn-cs"/>
                </a:rPr>
                <a:t>footer</a:t>
              </a:r>
              <a:r>
                <a:rPr kumimoji="0" lang="de-CH" sz="1000" b="0" i="0" u="none" strike="noStrike" kern="1200" cap="none" spc="0" normalizeH="0" baseline="0" noProof="0" dirty="0">
                  <a:ln>
                    <a:noFill/>
                  </a:ln>
                  <a:solidFill>
                    <a:schemeClr val="bg1"/>
                  </a:solidFill>
                  <a:effectLst/>
                  <a:uLnTx/>
                  <a:uFillTx/>
                  <a:latin typeface="+mn-lt"/>
                  <a:ea typeface="+mn-ea"/>
                  <a:cs typeface="+mn-cs"/>
                </a:rPr>
                <a:t> </a:t>
              </a:r>
              <a:r>
                <a:rPr lang="en-US" sz="1000" b="0" baseline="0" noProof="0" dirty="0">
                  <a:solidFill>
                    <a:schemeClr val="bg1"/>
                  </a:solidFill>
                  <a:latin typeface="+mn-lt"/>
                </a:rPr>
                <a:t>in the menu via</a:t>
              </a:r>
              <a:r>
                <a:rPr kumimoji="0" lang="de-CH" sz="1000" b="0" i="0" u="none" strike="noStrike" kern="1200" cap="none" spc="0" normalizeH="0" baseline="0" noProof="0" dirty="0">
                  <a:ln>
                    <a:noFill/>
                  </a:ln>
                  <a:solidFill>
                    <a:schemeClr val="bg1"/>
                  </a:solidFill>
                  <a:effectLst/>
                  <a:uLnTx/>
                  <a:uFillTx/>
                  <a:latin typeface="+mn-lt"/>
                  <a:ea typeface="+mn-ea"/>
                  <a:cs typeface="+mn-cs"/>
                </a:rPr>
                <a:t>: </a:t>
              </a:r>
              <a:br>
                <a:rPr kumimoji="0" lang="de-CH" sz="1000" b="0" i="0" u="none" strike="noStrike" kern="1200" cap="none" spc="0" normalizeH="0" baseline="0" noProof="0" dirty="0">
                  <a:ln>
                    <a:noFill/>
                  </a:ln>
                  <a:solidFill>
                    <a:schemeClr val="bg1"/>
                  </a:solidFill>
                  <a:effectLst/>
                  <a:uLnTx/>
                  <a:uFillTx/>
                  <a:latin typeface="+mn-lt"/>
                  <a:ea typeface="+mn-ea"/>
                  <a:cs typeface="+mn-cs"/>
                </a:rPr>
              </a:br>
              <a:r>
                <a:rPr kumimoji="0" lang="de-CH" sz="1000" b="1" i="0" u="none" strike="noStrike" kern="1200" cap="none" spc="0" normalizeH="0" baseline="0" noProof="0" dirty="0">
                  <a:ln>
                    <a:noFill/>
                  </a:ln>
                  <a:solidFill>
                    <a:schemeClr val="bg1"/>
                  </a:solidFill>
                  <a:effectLst/>
                  <a:uLnTx/>
                  <a:uFillTx/>
                  <a:latin typeface="+mn-lt"/>
                  <a:ea typeface="+mn-ea"/>
                  <a:cs typeface="+mn-cs"/>
                </a:rPr>
                <a:t>Insert &gt; Text &gt; Header &amp; Footer </a:t>
              </a:r>
              <a:r>
                <a:rPr kumimoji="0" lang="de-CH" sz="800" b="0" i="0" u="none" strike="noStrike" kern="1200" cap="none" spc="0" normalizeH="0" baseline="0" noProof="0" dirty="0">
                  <a:ln>
                    <a:noFill/>
                  </a:ln>
                  <a:solidFill>
                    <a:schemeClr val="bg1">
                      <a:lumMod val="50000"/>
                      <a:lumOff val="50000"/>
                    </a:schemeClr>
                  </a:solidFill>
                  <a:effectLst/>
                  <a:uLnTx/>
                  <a:uFillTx/>
                  <a:latin typeface="+mn-lt"/>
                  <a:ea typeface="+mn-ea"/>
                  <a:cs typeface="+mn-cs"/>
                </a:rPr>
                <a:t>(Einfügen &gt; Text &gt; Kopf- und Fußzeile)</a:t>
              </a:r>
              <a:endParaRPr kumimoji="0" lang="de-CH" sz="1000" b="0" i="0" u="none" strike="noStrike" kern="1200" cap="none" spc="0" normalizeH="0" baseline="0" noProof="0" dirty="0">
                <a:ln>
                  <a:noFill/>
                </a:ln>
                <a:solidFill>
                  <a:schemeClr val="bg1">
                    <a:lumMod val="50000"/>
                    <a:lumOff val="50000"/>
                  </a:schemeClr>
                </a:solidFill>
                <a:effectLst/>
                <a:uLnTx/>
                <a:uFillTx/>
                <a:latin typeface="+mn-lt"/>
                <a:ea typeface="+mn-ea"/>
                <a:cs typeface="+mn-cs"/>
              </a:endParaRPr>
            </a:p>
          </p:txBody>
        </p:sp>
      </p:grpSp>
      <p:sp>
        <p:nvSpPr>
          <p:cNvPr id="21" name="Datum">
            <a:extLst>
              <a:ext uri="{FF2B5EF4-FFF2-40B4-BE49-F238E27FC236}">
                <a16:creationId xmlns:a16="http://schemas.microsoft.com/office/drawing/2014/main" id="{BF7F80CD-D41C-40BC-9F8F-5A020C9C6DB2}"/>
              </a:ext>
            </a:extLst>
          </p:cNvPr>
          <p:cNvSpPr>
            <a:spLocks noGrp="1"/>
          </p:cNvSpPr>
          <p:nvPr>
            <p:ph type="dt" sz="half" idx="2"/>
          </p:nvPr>
        </p:nvSpPr>
        <p:spPr>
          <a:xfrm>
            <a:off x="3168000" y="6211052"/>
            <a:ext cx="72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C0338D66-856A-42C2-9E89-2A30E4EE082B}" type="datetime1">
              <a:rPr lang="de-DE" smtClean="0"/>
              <a:t>10.05.2022</a:t>
            </a:fld>
            <a:endParaRPr lang="de-DE" sz="1000" dirty="0"/>
          </a:p>
        </p:txBody>
      </p:sp>
      <p:sp>
        <p:nvSpPr>
          <p:cNvPr id="22" name="Fußzeile">
            <a:extLst>
              <a:ext uri="{FF2B5EF4-FFF2-40B4-BE49-F238E27FC236}">
                <a16:creationId xmlns:a16="http://schemas.microsoft.com/office/drawing/2014/main" id="{DE58427E-8A14-45BE-9FCA-542AB9207CA6}"/>
              </a:ext>
            </a:extLst>
          </p:cNvPr>
          <p:cNvSpPr>
            <a:spLocks noGrp="1"/>
          </p:cNvSpPr>
          <p:nvPr>
            <p:ph type="ftr" sz="quarter" idx="3"/>
          </p:nvPr>
        </p:nvSpPr>
        <p:spPr>
          <a:xfrm>
            <a:off x="539750" y="6211052"/>
            <a:ext cx="237625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r>
              <a:rPr lang="en-US" dirty="0"/>
              <a:t>Refer to proprietary notice on title page</a:t>
            </a:r>
            <a:endParaRPr lang="de-DE" dirty="0"/>
          </a:p>
        </p:txBody>
      </p:sp>
      <p:sp>
        <p:nvSpPr>
          <p:cNvPr id="23" name="Foliennummer">
            <a:extLst>
              <a:ext uri="{FF2B5EF4-FFF2-40B4-BE49-F238E27FC236}">
                <a16:creationId xmlns:a16="http://schemas.microsoft.com/office/drawing/2014/main" id="{F781C148-B989-4AFF-8028-982B9B1856AF}"/>
              </a:ext>
            </a:extLst>
          </p:cNvPr>
          <p:cNvSpPr>
            <a:spLocks noGrp="1"/>
          </p:cNvSpPr>
          <p:nvPr>
            <p:ph type="sldNum" sz="quarter" idx="4"/>
          </p:nvPr>
        </p:nvSpPr>
        <p:spPr>
          <a:xfrm>
            <a:off x="4068000" y="6211052"/>
            <a:ext cx="540000" cy="180000"/>
          </a:xfrm>
          <a:prstGeom prst="rect">
            <a:avLst/>
          </a:prstGeom>
        </p:spPr>
        <p:txBody>
          <a:bodyPr vert="horz" lIns="0" tIns="0" rIns="0" bIns="0" rtlCol="0" anchor="b" anchorCtr="0"/>
          <a:lstStyle>
            <a:lvl1pPr marL="0" indent="0" algn="l">
              <a:buFont typeface="Arial" panose="020B0604020202020204" pitchFamily="34" charset="0"/>
              <a:buNone/>
              <a:defRPr sz="900" b="0" spc="-10" baseline="0">
                <a:solidFill>
                  <a:schemeClr val="tx1"/>
                </a:solidFill>
              </a:defRPr>
            </a:lvl1pPr>
            <a:lvl2pPr marL="0" indent="0" algn="l">
              <a:defRPr sz="800" b="0"/>
            </a:lvl2pPr>
            <a:lvl3pPr marL="0" indent="0" algn="l">
              <a:defRPr sz="800" b="0"/>
            </a:lvl3pPr>
            <a:lvl4pPr marL="0" indent="0" algn="l">
              <a:defRPr sz="800" b="0"/>
            </a:lvl4pPr>
            <a:lvl5pPr marL="0" indent="0" algn="l">
              <a:defRPr sz="800" b="0"/>
            </a:lvl5pPr>
            <a:lvl6pPr marL="0" indent="0" algn="l">
              <a:defRPr sz="800" b="0"/>
            </a:lvl6pPr>
            <a:lvl7pPr marL="0" indent="0" algn="l">
              <a:defRPr sz="800" b="0"/>
            </a:lvl7pPr>
            <a:lvl8pPr marL="0" indent="0" algn="l">
              <a:defRPr sz="800" b="0"/>
            </a:lvl8pPr>
            <a:lvl9pPr marL="0" indent="0" algn="l">
              <a:defRPr sz="800" b="0"/>
            </a:lvl9pPr>
          </a:lstStyle>
          <a:p>
            <a:fld id="{4AD4A16B-153B-404F-85EB-98232DE50BB7}" type="slidenum">
              <a:rPr lang="de-DE" smtClean="0"/>
              <a:pPr/>
              <a:t>‹Nr.›</a:t>
            </a:fld>
            <a:endParaRPr lang="de-DE" dirty="0"/>
          </a:p>
        </p:txBody>
      </p:sp>
    </p:spTree>
    <p:extLst>
      <p:ext uri="{BB962C8B-B14F-4D97-AF65-F5344CB8AC3E}">
        <p14:creationId xmlns:p14="http://schemas.microsoft.com/office/powerpoint/2010/main" val="257771739"/>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6" r:id="rId5"/>
    <p:sldLayoutId id="2147483674" r:id="rId6"/>
    <p:sldLayoutId id="2147483670" r:id="rId7"/>
    <p:sldLayoutId id="2147483671" r:id="rId8"/>
    <p:sldLayoutId id="2147483672" r:id="rId9"/>
  </p:sldLayoutIdLst>
  <p:hf sldNum="0" hdr="0" ftr="0" dt="0"/>
  <p:txStyles>
    <p:titleStyle>
      <a:lvl1pPr marL="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j-lt"/>
          <a:ea typeface="+mj-ea"/>
          <a:cs typeface="+mj-cs"/>
        </a:defRPr>
      </a:lvl1pPr>
    </p:titleStyle>
    <p:bodyStyle>
      <a:lvl1pPr marL="0" indent="0" algn="l" defTabSz="864017" rtl="0" eaLnBrk="1" latinLnBrk="0" hangingPunct="1">
        <a:lnSpc>
          <a:spcPct val="100000"/>
        </a:lnSpc>
        <a:spcBef>
          <a:spcPts val="0"/>
        </a:spcBef>
        <a:buFont typeface="Arial" panose="020B0604020202020204" pitchFamily="34" charset="0"/>
        <a:buNone/>
        <a:defRPr sz="1800" b="1" kern="1200" spc="-20" baseline="0">
          <a:solidFill>
            <a:schemeClr val="tx1"/>
          </a:solidFill>
          <a:latin typeface="+mn-lt"/>
          <a:ea typeface="+mn-ea"/>
          <a:cs typeface="+mn-cs"/>
        </a:defRPr>
      </a:lvl1pPr>
      <a:lvl2pPr marL="126000" indent="-126000" algn="l" defTabSz="864017" rtl="0" eaLnBrk="1" latinLnBrk="0" hangingPunct="1">
        <a:lnSpc>
          <a:spcPct val="100000"/>
        </a:lnSpc>
        <a:spcBef>
          <a:spcPts val="1000"/>
        </a:spcBef>
        <a:buFont typeface="Arial" panose="020B0604020202020204" pitchFamily="34" charset="0"/>
        <a:buChar char="▪"/>
        <a:defRPr sz="1800" b="1" kern="1200" spc="-20" baseline="0">
          <a:solidFill>
            <a:schemeClr val="tx1"/>
          </a:solidFill>
          <a:latin typeface="+mn-lt"/>
          <a:ea typeface="+mn-ea"/>
          <a:cs typeface="+mn-cs"/>
        </a:defRPr>
      </a:lvl2pPr>
      <a:lvl3pPr marL="252000" indent="-126000" algn="l" defTabSz="864017" rtl="0" eaLnBrk="1" latinLnBrk="0" hangingPunct="1">
        <a:lnSpc>
          <a:spcPct val="100000"/>
        </a:lnSpc>
        <a:spcBef>
          <a:spcPts val="0"/>
        </a:spcBef>
        <a:buFont typeface="Arial" panose="020B0604020202020204" pitchFamily="34" charset="0"/>
        <a:buChar char="▪"/>
        <a:defRPr sz="1800" kern="1200" spc="-20" baseline="0">
          <a:solidFill>
            <a:schemeClr val="tx1"/>
          </a:solidFill>
          <a:latin typeface="+mn-lt"/>
          <a:ea typeface="+mn-ea"/>
          <a:cs typeface="+mn-cs"/>
        </a:defRPr>
      </a:lvl3pPr>
      <a:lvl4pPr marL="378000" indent="-126000" algn="l" defTabSz="864017" rtl="0" eaLnBrk="1" latinLnBrk="0" hangingPunct="1">
        <a:lnSpc>
          <a:spcPct val="100000"/>
        </a:lnSpc>
        <a:spcBef>
          <a:spcPts val="0"/>
        </a:spcBef>
        <a:buFont typeface="Arial" panose="020B0604020202020204" pitchFamily="34" charset="0"/>
        <a:buChar char="▪"/>
        <a:defRPr sz="1800" kern="1200" spc="-20" baseline="0">
          <a:solidFill>
            <a:schemeClr val="tx1"/>
          </a:solidFill>
          <a:latin typeface="+mn-lt"/>
          <a:ea typeface="+mn-ea"/>
          <a:cs typeface="+mn-cs"/>
        </a:defRPr>
      </a:lvl4pPr>
      <a:lvl5pPr marL="12600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5pPr>
      <a:lvl6pPr marL="396000" indent="-396000" algn="l" defTabSz="864017" rtl="0" eaLnBrk="1" latinLnBrk="0" hangingPunct="1">
        <a:lnSpc>
          <a:spcPct val="100000"/>
        </a:lnSpc>
        <a:spcBef>
          <a:spcPts val="1000"/>
        </a:spcBef>
        <a:buFont typeface="+mj-lt"/>
        <a:buAutoNum type="arabicPeriod"/>
        <a:defRPr sz="1800" kern="1200" spc="-20" baseline="0">
          <a:solidFill>
            <a:schemeClr val="tx1"/>
          </a:solidFill>
          <a:latin typeface="+mn-lt"/>
          <a:ea typeface="+mn-ea"/>
          <a:cs typeface="+mn-cs"/>
        </a:defRPr>
      </a:lvl6pPr>
      <a:lvl7pPr marL="39600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7pPr>
      <a:lvl8pPr marL="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8pPr>
      <a:lvl9pPr marL="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n-lt"/>
          <a:ea typeface="+mn-ea"/>
          <a:cs typeface="+mn-cs"/>
        </a:defRPr>
      </a:lvl9pPr>
    </p:bodyStyle>
    <p:otherStyle>
      <a:defPPr>
        <a:defRPr lang="de-DE"/>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6.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4.xml"/><Relationship Id="rId5" Type="http://schemas.openxmlformats.org/officeDocument/2006/relationships/tags" Target="../tags/tag5.xml"/><Relationship Id="rId4" Type="http://schemas.openxmlformats.org/officeDocument/2006/relationships/tags" Target="../tags/tag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8.png"/><Relationship Id="rId7" Type="http://schemas.openxmlformats.org/officeDocument/2006/relationships/image" Target="../media/image131.pn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21.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tags" Target="../tags/tag8.xml"/><Relationship Id="rId7" Type="http://schemas.openxmlformats.org/officeDocument/2006/relationships/image" Target="../media/image14.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8" Type="http://schemas.microsoft.com/office/2018/10/relationships/comments" Target="../comments/modernComment_124_8A131E8B.xml"/><Relationship Id="rId3" Type="http://schemas.openxmlformats.org/officeDocument/2006/relationships/tags" Target="../tags/tag11.xml"/><Relationship Id="rId7" Type="http://schemas.openxmlformats.org/officeDocument/2006/relationships/slideLayout" Target="../slideLayouts/slideLayout4.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9"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Bildplatzhalter 3" descr="Ein Bild, das Himmel, draußen, Straße, LKW enthält.&#10;&#10;Automatisch generierte Beschreibung">
            <a:extLst>
              <a:ext uri="{FF2B5EF4-FFF2-40B4-BE49-F238E27FC236}">
                <a16:creationId xmlns:a16="http://schemas.microsoft.com/office/drawing/2014/main" id="{38393757-547A-7FA2-D98D-647BA4779703}"/>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12511" b="12511"/>
          <a:stretch>
            <a:fillRect/>
          </a:stretch>
        </p:blipFill>
        <p:spPr/>
      </p:pic>
      <p:sp>
        <p:nvSpPr>
          <p:cNvPr id="21" name="Titel 20">
            <a:extLst>
              <a:ext uri="{FF2B5EF4-FFF2-40B4-BE49-F238E27FC236}">
                <a16:creationId xmlns:a16="http://schemas.microsoft.com/office/drawing/2014/main" id="{7BDB1AC8-E28D-4844-82CD-3802C5F45601}"/>
              </a:ext>
            </a:extLst>
          </p:cNvPr>
          <p:cNvSpPr>
            <a:spLocks noGrp="1"/>
          </p:cNvSpPr>
          <p:nvPr>
            <p:ph type="ctrTitle"/>
          </p:nvPr>
        </p:nvSpPr>
        <p:spPr/>
        <p:txBody>
          <a:bodyPr/>
          <a:lstStyle/>
          <a:p>
            <a:r>
              <a:rPr lang="de-DE" sz="4000" dirty="0"/>
              <a:t>INTRODUCTION TO COFLO</a:t>
            </a:r>
          </a:p>
        </p:txBody>
      </p:sp>
      <p:sp>
        <p:nvSpPr>
          <p:cNvPr id="22" name="Untertitel 21">
            <a:extLst>
              <a:ext uri="{FF2B5EF4-FFF2-40B4-BE49-F238E27FC236}">
                <a16:creationId xmlns:a16="http://schemas.microsoft.com/office/drawing/2014/main" id="{032176D8-7D31-4DD5-9679-ED7945440757}"/>
              </a:ext>
            </a:extLst>
          </p:cNvPr>
          <p:cNvSpPr>
            <a:spLocks noGrp="1"/>
          </p:cNvSpPr>
          <p:nvPr>
            <p:ph type="subTitle" idx="1"/>
          </p:nvPr>
        </p:nvSpPr>
        <p:spPr/>
        <p:txBody>
          <a:bodyPr/>
          <a:lstStyle/>
          <a:p>
            <a:r>
              <a:rPr lang="de-DE" dirty="0"/>
              <a:t>INFORM </a:t>
            </a:r>
            <a:r>
              <a:rPr lang="de-DE" dirty="0" err="1"/>
              <a:t>Cement</a:t>
            </a:r>
            <a:r>
              <a:rPr lang="de-DE" dirty="0"/>
              <a:t> </a:t>
            </a:r>
            <a:r>
              <a:rPr lang="de-DE" dirty="0" err="1"/>
              <a:t>Optimization</a:t>
            </a:r>
            <a:endParaRPr lang="de-DE" dirty="0"/>
          </a:p>
        </p:txBody>
      </p:sp>
      <p:sp>
        <p:nvSpPr>
          <p:cNvPr id="7" name="Vertikaler Textplatzhalter 6">
            <a:extLst>
              <a:ext uri="{FF2B5EF4-FFF2-40B4-BE49-F238E27FC236}">
                <a16:creationId xmlns:a16="http://schemas.microsoft.com/office/drawing/2014/main" id="{3882F030-E379-482A-A6CD-127ED7D9E383}"/>
              </a:ext>
            </a:extLst>
          </p:cNvPr>
          <p:cNvSpPr>
            <a:spLocks noGrp="1"/>
          </p:cNvSpPr>
          <p:nvPr>
            <p:ph type="body" orient="vert" idx="19"/>
          </p:nvPr>
        </p:nvSpPr>
        <p:spPr/>
        <p:txBody>
          <a:bodyPr/>
          <a:lstStyle/>
          <a:p>
            <a:r>
              <a:rPr lang="en-US" b="1" dirty="0"/>
              <a:t>Privacy Notice: </a:t>
            </a:r>
            <a:r>
              <a:rPr lang="en-US" dirty="0"/>
              <a:t>This document and its content is the absolute property of INFORM GmbH and/or its subcontractors. The reproduction, distribution and utilization of this document as well as the communication of its contents to others without express authorization is prohibited. Offenders will be held liable for the payment of damages. All rights reserved in the event of the grant of a patent, utility model or design.</a:t>
            </a:r>
            <a:endParaRPr lang="de-DE" dirty="0"/>
          </a:p>
        </p:txBody>
      </p:sp>
    </p:spTree>
    <p:extLst>
      <p:ext uri="{BB962C8B-B14F-4D97-AF65-F5344CB8AC3E}">
        <p14:creationId xmlns:p14="http://schemas.microsoft.com/office/powerpoint/2010/main" val="1363002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Bildplatzhalter 24">
            <a:extLst>
              <a:ext uri="{FF2B5EF4-FFF2-40B4-BE49-F238E27FC236}">
                <a16:creationId xmlns:a16="http://schemas.microsoft.com/office/drawing/2014/main" id="{5E929915-E10C-491E-8700-3215A64BE220}"/>
              </a:ext>
            </a:extLst>
          </p:cNvPr>
          <p:cNvSpPr>
            <a:spLocks noGrp="1"/>
          </p:cNvSpPr>
          <p:nvPr>
            <p:ph type="pic" sz="quarter" idx="10"/>
          </p:nvPr>
        </p:nvSpPr>
        <p:spPr/>
      </p:sp>
      <p:sp>
        <p:nvSpPr>
          <p:cNvPr id="27" name="Bildplatzhalter 26">
            <a:extLst>
              <a:ext uri="{FF2B5EF4-FFF2-40B4-BE49-F238E27FC236}">
                <a16:creationId xmlns:a16="http://schemas.microsoft.com/office/drawing/2014/main" id="{91B3703A-69E0-4E46-8ABB-AF41A8E31402}"/>
              </a:ext>
            </a:extLst>
          </p:cNvPr>
          <p:cNvSpPr>
            <a:spLocks noGrp="1"/>
          </p:cNvSpPr>
          <p:nvPr>
            <p:ph type="pic" sz="quarter" idx="12"/>
          </p:nvPr>
        </p:nvSpPr>
        <p:spPr/>
      </p:sp>
      <p:sp>
        <p:nvSpPr>
          <p:cNvPr id="26" name="Bildplatzhalter 25">
            <a:extLst>
              <a:ext uri="{FF2B5EF4-FFF2-40B4-BE49-F238E27FC236}">
                <a16:creationId xmlns:a16="http://schemas.microsoft.com/office/drawing/2014/main" id="{B7632877-781A-47D8-B846-82D14B6642FB}"/>
              </a:ext>
            </a:extLst>
          </p:cNvPr>
          <p:cNvSpPr>
            <a:spLocks noGrp="1"/>
          </p:cNvSpPr>
          <p:nvPr>
            <p:ph type="pic" sz="quarter" idx="11"/>
          </p:nvPr>
        </p:nvSpPr>
        <p:spPr/>
      </p:sp>
      <p:sp>
        <p:nvSpPr>
          <p:cNvPr id="38" name="Titel 37">
            <a:extLst>
              <a:ext uri="{FF2B5EF4-FFF2-40B4-BE49-F238E27FC236}">
                <a16:creationId xmlns:a16="http://schemas.microsoft.com/office/drawing/2014/main" id="{06B85B53-AB70-4408-803E-61B7537A8CD5}"/>
              </a:ext>
            </a:extLst>
          </p:cNvPr>
          <p:cNvSpPr>
            <a:spLocks noGrp="1"/>
          </p:cNvSpPr>
          <p:nvPr>
            <p:ph type="title"/>
          </p:nvPr>
        </p:nvSpPr>
        <p:spPr/>
        <p:txBody>
          <a:bodyPr/>
          <a:lstStyle/>
          <a:p>
            <a:r>
              <a:rPr lang="de-DE" dirty="0"/>
              <a:t>Agenda</a:t>
            </a:r>
          </a:p>
        </p:txBody>
      </p:sp>
      <p:sp>
        <p:nvSpPr>
          <p:cNvPr id="13" name="Vertikaler Textplatzhalter 12">
            <a:extLst>
              <a:ext uri="{FF2B5EF4-FFF2-40B4-BE49-F238E27FC236}">
                <a16:creationId xmlns:a16="http://schemas.microsoft.com/office/drawing/2014/main" id="{D90E997F-FADE-4E1C-9A24-A027CFDBB1F4}"/>
              </a:ext>
            </a:extLst>
          </p:cNvPr>
          <p:cNvSpPr>
            <a:spLocks noGrp="1"/>
          </p:cNvSpPr>
          <p:nvPr>
            <p:ph type="body" orient="vert" idx="1"/>
          </p:nvPr>
        </p:nvSpPr>
        <p:spPr/>
        <p:txBody>
          <a:bodyPr/>
          <a:lstStyle/>
          <a:p>
            <a:r>
              <a:rPr lang="de-DE" dirty="0"/>
              <a:t>Basic Approach </a:t>
            </a:r>
            <a:r>
              <a:rPr lang="de-DE" dirty="0" err="1"/>
              <a:t>of</a:t>
            </a:r>
            <a:r>
              <a:rPr lang="de-DE" dirty="0"/>
              <a:t> </a:t>
            </a:r>
            <a:r>
              <a:rPr lang="de-DE" dirty="0" err="1"/>
              <a:t>the</a:t>
            </a:r>
            <a:r>
              <a:rPr lang="de-DE" dirty="0"/>
              <a:t> </a:t>
            </a:r>
            <a:r>
              <a:rPr lang="de-DE" dirty="0" err="1"/>
              <a:t>Cement</a:t>
            </a:r>
            <a:r>
              <a:rPr lang="de-DE" dirty="0"/>
              <a:t> </a:t>
            </a:r>
            <a:r>
              <a:rPr lang="de-DE" dirty="0" err="1"/>
              <a:t>Optimization</a:t>
            </a:r>
            <a:endParaRPr lang="de-DE" dirty="0"/>
          </a:p>
          <a:p>
            <a:pPr lvl="1"/>
            <a:r>
              <a:rPr lang="de-DE" dirty="0"/>
              <a:t>Problem Description</a:t>
            </a:r>
          </a:p>
          <a:p>
            <a:pPr lvl="1"/>
            <a:r>
              <a:rPr lang="de-DE" dirty="0"/>
              <a:t>Solution Method</a:t>
            </a:r>
          </a:p>
          <a:p>
            <a:pPr lvl="1"/>
            <a:r>
              <a:rPr lang="de-DE" dirty="0" err="1"/>
              <a:t>Constraints</a:t>
            </a:r>
            <a:endParaRPr lang="de-DE" dirty="0"/>
          </a:p>
          <a:p>
            <a:pPr lvl="1"/>
            <a:r>
              <a:rPr lang="de-DE" dirty="0"/>
              <a:t>Fill Approach</a:t>
            </a:r>
          </a:p>
          <a:p>
            <a:pPr lvl="1"/>
            <a:r>
              <a:rPr lang="de-DE" dirty="0"/>
              <a:t>Extension</a:t>
            </a:r>
          </a:p>
          <a:p>
            <a:r>
              <a:rPr lang="de-DE" dirty="0"/>
              <a:t>Parameters</a:t>
            </a:r>
          </a:p>
        </p:txBody>
      </p:sp>
    </p:spTree>
    <p:extLst>
      <p:ext uri="{BB962C8B-B14F-4D97-AF65-F5344CB8AC3E}">
        <p14:creationId xmlns:p14="http://schemas.microsoft.com/office/powerpoint/2010/main" val="4994180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Bildplatzhalter 19">
            <a:extLst>
              <a:ext uri="{FF2B5EF4-FFF2-40B4-BE49-F238E27FC236}">
                <a16:creationId xmlns:a16="http://schemas.microsoft.com/office/drawing/2014/main" id="{0E1072AF-D108-4FD4-9FAA-2C25E1C6CECF}"/>
              </a:ext>
            </a:extLst>
          </p:cNvPr>
          <p:cNvSpPr>
            <a:spLocks noGrp="1"/>
          </p:cNvSpPr>
          <p:nvPr>
            <p:ph type="pic" sz="quarter" idx="10"/>
          </p:nvPr>
        </p:nvSpPr>
        <p:spPr/>
      </p:sp>
      <p:sp>
        <p:nvSpPr>
          <p:cNvPr id="25" name="Bildplatzhalter 24">
            <a:extLst>
              <a:ext uri="{FF2B5EF4-FFF2-40B4-BE49-F238E27FC236}">
                <a16:creationId xmlns:a16="http://schemas.microsoft.com/office/drawing/2014/main" id="{0A5B9E11-5315-48D2-95FB-002908FE5EF1}"/>
              </a:ext>
            </a:extLst>
          </p:cNvPr>
          <p:cNvSpPr>
            <a:spLocks noGrp="1"/>
          </p:cNvSpPr>
          <p:nvPr>
            <p:ph type="pic" sz="quarter" idx="12"/>
          </p:nvPr>
        </p:nvSpPr>
        <p:spPr/>
      </p:sp>
      <p:sp>
        <p:nvSpPr>
          <p:cNvPr id="21" name="Bildplatzhalter 20">
            <a:extLst>
              <a:ext uri="{FF2B5EF4-FFF2-40B4-BE49-F238E27FC236}">
                <a16:creationId xmlns:a16="http://schemas.microsoft.com/office/drawing/2014/main" id="{71626CD5-3D2E-4056-A9C8-209E99E5B54B}"/>
              </a:ext>
            </a:extLst>
          </p:cNvPr>
          <p:cNvSpPr>
            <a:spLocks noGrp="1"/>
          </p:cNvSpPr>
          <p:nvPr>
            <p:ph type="pic" sz="quarter" idx="11"/>
          </p:nvPr>
        </p:nvSpPr>
        <p:spPr/>
      </p:sp>
      <p:sp>
        <p:nvSpPr>
          <p:cNvPr id="9" name="Vertikaler Textplatzhalter 8">
            <a:extLst>
              <a:ext uri="{FF2B5EF4-FFF2-40B4-BE49-F238E27FC236}">
                <a16:creationId xmlns:a16="http://schemas.microsoft.com/office/drawing/2014/main" id="{B05C6185-3625-416E-86EF-511CD5283F1B}"/>
              </a:ext>
            </a:extLst>
          </p:cNvPr>
          <p:cNvSpPr>
            <a:spLocks noGrp="1"/>
          </p:cNvSpPr>
          <p:nvPr>
            <p:ph type="body" orient="vert" idx="1"/>
          </p:nvPr>
        </p:nvSpPr>
        <p:spPr/>
        <p:txBody>
          <a:bodyPr/>
          <a:lstStyle/>
          <a:p>
            <a:r>
              <a:rPr lang="de-DE" dirty="0"/>
              <a:t>Basic Approach </a:t>
            </a:r>
            <a:r>
              <a:rPr lang="de-DE" dirty="0" err="1"/>
              <a:t>of</a:t>
            </a:r>
            <a:r>
              <a:rPr lang="de-DE" dirty="0"/>
              <a:t> </a:t>
            </a:r>
            <a:r>
              <a:rPr lang="de-DE" dirty="0" err="1"/>
              <a:t>the</a:t>
            </a:r>
            <a:r>
              <a:rPr lang="de-DE" dirty="0"/>
              <a:t> </a:t>
            </a:r>
            <a:r>
              <a:rPr lang="de-DE" dirty="0" err="1"/>
              <a:t>Cement</a:t>
            </a:r>
            <a:r>
              <a:rPr lang="de-DE" dirty="0"/>
              <a:t> </a:t>
            </a:r>
            <a:r>
              <a:rPr lang="de-DE" dirty="0" err="1"/>
              <a:t>Optimization</a:t>
            </a:r>
            <a:endParaRPr lang="de-DE" dirty="0"/>
          </a:p>
        </p:txBody>
      </p:sp>
    </p:spTree>
    <p:extLst>
      <p:ext uri="{BB962C8B-B14F-4D97-AF65-F5344CB8AC3E}">
        <p14:creationId xmlns:p14="http://schemas.microsoft.com/office/powerpoint/2010/main" val="3863109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de-DE" dirty="0"/>
              <a:t>Problem Description</a:t>
            </a:r>
          </a:p>
        </p:txBody>
      </p:sp>
      <p:sp>
        <p:nvSpPr>
          <p:cNvPr id="9" name="Abgerundetes Rechteck 5">
            <a:extLst>
              <a:ext uri="{FF2B5EF4-FFF2-40B4-BE49-F238E27FC236}">
                <a16:creationId xmlns:a16="http://schemas.microsoft.com/office/drawing/2014/main" id="{C600D0D7-76DD-7411-87A6-E7FA1C2C630D}"/>
              </a:ext>
            </a:extLst>
          </p:cNvPr>
          <p:cNvSpPr/>
          <p:nvPr/>
        </p:nvSpPr>
        <p:spPr bwMode="auto">
          <a:xfrm>
            <a:off x="539750" y="2015951"/>
            <a:ext cx="9109012" cy="2448272"/>
          </a:xfrm>
          <a:prstGeom prst="roundRect">
            <a:avLst>
              <a:gd name="adj" fmla="val 5512"/>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r>
              <a:rPr lang="en-US" sz="2000" b="1" dirty="0"/>
              <a:t>Input:  </a:t>
            </a:r>
          </a:p>
          <a:p>
            <a:pPr marL="342900" indent="-342900">
              <a:buFont typeface="Arial" panose="020B0604020202020204" pitchFamily="34" charset="0"/>
              <a:buChar char="•"/>
            </a:pPr>
            <a:r>
              <a:rPr lang="en-US" sz="2000" dirty="0"/>
              <a:t>Set of trucks </a:t>
            </a:r>
          </a:p>
          <a:p>
            <a:pPr marL="342900" indent="-342900">
              <a:buFont typeface="Arial" panose="020B0604020202020204" pitchFamily="34" charset="0"/>
              <a:buChar char="•"/>
            </a:pPr>
            <a:r>
              <a:rPr lang="en-US" sz="2000" dirty="0"/>
              <a:t>Set of orders</a:t>
            </a:r>
          </a:p>
          <a:p>
            <a:pPr marL="342900" indent="-342900">
              <a:buFont typeface="Arial" panose="020B0604020202020204" pitchFamily="34" charset="0"/>
              <a:buChar char="•"/>
            </a:pPr>
            <a:endParaRPr lang="en-US" sz="2000" dirty="0"/>
          </a:p>
          <a:p>
            <a:r>
              <a:rPr lang="en-US" sz="2000" b="1" dirty="0"/>
              <a:t>Objective: </a:t>
            </a:r>
          </a:p>
          <a:p>
            <a:pPr algn="just"/>
            <a:r>
              <a:rPr lang="en-US" sz="2000" dirty="0"/>
              <a:t>Find a sequence of orders for every truck, so that the sum of empty kilometers is minimal. Every order should be planned on </a:t>
            </a:r>
            <a:r>
              <a:rPr lang="en-US" sz="2000" b="1" dirty="0"/>
              <a:t>exactly one truck</a:t>
            </a:r>
            <a:r>
              <a:rPr lang="en-US" sz="2000" dirty="0"/>
              <a:t>. </a:t>
            </a:r>
          </a:p>
        </p:txBody>
      </p:sp>
    </p:spTree>
    <p:extLst>
      <p:ext uri="{BB962C8B-B14F-4D97-AF65-F5344CB8AC3E}">
        <p14:creationId xmlns:p14="http://schemas.microsoft.com/office/powerpoint/2010/main" val="4084722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de-DE" dirty="0"/>
              <a:t>Solution Method</a:t>
            </a:r>
          </a:p>
        </p:txBody>
      </p:sp>
      <mc:AlternateContent xmlns:mc="http://schemas.openxmlformats.org/markup-compatibility/2006">
        <mc:Choice xmlns:a14="http://schemas.microsoft.com/office/drawing/2010/main" Requires="a14">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49" y="1350963"/>
                <a:ext cx="10449983" cy="4445000"/>
              </a:xfrm>
            </p:spPr>
            <p:txBody>
              <a:bodyPr/>
              <a:lstStyle/>
              <a:p>
                <a:r>
                  <a:rPr lang="de-DE" b="0" u="sng" dirty="0">
                    <a:solidFill>
                      <a:schemeClr val="tx1"/>
                    </a:solidFill>
                  </a:rPr>
                  <a:t>Mathematical </a:t>
                </a:r>
                <a:r>
                  <a:rPr lang="de-DE" b="0" u="sng" dirty="0" err="1">
                    <a:solidFill>
                      <a:schemeClr val="tx1"/>
                    </a:solidFill>
                  </a:rPr>
                  <a:t>formulation</a:t>
                </a:r>
                <a:r>
                  <a:rPr lang="de-DE" b="0" u="sng" dirty="0">
                    <a:solidFill>
                      <a:schemeClr val="tx1"/>
                    </a:solidFill>
                  </a:rPr>
                  <a:t>:</a:t>
                </a:r>
                <a:r>
                  <a:rPr lang="de-DE" b="0" dirty="0">
                    <a:solidFill>
                      <a:schemeClr val="tx1"/>
                    </a:solidFill>
                  </a:rPr>
                  <a:t> </a:t>
                </a:r>
                <a:r>
                  <a:rPr lang="en-US" b="0" dirty="0">
                    <a:solidFill>
                      <a:schemeClr val="tx1"/>
                    </a:solidFill>
                  </a:rPr>
                  <a:t>Weighted matching in bipartite graphs problem</a:t>
                </a:r>
              </a:p>
              <a:p>
                <a:endParaRPr lang="en-US" b="0" dirty="0">
                  <a:solidFill>
                    <a:schemeClr val="tx1"/>
                  </a:solidFill>
                </a:endParaRPr>
              </a:p>
              <a:p>
                <a:r>
                  <a:rPr lang="en-US" b="0" dirty="0">
                    <a:solidFill>
                      <a:schemeClr val="tx1"/>
                    </a:solidFill>
                  </a:rPr>
                  <a:t>Minimize</a:t>
                </a:r>
              </a:p>
              <a:p>
                <a:pPr/>
                <a14:m>
                  <m:oMathPara xmlns:m="http://schemas.openxmlformats.org/officeDocument/2006/math">
                    <m:oMathParaPr>
                      <m:jc m:val="centerGroup"/>
                    </m:oMathParaPr>
                    <m:oMath xmlns:m="http://schemas.openxmlformats.org/officeDocument/2006/math">
                      <m:nary>
                        <m:naryPr>
                          <m:chr m:val="∑"/>
                          <m:supHide m:val="on"/>
                          <m:ctrlPr>
                            <a:rPr lang="de-DE" b="0" i="1" smtClean="0">
                              <a:solidFill>
                                <a:schemeClr val="tx1"/>
                              </a:solidFill>
                              <a:latin typeface="Cambria Math" panose="02040503050406030204" pitchFamily="18" charset="0"/>
                              <a:ea typeface="Cambria Math"/>
                            </a:rPr>
                          </m:ctrlPr>
                        </m:naryPr>
                        <m:sub>
                          <m:r>
                            <a:rPr lang="en-US" b="0" i="1" smtClean="0">
                              <a:solidFill>
                                <a:schemeClr val="tx1"/>
                              </a:solidFill>
                              <a:latin typeface="Cambria Math"/>
                              <a:ea typeface="Cambria Math"/>
                            </a:rPr>
                            <m:t>𝑜</m:t>
                          </m:r>
                          <m:r>
                            <a:rPr lang="en-US" b="0" i="1" smtClean="0">
                              <a:solidFill>
                                <a:schemeClr val="tx1"/>
                              </a:solidFill>
                              <a:latin typeface="Cambria Math"/>
                              <a:ea typeface="Cambria Math"/>
                            </a:rPr>
                            <m:t>∈</m:t>
                          </m:r>
                          <m:r>
                            <a:rPr lang="en-US" b="0" i="1" smtClean="0">
                              <a:solidFill>
                                <a:schemeClr val="tx1"/>
                              </a:solidFill>
                              <a:latin typeface="Cambria Math"/>
                              <a:ea typeface="Cambria Math"/>
                            </a:rPr>
                            <m:t>𝑂</m:t>
                          </m:r>
                        </m:sub>
                        <m:sup/>
                        <m:e>
                          <m:nary>
                            <m:naryPr>
                              <m:chr m:val="∑"/>
                              <m:supHide m:val="on"/>
                              <m:ctrlPr>
                                <a:rPr lang="de-DE" b="0" i="1">
                                  <a:solidFill>
                                    <a:schemeClr val="tx1"/>
                                  </a:solidFill>
                                  <a:latin typeface="Cambria Math" panose="02040503050406030204" pitchFamily="18" charset="0"/>
                                  <a:ea typeface="Cambria Math"/>
                                </a:rPr>
                              </m:ctrlPr>
                            </m:naryPr>
                            <m:sub>
                              <m:r>
                                <a:rPr lang="en-US" b="0" i="1" smtClean="0">
                                  <a:solidFill>
                                    <a:schemeClr val="tx1"/>
                                  </a:solidFill>
                                  <a:latin typeface="Cambria Math"/>
                                  <a:ea typeface="Cambria Math"/>
                                </a:rPr>
                                <m:t>𝑡</m:t>
                              </m:r>
                              <m:r>
                                <a:rPr lang="en-US" b="0" i="1" smtClean="0">
                                  <a:solidFill>
                                    <a:schemeClr val="tx1"/>
                                  </a:solidFill>
                                  <a:latin typeface="Cambria Math"/>
                                  <a:ea typeface="Cambria Math"/>
                                </a:rPr>
                                <m:t>∈</m:t>
                              </m:r>
                              <m:r>
                                <a:rPr lang="en-US" b="0" i="1" smtClean="0">
                                  <a:solidFill>
                                    <a:schemeClr val="tx1"/>
                                  </a:solidFill>
                                  <a:latin typeface="Cambria Math"/>
                                  <a:ea typeface="Cambria Math"/>
                                </a:rPr>
                                <m:t>𝑇</m:t>
                              </m:r>
                            </m:sub>
                            <m:sup/>
                            <m:e>
                              <m:r>
                                <a:rPr lang="en-US" b="0" i="1" smtClean="0">
                                  <a:solidFill>
                                    <a:schemeClr val="tx1"/>
                                  </a:solidFill>
                                  <a:latin typeface="Cambria Math"/>
                                  <a:ea typeface="Cambria Math"/>
                                </a:rPr>
                                <m:t>𝑐𝑜𝑠𝑡</m:t>
                              </m:r>
                              <m:r>
                                <a:rPr lang="en-US" b="0" i="1" smtClean="0">
                                  <a:solidFill>
                                    <a:schemeClr val="tx1"/>
                                  </a:solidFill>
                                  <a:latin typeface="Cambria Math"/>
                                  <a:ea typeface="Cambria Math"/>
                                </a:rPr>
                                <m:t> </m:t>
                              </m:r>
                              <m:d>
                                <m:dPr>
                                  <m:ctrlPr>
                                    <a:rPr lang="en-US" b="0" i="1">
                                      <a:solidFill>
                                        <a:schemeClr val="tx1"/>
                                      </a:solidFill>
                                      <a:latin typeface="Cambria Math" panose="02040503050406030204" pitchFamily="18" charset="0"/>
                                      <a:ea typeface="Cambria Math"/>
                                    </a:rPr>
                                  </m:ctrlPr>
                                </m:dPr>
                                <m:e>
                                  <m:r>
                                    <a:rPr lang="en-US" b="0" i="1" smtClean="0">
                                      <a:solidFill>
                                        <a:schemeClr val="tx1"/>
                                      </a:solidFill>
                                      <a:latin typeface="Cambria Math"/>
                                      <a:ea typeface="Cambria Math"/>
                                    </a:rPr>
                                    <m:t>𝑡</m:t>
                                  </m:r>
                                  <m:r>
                                    <a:rPr lang="en-US" b="0" i="1" smtClean="0">
                                      <a:solidFill>
                                        <a:schemeClr val="tx1"/>
                                      </a:solidFill>
                                      <a:latin typeface="Cambria Math"/>
                                      <a:ea typeface="Cambria Math"/>
                                    </a:rPr>
                                    <m:t>,</m:t>
                                  </m:r>
                                  <m:r>
                                    <a:rPr lang="en-US" b="0" i="1" smtClean="0">
                                      <a:solidFill>
                                        <a:schemeClr val="tx1"/>
                                      </a:solidFill>
                                      <a:latin typeface="Cambria Math"/>
                                      <a:ea typeface="Cambria Math"/>
                                    </a:rPr>
                                    <m:t>𝑜</m:t>
                                  </m:r>
                                </m:e>
                              </m:d>
                              <m:sSub>
                                <m:sSubPr>
                                  <m:ctrlPr>
                                    <a:rPr lang="en-US" b="0" i="1">
                                      <a:solidFill>
                                        <a:schemeClr val="tx1"/>
                                      </a:solidFill>
                                      <a:latin typeface="Cambria Math" panose="02040503050406030204" pitchFamily="18" charset="0"/>
                                      <a:ea typeface="Cambria Math"/>
                                    </a:rPr>
                                  </m:ctrlPr>
                                </m:sSubPr>
                                <m:e>
                                  <m:r>
                                    <a:rPr lang="en-US" b="0" i="1" smtClean="0">
                                      <a:solidFill>
                                        <a:schemeClr val="tx1"/>
                                      </a:solidFill>
                                      <a:latin typeface="Cambria Math"/>
                                      <a:ea typeface="Cambria Math"/>
                                    </a:rPr>
                                    <m:t>𝑥</m:t>
                                  </m:r>
                                </m:e>
                                <m:sub>
                                  <m:r>
                                    <a:rPr lang="en-US" b="0" i="1" smtClean="0">
                                      <a:solidFill>
                                        <a:schemeClr val="tx1"/>
                                      </a:solidFill>
                                      <a:latin typeface="Cambria Math"/>
                                      <a:ea typeface="Cambria Math"/>
                                    </a:rPr>
                                    <m:t>𝑜</m:t>
                                  </m:r>
                                  <m:r>
                                    <a:rPr lang="en-US" b="0" i="1" smtClean="0">
                                      <a:solidFill>
                                        <a:schemeClr val="tx1"/>
                                      </a:solidFill>
                                      <a:latin typeface="Cambria Math"/>
                                      <a:ea typeface="Cambria Math"/>
                                    </a:rPr>
                                    <m:t>,</m:t>
                                  </m:r>
                                  <m:r>
                                    <a:rPr lang="en-US" b="0" i="1" smtClean="0">
                                      <a:solidFill>
                                        <a:schemeClr val="tx1"/>
                                      </a:solidFill>
                                      <a:latin typeface="Cambria Math"/>
                                      <a:ea typeface="Cambria Math"/>
                                    </a:rPr>
                                    <m:t>𝑡</m:t>
                                  </m:r>
                                </m:sub>
                              </m:sSub>
                            </m:e>
                          </m:nary>
                          <m:r>
                            <m:rPr>
                              <m:nor/>
                            </m:rPr>
                            <a:rPr lang="en-US" b="0" dirty="0">
                              <a:solidFill>
                                <a:schemeClr val="tx1"/>
                              </a:solidFill>
                              <a:ea typeface="Cambria Math"/>
                            </a:rPr>
                            <m:t> </m:t>
                          </m:r>
                        </m:e>
                      </m:nary>
                    </m:oMath>
                  </m:oMathPara>
                </a14:m>
                <a:endParaRPr lang="en-US" b="0" dirty="0">
                  <a:solidFill>
                    <a:schemeClr val="tx1"/>
                  </a:solidFill>
                </a:endParaRPr>
              </a:p>
              <a:p>
                <a:endParaRPr lang="en-US" b="0" dirty="0">
                  <a:solidFill>
                    <a:schemeClr val="tx1"/>
                  </a:solidFill>
                </a:endParaRPr>
              </a:p>
              <a:p>
                <a:r>
                  <a:rPr lang="en-US" b="0" dirty="0">
                    <a:solidFill>
                      <a:schemeClr val="tx1"/>
                    </a:solidFill>
                  </a:rPr>
                  <a:t>Subject to the constraints</a:t>
                </a:r>
              </a:p>
              <a:p>
                <a:pPr/>
                <a14:m>
                  <m:oMathPara xmlns:m="http://schemas.openxmlformats.org/officeDocument/2006/math">
                    <m:oMathParaPr>
                      <m:jc m:val="centerGroup"/>
                    </m:oMathParaPr>
                    <m:oMath xmlns:m="http://schemas.openxmlformats.org/officeDocument/2006/math">
                      <m:nary>
                        <m:naryPr>
                          <m:chr m:val="∑"/>
                          <m:supHide m:val="on"/>
                          <m:ctrlPr>
                            <a:rPr lang="en-US" b="0" i="1" smtClean="0">
                              <a:solidFill>
                                <a:schemeClr val="tx1"/>
                              </a:solidFill>
                              <a:latin typeface="Cambria Math" panose="02040503050406030204" pitchFamily="18" charset="0"/>
                            </a:rPr>
                          </m:ctrlPr>
                        </m:naryPr>
                        <m:sub>
                          <m:r>
                            <a:rPr lang="en-US" b="0" i="1" smtClean="0">
                              <a:solidFill>
                                <a:schemeClr val="tx1"/>
                              </a:solidFill>
                              <a:latin typeface="Cambria Math"/>
                            </a:rPr>
                            <m:t>𝑜</m:t>
                          </m:r>
                          <m:r>
                            <a:rPr lang="en-US" b="0" i="1" smtClean="0">
                              <a:solidFill>
                                <a:schemeClr val="tx1"/>
                              </a:solidFill>
                              <a:latin typeface="Cambria Math"/>
                            </a:rPr>
                            <m:t>∈</m:t>
                          </m:r>
                          <m:r>
                            <a:rPr lang="en-US" b="0" i="1" smtClean="0">
                              <a:solidFill>
                                <a:schemeClr val="tx1"/>
                              </a:solidFill>
                              <a:latin typeface="Cambria Math"/>
                            </a:rPr>
                            <m:t>𝑂</m:t>
                          </m:r>
                        </m:sub>
                        <m:sup/>
                        <m:e>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a:rPr>
                                <m:t>𝑥</m:t>
                              </m:r>
                            </m:e>
                            <m:sub>
                              <m:r>
                                <a:rPr lang="en-US" b="0" i="1" smtClean="0">
                                  <a:solidFill>
                                    <a:schemeClr val="tx1"/>
                                  </a:solidFill>
                                  <a:latin typeface="Cambria Math"/>
                                </a:rPr>
                                <m:t>𝑜</m:t>
                              </m:r>
                              <m:r>
                                <a:rPr lang="en-US" b="0" i="1" smtClean="0">
                                  <a:solidFill>
                                    <a:schemeClr val="tx1"/>
                                  </a:solidFill>
                                  <a:latin typeface="Cambria Math"/>
                                </a:rPr>
                                <m:t>,</m:t>
                              </m:r>
                              <m:r>
                                <a:rPr lang="en-US" b="0" i="1" smtClean="0">
                                  <a:solidFill>
                                    <a:schemeClr val="tx1"/>
                                  </a:solidFill>
                                  <a:latin typeface="Cambria Math"/>
                                </a:rPr>
                                <m:t>𝑡</m:t>
                              </m:r>
                            </m:sub>
                          </m:sSub>
                          <m:r>
                            <a:rPr lang="en-US" b="0" i="1" smtClean="0">
                              <a:solidFill>
                                <a:schemeClr val="tx1"/>
                              </a:solidFill>
                              <a:latin typeface="Cambria Math"/>
                            </a:rPr>
                            <m:t>=1 </m:t>
                          </m:r>
                          <m:r>
                            <a:rPr lang="en-US" b="0" i="1" smtClean="0">
                              <a:solidFill>
                                <a:schemeClr val="tx1"/>
                              </a:solidFill>
                              <a:latin typeface="Cambria Math"/>
                            </a:rPr>
                            <m:t>𝑓𝑜𝑟</m:t>
                          </m:r>
                          <m:r>
                            <a:rPr lang="en-US" b="0" i="1" smtClean="0">
                              <a:solidFill>
                                <a:schemeClr val="tx1"/>
                              </a:solidFill>
                              <a:latin typeface="Cambria Math"/>
                            </a:rPr>
                            <m:t> </m:t>
                          </m:r>
                          <m:r>
                            <a:rPr lang="en-US" b="0" i="1" smtClean="0">
                              <a:solidFill>
                                <a:schemeClr val="tx1"/>
                              </a:solidFill>
                              <a:latin typeface="Cambria Math"/>
                            </a:rPr>
                            <m:t>𝑎𝑙𝑙</m:t>
                          </m:r>
                          <m:r>
                            <a:rPr lang="en-US" b="0" i="1" smtClean="0">
                              <a:solidFill>
                                <a:schemeClr val="tx1"/>
                              </a:solidFill>
                              <a:latin typeface="Cambria Math"/>
                            </a:rPr>
                            <m:t> </m:t>
                          </m:r>
                          <m:r>
                            <a:rPr lang="en-US" b="0" i="1" smtClean="0">
                              <a:solidFill>
                                <a:schemeClr val="tx1"/>
                              </a:solidFill>
                              <a:latin typeface="Cambria Math"/>
                            </a:rPr>
                            <m:t>𝑡</m:t>
                          </m:r>
                          <m:r>
                            <a:rPr lang="en-US" b="0" i="1" smtClean="0">
                              <a:solidFill>
                                <a:schemeClr val="tx1"/>
                              </a:solidFill>
                              <a:latin typeface="Cambria Math"/>
                            </a:rPr>
                            <m:t>∈</m:t>
                          </m:r>
                          <m:r>
                            <a:rPr lang="en-US" b="0" i="1" smtClean="0">
                              <a:solidFill>
                                <a:schemeClr val="tx1"/>
                              </a:solidFill>
                              <a:latin typeface="Cambria Math"/>
                            </a:rPr>
                            <m:t>𝑇</m:t>
                          </m:r>
                        </m:e>
                      </m:nary>
                    </m:oMath>
                  </m:oMathPara>
                </a14:m>
                <a:endParaRPr lang="en-US" b="0" dirty="0">
                  <a:solidFill>
                    <a:schemeClr val="tx1"/>
                  </a:solidFill>
                </a:endParaRPr>
              </a:p>
              <a:p>
                <a:pPr/>
                <a14:m>
                  <m:oMathPara xmlns:m="http://schemas.openxmlformats.org/officeDocument/2006/math">
                    <m:oMathParaPr>
                      <m:jc m:val="centerGroup"/>
                    </m:oMathParaPr>
                    <m:oMath xmlns:m="http://schemas.openxmlformats.org/officeDocument/2006/math">
                      <m:nary>
                        <m:naryPr>
                          <m:chr m:val="∑"/>
                          <m:supHide m:val="on"/>
                          <m:ctrlPr>
                            <a:rPr lang="en-US" b="0" i="1" smtClean="0">
                              <a:solidFill>
                                <a:schemeClr val="tx1"/>
                              </a:solidFill>
                              <a:latin typeface="Cambria Math" panose="02040503050406030204" pitchFamily="18" charset="0"/>
                            </a:rPr>
                          </m:ctrlPr>
                        </m:naryPr>
                        <m:sub>
                          <m:r>
                            <m:rPr>
                              <m:brk m:alnAt="7"/>
                            </m:rPr>
                            <a:rPr lang="en-US" b="0" i="1" smtClean="0">
                              <a:solidFill>
                                <a:schemeClr val="tx1"/>
                              </a:solidFill>
                              <a:latin typeface="Cambria Math"/>
                            </a:rPr>
                            <m:t>𝑡</m:t>
                          </m:r>
                          <m:r>
                            <a:rPr lang="en-US" b="0" i="1" smtClean="0">
                              <a:solidFill>
                                <a:schemeClr val="tx1"/>
                              </a:solidFill>
                              <a:latin typeface="Cambria Math"/>
                            </a:rPr>
                            <m:t>∈</m:t>
                          </m:r>
                          <m:r>
                            <a:rPr lang="en-US" b="0" i="1" smtClean="0">
                              <a:solidFill>
                                <a:schemeClr val="tx1"/>
                              </a:solidFill>
                              <a:latin typeface="Cambria Math"/>
                            </a:rPr>
                            <m:t>𝑇</m:t>
                          </m:r>
                        </m:sub>
                        <m:sup/>
                        <m:e>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a:rPr>
                                <m:t>𝑥</m:t>
                              </m:r>
                            </m:e>
                            <m:sub>
                              <m:r>
                                <a:rPr lang="en-US" b="0" i="1" smtClean="0">
                                  <a:solidFill>
                                    <a:schemeClr val="tx1"/>
                                  </a:solidFill>
                                  <a:latin typeface="Cambria Math"/>
                                </a:rPr>
                                <m:t>𝑜</m:t>
                              </m:r>
                              <m:r>
                                <a:rPr lang="en-US" b="0" i="1" smtClean="0">
                                  <a:solidFill>
                                    <a:schemeClr val="tx1"/>
                                  </a:solidFill>
                                  <a:latin typeface="Cambria Math"/>
                                </a:rPr>
                                <m:t>,</m:t>
                              </m:r>
                              <m:r>
                                <a:rPr lang="en-US" b="0" i="1" smtClean="0">
                                  <a:solidFill>
                                    <a:schemeClr val="tx1"/>
                                  </a:solidFill>
                                  <a:latin typeface="Cambria Math"/>
                                </a:rPr>
                                <m:t>𝑡</m:t>
                              </m:r>
                            </m:sub>
                          </m:sSub>
                          <m:r>
                            <a:rPr lang="en-US" b="0" i="1" smtClean="0">
                              <a:solidFill>
                                <a:schemeClr val="tx1"/>
                              </a:solidFill>
                              <a:latin typeface="Cambria Math"/>
                            </a:rPr>
                            <m:t>=1 </m:t>
                          </m:r>
                          <m:r>
                            <a:rPr lang="en-US" b="0" i="1" smtClean="0">
                              <a:solidFill>
                                <a:schemeClr val="tx1"/>
                              </a:solidFill>
                              <a:latin typeface="Cambria Math"/>
                            </a:rPr>
                            <m:t>𝑓𝑜𝑟</m:t>
                          </m:r>
                          <m:r>
                            <a:rPr lang="en-US" b="0" i="1" smtClean="0">
                              <a:solidFill>
                                <a:schemeClr val="tx1"/>
                              </a:solidFill>
                              <a:latin typeface="Cambria Math"/>
                            </a:rPr>
                            <m:t> </m:t>
                          </m:r>
                          <m:r>
                            <a:rPr lang="en-US" b="0" i="1" smtClean="0">
                              <a:solidFill>
                                <a:schemeClr val="tx1"/>
                              </a:solidFill>
                              <a:latin typeface="Cambria Math"/>
                            </a:rPr>
                            <m:t>𝑎𝑙𝑙</m:t>
                          </m:r>
                          <m:r>
                            <a:rPr lang="en-US" b="0" i="1" smtClean="0">
                              <a:solidFill>
                                <a:schemeClr val="tx1"/>
                              </a:solidFill>
                              <a:latin typeface="Cambria Math"/>
                            </a:rPr>
                            <m:t> </m:t>
                          </m:r>
                          <m:r>
                            <a:rPr lang="en-US" b="0" i="1" smtClean="0">
                              <a:solidFill>
                                <a:schemeClr val="tx1"/>
                              </a:solidFill>
                              <a:latin typeface="Cambria Math"/>
                            </a:rPr>
                            <m:t>𝑜</m:t>
                          </m:r>
                          <m:r>
                            <a:rPr lang="en-US" b="0" i="1" smtClean="0">
                              <a:solidFill>
                                <a:schemeClr val="tx1"/>
                              </a:solidFill>
                              <a:latin typeface="Cambria Math"/>
                            </a:rPr>
                            <m:t>∈</m:t>
                          </m:r>
                          <m:r>
                            <a:rPr lang="en-US" b="0" i="1" smtClean="0">
                              <a:solidFill>
                                <a:schemeClr val="tx1"/>
                              </a:solidFill>
                              <a:latin typeface="Cambria Math"/>
                            </a:rPr>
                            <m:t>𝑂</m:t>
                          </m:r>
                        </m:e>
                      </m:nary>
                    </m:oMath>
                  </m:oMathPara>
                </a14:m>
                <a:endParaRPr lang="en-US" b="0" dirty="0">
                  <a:solidFill>
                    <a:schemeClr val="tx1"/>
                  </a:solidFill>
                </a:endParaRPr>
              </a:p>
              <a:p>
                <a:pP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a:rPr>
                            <m:t>𝑥</m:t>
                          </m:r>
                        </m:e>
                        <m:sub>
                          <m:r>
                            <a:rPr lang="en-US" b="0" i="1" smtClean="0">
                              <a:solidFill>
                                <a:schemeClr val="tx1"/>
                              </a:solidFill>
                              <a:latin typeface="Cambria Math"/>
                            </a:rPr>
                            <m:t>𝑜</m:t>
                          </m:r>
                          <m:r>
                            <a:rPr lang="en-US" b="0" i="1" smtClean="0">
                              <a:solidFill>
                                <a:schemeClr val="tx1"/>
                              </a:solidFill>
                              <a:latin typeface="Cambria Math"/>
                            </a:rPr>
                            <m:t>,</m:t>
                          </m:r>
                          <m:r>
                            <a:rPr lang="en-US" b="0" i="1" smtClean="0">
                              <a:solidFill>
                                <a:schemeClr val="tx1"/>
                              </a:solidFill>
                              <a:latin typeface="Cambria Math"/>
                            </a:rPr>
                            <m:t>𝑡</m:t>
                          </m:r>
                          <m:r>
                            <a:rPr lang="en-US" b="0" i="1" smtClean="0">
                              <a:solidFill>
                                <a:schemeClr val="tx1"/>
                              </a:solidFill>
                              <a:latin typeface="Cambria Math"/>
                            </a:rPr>
                            <m:t> </m:t>
                          </m:r>
                        </m:sub>
                      </m:sSub>
                      <m:r>
                        <a:rPr lang="en-US" b="0" i="1" smtClean="0">
                          <a:solidFill>
                            <a:schemeClr val="tx1"/>
                          </a:solidFill>
                          <a:latin typeface="Cambria Math"/>
                        </a:rPr>
                        <m:t>∈</m:t>
                      </m:r>
                      <m:d>
                        <m:dPr>
                          <m:begChr m:val="{"/>
                          <m:endChr m:val="}"/>
                          <m:ctrlPr>
                            <a:rPr lang="en-US" b="0" i="1" smtClean="0">
                              <a:solidFill>
                                <a:schemeClr val="tx1"/>
                              </a:solidFill>
                              <a:latin typeface="Cambria Math" panose="02040503050406030204" pitchFamily="18" charset="0"/>
                            </a:rPr>
                          </m:ctrlPr>
                        </m:dPr>
                        <m:e>
                          <m:r>
                            <a:rPr lang="en-US" b="0" i="1" smtClean="0">
                              <a:solidFill>
                                <a:schemeClr val="tx1"/>
                              </a:solidFill>
                              <a:latin typeface="Cambria Math"/>
                            </a:rPr>
                            <m:t>0,1</m:t>
                          </m:r>
                        </m:e>
                      </m:d>
                      <m:r>
                        <a:rPr lang="en-US" b="0" i="1" smtClean="0">
                          <a:solidFill>
                            <a:schemeClr val="tx1"/>
                          </a:solidFill>
                          <a:latin typeface="Cambria Math"/>
                        </a:rPr>
                        <m:t> </m:t>
                      </m:r>
                      <m:r>
                        <a:rPr lang="en-US" b="0" i="1" smtClean="0">
                          <a:solidFill>
                            <a:schemeClr val="tx1"/>
                          </a:solidFill>
                          <a:latin typeface="Cambria Math"/>
                          <a:ea typeface="Cambria Math"/>
                        </a:rPr>
                        <m:t>𝑓𝑜𝑟</m:t>
                      </m:r>
                      <m:r>
                        <a:rPr lang="en-US" b="0" i="1" smtClean="0">
                          <a:solidFill>
                            <a:schemeClr val="tx1"/>
                          </a:solidFill>
                          <a:latin typeface="Cambria Math"/>
                          <a:ea typeface="Cambria Math"/>
                        </a:rPr>
                        <m:t> </m:t>
                      </m:r>
                      <m:r>
                        <a:rPr lang="en-US" b="0" i="1" smtClean="0">
                          <a:solidFill>
                            <a:schemeClr val="tx1"/>
                          </a:solidFill>
                          <a:latin typeface="Cambria Math"/>
                          <a:ea typeface="Cambria Math"/>
                        </a:rPr>
                        <m:t>𝑎𝑙𝑙</m:t>
                      </m:r>
                      <m:r>
                        <a:rPr lang="en-US" b="0" i="1" smtClean="0">
                          <a:solidFill>
                            <a:schemeClr val="tx1"/>
                          </a:solidFill>
                          <a:latin typeface="Cambria Math"/>
                          <a:ea typeface="Cambria Math"/>
                        </a:rPr>
                        <m:t> </m:t>
                      </m:r>
                      <m:r>
                        <a:rPr lang="en-US" b="0" i="1" smtClean="0">
                          <a:solidFill>
                            <a:schemeClr val="tx1"/>
                          </a:solidFill>
                          <a:latin typeface="Cambria Math"/>
                          <a:ea typeface="Cambria Math"/>
                        </a:rPr>
                        <m:t>𝑜</m:t>
                      </m:r>
                      <m:r>
                        <a:rPr lang="en-US" b="0" i="1" smtClean="0">
                          <a:solidFill>
                            <a:schemeClr val="tx1"/>
                          </a:solidFill>
                          <a:latin typeface="Cambria Math"/>
                          <a:ea typeface="Cambria Math"/>
                        </a:rPr>
                        <m:t>,</m:t>
                      </m:r>
                      <m:r>
                        <a:rPr lang="en-US" b="0" i="1" smtClean="0">
                          <a:solidFill>
                            <a:schemeClr val="tx1"/>
                          </a:solidFill>
                          <a:latin typeface="Cambria Math"/>
                          <a:ea typeface="Cambria Math"/>
                        </a:rPr>
                        <m:t>𝑡</m:t>
                      </m:r>
                      <m:r>
                        <a:rPr lang="en-US" b="0" i="1" smtClean="0">
                          <a:solidFill>
                            <a:schemeClr val="tx1"/>
                          </a:solidFill>
                          <a:latin typeface="Cambria Math"/>
                          <a:ea typeface="Cambria Math"/>
                        </a:rPr>
                        <m:t>∈</m:t>
                      </m:r>
                      <m:r>
                        <a:rPr lang="en-US" b="0" i="1" smtClean="0">
                          <a:solidFill>
                            <a:schemeClr val="tx1"/>
                          </a:solidFill>
                          <a:latin typeface="Cambria Math"/>
                          <a:ea typeface="Cambria Math"/>
                        </a:rPr>
                        <m:t>𝑂</m:t>
                      </m:r>
                      <m:r>
                        <a:rPr lang="en-US" b="0" i="1" smtClean="0">
                          <a:solidFill>
                            <a:schemeClr val="tx1"/>
                          </a:solidFill>
                          <a:latin typeface="Cambria Math"/>
                          <a:ea typeface="Cambria Math"/>
                        </a:rPr>
                        <m:t>,</m:t>
                      </m:r>
                      <m:r>
                        <a:rPr lang="en-US" b="0" i="1" smtClean="0">
                          <a:solidFill>
                            <a:schemeClr val="tx1"/>
                          </a:solidFill>
                          <a:latin typeface="Cambria Math"/>
                          <a:ea typeface="Cambria Math"/>
                        </a:rPr>
                        <m:t>𝑇</m:t>
                      </m:r>
                    </m:oMath>
                  </m:oMathPara>
                </a14:m>
                <a:endParaRPr lang="en-US" b="0" dirty="0">
                  <a:solidFill>
                    <a:schemeClr val="tx1"/>
                  </a:solidFill>
                </a:endParaRPr>
              </a:p>
              <a:p>
                <a:endParaRPr lang="en-US" b="0" dirty="0">
                  <a:solidFill>
                    <a:schemeClr val="tx1"/>
                  </a:solidFill>
                </a:endParaRPr>
              </a:p>
              <a:p>
                <a:r>
                  <a:rPr lang="en-US" b="0" dirty="0">
                    <a:solidFill>
                      <a:schemeClr val="tx1"/>
                    </a:solidFill>
                  </a:rPr>
                  <a:t>The order </a:t>
                </a:r>
                <a14:m>
                  <m:oMath xmlns:m="http://schemas.openxmlformats.org/officeDocument/2006/math">
                    <m:r>
                      <a:rPr lang="en-US" b="0" i="1" smtClean="0">
                        <a:solidFill>
                          <a:schemeClr val="tx1"/>
                        </a:solidFill>
                        <a:latin typeface="Cambria Math"/>
                      </a:rPr>
                      <m:t>𝑜</m:t>
                    </m:r>
                    <m:r>
                      <a:rPr lang="en-US" b="0" i="1" smtClean="0">
                        <a:solidFill>
                          <a:schemeClr val="tx1"/>
                        </a:solidFill>
                        <a:latin typeface="Cambria Math"/>
                      </a:rPr>
                      <m:t>∈</m:t>
                    </m:r>
                    <m:r>
                      <a:rPr lang="en-US" b="0" i="1" smtClean="0">
                        <a:solidFill>
                          <a:schemeClr val="tx1"/>
                        </a:solidFill>
                        <a:latin typeface="Cambria Math"/>
                      </a:rPr>
                      <m:t>𝑂</m:t>
                    </m:r>
                  </m:oMath>
                </a14:m>
                <a:r>
                  <a:rPr lang="de-DE" b="0" dirty="0">
                    <a:solidFill>
                      <a:schemeClr val="tx1"/>
                    </a:solidFill>
                  </a:rPr>
                  <a:t> will </a:t>
                </a:r>
                <a:r>
                  <a:rPr lang="en-US" b="0" dirty="0">
                    <a:solidFill>
                      <a:schemeClr val="tx1"/>
                    </a:solidFill>
                  </a:rPr>
                  <a:t>be served by truck </a:t>
                </a:r>
                <a14:m>
                  <m:oMath xmlns:m="http://schemas.openxmlformats.org/officeDocument/2006/math">
                    <m:r>
                      <a:rPr lang="en-US" b="0" i="1" smtClean="0">
                        <a:solidFill>
                          <a:schemeClr val="tx1"/>
                        </a:solidFill>
                        <a:latin typeface="Cambria Math"/>
                      </a:rPr>
                      <m:t>𝑡</m:t>
                    </m:r>
                    <m:r>
                      <a:rPr lang="en-US" b="0" i="1" smtClean="0">
                        <a:solidFill>
                          <a:schemeClr val="tx1"/>
                        </a:solidFill>
                        <a:latin typeface="Cambria Math"/>
                      </a:rPr>
                      <m:t>∈</m:t>
                    </m:r>
                    <m:r>
                      <a:rPr lang="en-US" b="0" i="1" smtClean="0">
                        <a:solidFill>
                          <a:schemeClr val="tx1"/>
                        </a:solidFill>
                        <a:latin typeface="Cambria Math"/>
                      </a:rPr>
                      <m:t>𝑇</m:t>
                    </m:r>
                  </m:oMath>
                </a14:m>
                <a:r>
                  <a:rPr lang="de-DE" b="0" dirty="0">
                    <a:solidFill>
                      <a:schemeClr val="tx1"/>
                    </a:solidFill>
                  </a:rPr>
                  <a:t> if </a:t>
                </a:r>
                <a14:m>
                  <m:oMath xmlns:m="http://schemas.openxmlformats.org/officeDocument/2006/math">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a:rPr>
                          <m:t>𝑥</m:t>
                        </m:r>
                      </m:e>
                      <m:sub>
                        <m:r>
                          <a:rPr lang="en-US" b="0" i="1" smtClean="0">
                            <a:solidFill>
                              <a:schemeClr val="tx1"/>
                            </a:solidFill>
                            <a:latin typeface="Cambria Math"/>
                          </a:rPr>
                          <m:t>𝑜</m:t>
                        </m:r>
                        <m:r>
                          <a:rPr lang="en-US" b="0" i="1" smtClean="0">
                            <a:solidFill>
                              <a:schemeClr val="tx1"/>
                            </a:solidFill>
                            <a:latin typeface="Cambria Math"/>
                          </a:rPr>
                          <m:t>,</m:t>
                        </m:r>
                        <m:r>
                          <a:rPr lang="en-US" b="0" i="1" smtClean="0">
                            <a:solidFill>
                              <a:schemeClr val="tx1"/>
                            </a:solidFill>
                            <a:latin typeface="Cambria Math"/>
                          </a:rPr>
                          <m:t>𝑡</m:t>
                        </m:r>
                        <m:r>
                          <a:rPr lang="en-US" b="0" i="1" smtClean="0">
                            <a:solidFill>
                              <a:schemeClr val="tx1"/>
                            </a:solidFill>
                            <a:latin typeface="Cambria Math"/>
                          </a:rPr>
                          <m:t> </m:t>
                        </m:r>
                      </m:sub>
                    </m:sSub>
                    <m:r>
                      <a:rPr lang="en-US" b="0" i="1" smtClean="0">
                        <a:solidFill>
                          <a:schemeClr val="tx1"/>
                        </a:solidFill>
                        <a:latin typeface="Cambria Math"/>
                      </a:rPr>
                      <m:t>=1</m:t>
                    </m:r>
                  </m:oMath>
                </a14:m>
                <a:r>
                  <a:rPr lang="de-DE" b="0" dirty="0">
                    <a:solidFill>
                      <a:schemeClr val="tx1"/>
                    </a:solidFill>
                  </a:rPr>
                  <a:t> </a:t>
                </a:r>
                <a:endParaRPr lang="en-US" b="0" dirty="0">
                  <a:solidFill>
                    <a:schemeClr val="tx1"/>
                  </a:solidFill>
                </a:endParaRPr>
              </a:p>
              <a:p>
                <a:endParaRPr lang="de-DE" b="0" dirty="0">
                  <a:solidFill>
                    <a:schemeClr val="tx1"/>
                  </a:solidFill>
                </a:endParaRPr>
              </a:p>
            </p:txBody>
          </p:sp>
        </mc:Choice>
        <mc:Fallback>
          <p:sp>
            <p:nvSpPr>
              <p:cNvPr id="13" name="Inhaltsplatzhalter 12">
                <a:extLst>
                  <a:ext uri="{FF2B5EF4-FFF2-40B4-BE49-F238E27FC236}">
                    <a16:creationId xmlns:a16="http://schemas.microsoft.com/office/drawing/2014/main" id="{9EFE2027-5700-4C3D-BDF6-799D626AF7C2}"/>
                  </a:ext>
                </a:extLst>
              </p:cNvPr>
              <p:cNvSpPr>
                <a:spLocks noGrp="1" noRot="1" noChangeAspect="1" noMove="1" noResize="1" noEditPoints="1" noAdjustHandles="1" noChangeArrowheads="1" noChangeShapeType="1" noTextEdit="1"/>
              </p:cNvSpPr>
              <p:nvPr>
                <p:ph idx="1"/>
              </p:nvPr>
            </p:nvSpPr>
            <p:spPr>
              <a:xfrm>
                <a:off x="539749" y="1350963"/>
                <a:ext cx="10449983" cy="4445000"/>
              </a:xfrm>
              <a:blipFill>
                <a:blip r:embed="rId2"/>
                <a:stretch>
                  <a:fillRect l="-1400" t="-1783"/>
                </a:stretch>
              </a:blipFill>
            </p:spPr>
            <p:txBody>
              <a:bodyPr/>
              <a:lstStyle/>
              <a:p>
                <a:r>
                  <a:rPr lang="de-DE">
                    <a:noFill/>
                  </a:rPr>
                  <a:t> </a:t>
                </a:r>
              </a:p>
            </p:txBody>
          </p:sp>
        </mc:Fallback>
      </mc:AlternateContent>
    </p:spTree>
    <p:extLst>
      <p:ext uri="{BB962C8B-B14F-4D97-AF65-F5344CB8AC3E}">
        <p14:creationId xmlns:p14="http://schemas.microsoft.com/office/powerpoint/2010/main" val="2787327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de-DE" dirty="0"/>
              <a:t>Solution Method</a:t>
            </a:r>
          </a:p>
        </p:txBody>
      </p:sp>
      <mc:AlternateContent xmlns:mc="http://schemas.openxmlformats.org/markup-compatibility/2006">
        <mc:Choice xmlns:a14="http://schemas.microsoft.com/office/drawing/2010/main" Requires="a14">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p:txBody>
              <a:bodyPr/>
              <a:lstStyle/>
              <a:p>
                <a:r>
                  <a:rPr lang="de-DE" dirty="0">
                    <a:solidFill>
                      <a:schemeClr val="tx1"/>
                    </a:solidFill>
                  </a:rPr>
                  <a:t>Input: </a:t>
                </a:r>
                <a:r>
                  <a:rPr lang="de-DE" b="0" dirty="0">
                    <a:solidFill>
                      <a:schemeClr val="tx1"/>
                    </a:solidFill>
                  </a:rPr>
                  <a:t>Set </a:t>
                </a:r>
                <a:r>
                  <a:rPr lang="de-DE" b="0" dirty="0" err="1">
                    <a:solidFill>
                      <a:schemeClr val="tx1"/>
                    </a:solidFill>
                  </a:rPr>
                  <a:t>of</a:t>
                </a:r>
                <a:r>
                  <a:rPr lang="de-DE" b="0" dirty="0">
                    <a:solidFill>
                      <a:schemeClr val="tx1"/>
                    </a:solidFill>
                  </a:rPr>
                  <a:t> Orders </a:t>
                </a:r>
                <a:r>
                  <a:rPr lang="de-DE" b="0" dirty="0">
                    <a:solidFill>
                      <a:schemeClr val="tx1"/>
                    </a:solidFill>
                    <a:latin typeface="Cambria Math" panose="02040503050406030204" pitchFamily="18" charset="0"/>
                    <a:ea typeface="Cambria Math" panose="02040503050406030204" pitchFamily="18" charset="0"/>
                  </a:rPr>
                  <a:t>O</a:t>
                </a:r>
                <a:r>
                  <a:rPr lang="de-DE" b="0" dirty="0">
                    <a:solidFill>
                      <a:schemeClr val="tx1"/>
                    </a:solidFill>
                  </a:rPr>
                  <a:t>, Set </a:t>
                </a:r>
                <a:r>
                  <a:rPr lang="de-DE" b="0" dirty="0" err="1">
                    <a:solidFill>
                      <a:schemeClr val="tx1"/>
                    </a:solidFill>
                  </a:rPr>
                  <a:t>of</a:t>
                </a:r>
                <a:r>
                  <a:rPr lang="de-DE" b="0" dirty="0">
                    <a:solidFill>
                      <a:schemeClr val="tx1"/>
                    </a:solidFill>
                  </a:rPr>
                  <a:t> Trucks </a:t>
                </a:r>
                <a:r>
                  <a:rPr lang="de-DE" b="0" dirty="0">
                    <a:solidFill>
                      <a:schemeClr val="tx1"/>
                    </a:solidFill>
                    <a:latin typeface="Cambria Math" panose="02040503050406030204" pitchFamily="18" charset="0"/>
                    <a:ea typeface="Cambria Math" panose="02040503050406030204" pitchFamily="18" charset="0"/>
                  </a:rPr>
                  <a:t>T</a:t>
                </a:r>
              </a:p>
              <a:p>
                <a:endParaRPr lang="de-DE" b="0" dirty="0">
                  <a:solidFill>
                    <a:schemeClr val="tx1"/>
                  </a:solidFill>
                </a:endParaRPr>
              </a:p>
              <a:p>
                <a:r>
                  <a:rPr lang="de-DE" dirty="0">
                    <a:solidFill>
                      <a:schemeClr val="tx1"/>
                    </a:solidFill>
                  </a:rPr>
                  <a:t>While</a:t>
                </a:r>
                <a:r>
                  <a:rPr lang="de-DE" b="0" dirty="0">
                    <a:solidFill>
                      <a:schemeClr val="tx1"/>
                    </a:solidFill>
                  </a:rPr>
                  <a:t> </a:t>
                </a:r>
                <a:r>
                  <a:rPr lang="de-DE" b="0" dirty="0">
                    <a:solidFill>
                      <a:schemeClr val="tx1"/>
                    </a:solidFill>
                    <a:latin typeface="Cambria Math" panose="02040503050406030204" pitchFamily="18" charset="0"/>
                    <a:ea typeface="Cambria Math" panose="02040503050406030204" pitchFamily="18" charset="0"/>
                  </a:rPr>
                  <a:t>(O </a:t>
                </a:r>
                <a:r>
                  <a:rPr lang="de-DE" b="0" dirty="0">
                    <a:solidFill>
                      <a:schemeClr val="tx1"/>
                    </a:solidFill>
                  </a:rPr>
                  <a:t>not </a:t>
                </a:r>
                <a:r>
                  <a:rPr lang="en-US" b="0" dirty="0">
                    <a:solidFill>
                      <a:schemeClr val="tx1"/>
                    </a:solidFill>
                  </a:rPr>
                  <a:t>empty</a:t>
                </a:r>
                <a:r>
                  <a:rPr lang="de-DE" b="0" dirty="0">
                    <a:solidFill>
                      <a:schemeClr val="tx1"/>
                    </a:solidFill>
                  </a:rPr>
                  <a:t>)</a:t>
                </a:r>
              </a:p>
              <a:p>
                <a:r>
                  <a:rPr lang="de-DE" b="0" dirty="0">
                    <a:solidFill>
                      <a:schemeClr val="tx1"/>
                    </a:solidFill>
                  </a:rPr>
                  <a:t>      Select a </a:t>
                </a:r>
                <a:r>
                  <a:rPr lang="de-DE" b="0" dirty="0" err="1">
                    <a:solidFill>
                      <a:schemeClr val="tx1"/>
                    </a:solidFill>
                  </a:rPr>
                  <a:t>subset</a:t>
                </a:r>
                <a:r>
                  <a:rPr lang="de-DE" b="0" dirty="0">
                    <a:solidFill>
                      <a:schemeClr val="tx1"/>
                    </a:solidFill>
                  </a:rPr>
                  <a:t> </a:t>
                </a:r>
                <a:r>
                  <a:rPr lang="de-DE" b="0" dirty="0" err="1">
                    <a:solidFill>
                      <a:schemeClr val="tx1"/>
                    </a:solidFill>
                  </a:rPr>
                  <a:t>of</a:t>
                </a:r>
                <a:r>
                  <a:rPr lang="de-DE" b="0" dirty="0">
                    <a:solidFill>
                      <a:schemeClr val="tx1"/>
                    </a:solidFill>
                  </a:rPr>
                  <a:t> </a:t>
                </a:r>
                <a:r>
                  <a:rPr lang="de-DE" b="0" dirty="0" err="1">
                    <a:solidFill>
                      <a:schemeClr val="tx1"/>
                    </a:solidFill>
                  </a:rPr>
                  <a:t>orders</a:t>
                </a:r>
                <a:r>
                  <a:rPr lang="de-DE" b="0" dirty="0">
                    <a:solidFill>
                      <a:schemeClr val="tx1"/>
                    </a:solidFill>
                  </a:rPr>
                  <a:t> </a:t>
                </a:r>
                <a:r>
                  <a:rPr lang="de-DE" b="0" dirty="0">
                    <a:solidFill>
                      <a:schemeClr val="tx1"/>
                    </a:solidFill>
                    <a:latin typeface="Cambria Math" panose="02040503050406030204" pitchFamily="18" charset="0"/>
                    <a:ea typeface="Cambria Math" panose="02040503050406030204" pitchFamily="18" charset="0"/>
                  </a:rPr>
                  <a:t>S </a:t>
                </a:r>
                <a14:m>
                  <m:oMath xmlns:m="http://schemas.openxmlformats.org/officeDocument/2006/math">
                    <m:r>
                      <a:rPr lang="en-US" b="0" i="1" smtClean="0">
                        <a:solidFill>
                          <a:schemeClr val="tx1"/>
                        </a:solidFill>
                        <a:latin typeface="Cambria Math" panose="02040503050406030204" pitchFamily="18" charset="0"/>
                        <a:ea typeface="Cambria Math" panose="02040503050406030204" pitchFamily="18" charset="0"/>
                      </a:rPr>
                      <m:t>⊂</m:t>
                    </m:r>
                  </m:oMath>
                </a14:m>
                <a:r>
                  <a:rPr lang="en-US" b="0" dirty="0">
                    <a:solidFill>
                      <a:schemeClr val="tx1"/>
                    </a:solidFill>
                    <a:latin typeface="Cambria Math" panose="02040503050406030204" pitchFamily="18" charset="0"/>
                    <a:ea typeface="Cambria Math" panose="02040503050406030204" pitchFamily="18" charset="0"/>
                  </a:rPr>
                  <a:t> O</a:t>
                </a:r>
              </a:p>
              <a:p>
                <a:r>
                  <a:rPr lang="en-US" b="0" dirty="0">
                    <a:solidFill>
                      <a:schemeClr val="tx1"/>
                    </a:solidFill>
                  </a:rPr>
                  <a:t>      Solve core algorithm (</a:t>
                </a:r>
                <a:r>
                  <a:rPr lang="en-US" b="0" dirty="0">
                    <a:solidFill>
                      <a:schemeClr val="tx1"/>
                    </a:solidFill>
                    <a:latin typeface="Cambria Math" panose="02040503050406030204" pitchFamily="18" charset="0"/>
                    <a:ea typeface="Cambria Math" panose="02040503050406030204" pitchFamily="18" charset="0"/>
                  </a:rPr>
                  <a:t>S, T</a:t>
                </a:r>
                <a:r>
                  <a:rPr lang="en-US" b="0" dirty="0">
                    <a:solidFill>
                      <a:schemeClr val="tx1"/>
                    </a:solidFill>
                  </a:rPr>
                  <a:t>)</a:t>
                </a:r>
              </a:p>
              <a:p>
                <a:r>
                  <a:rPr lang="en-US" b="0" dirty="0">
                    <a:solidFill>
                      <a:schemeClr val="tx1"/>
                    </a:solidFill>
                  </a:rPr>
                  <a:t>      Remove </a:t>
                </a:r>
                <a:r>
                  <a:rPr lang="en-US" b="0" dirty="0">
                    <a:solidFill>
                      <a:schemeClr val="tx1"/>
                    </a:solidFill>
                    <a:latin typeface="Cambria Math" panose="02040503050406030204" pitchFamily="18" charset="0"/>
                    <a:ea typeface="Cambria Math" panose="02040503050406030204" pitchFamily="18" charset="0"/>
                  </a:rPr>
                  <a:t>S</a:t>
                </a:r>
                <a:r>
                  <a:rPr lang="en-US" b="0" dirty="0">
                    <a:solidFill>
                      <a:schemeClr val="tx1"/>
                    </a:solidFill>
                  </a:rPr>
                  <a:t> from </a:t>
                </a:r>
                <a:r>
                  <a:rPr lang="en-US" b="0" dirty="0">
                    <a:solidFill>
                      <a:schemeClr val="tx1"/>
                    </a:solidFill>
                    <a:latin typeface="Cambria Math" panose="02040503050406030204" pitchFamily="18" charset="0"/>
                    <a:ea typeface="Cambria Math" panose="02040503050406030204" pitchFamily="18" charset="0"/>
                  </a:rPr>
                  <a:t>O</a:t>
                </a:r>
              </a:p>
              <a:p>
                <a:endParaRPr lang="de-DE" dirty="0">
                  <a:solidFill>
                    <a:schemeClr val="tx1"/>
                  </a:solidFill>
                </a:endParaRPr>
              </a:p>
            </p:txBody>
          </p:sp>
        </mc:Choice>
        <mc:Fallback>
          <p:sp>
            <p:nvSpPr>
              <p:cNvPr id="13" name="Inhaltsplatzhalter 12">
                <a:extLst>
                  <a:ext uri="{FF2B5EF4-FFF2-40B4-BE49-F238E27FC236}">
                    <a16:creationId xmlns:a16="http://schemas.microsoft.com/office/drawing/2014/main" id="{9EFE2027-5700-4C3D-BDF6-799D626AF7C2}"/>
                  </a:ext>
                </a:extLst>
              </p:cNvPr>
              <p:cNvSpPr>
                <a:spLocks noGrp="1" noRot="1" noChangeAspect="1" noMove="1" noResize="1" noEditPoints="1" noAdjustHandles="1" noChangeArrowheads="1" noChangeShapeType="1" noTextEdit="1"/>
              </p:cNvSpPr>
              <p:nvPr>
                <p:ph idx="1"/>
              </p:nvPr>
            </p:nvSpPr>
            <p:spPr>
              <a:blipFill>
                <a:blip r:embed="rId2"/>
                <a:stretch>
                  <a:fillRect l="-2107" t="-1920"/>
                </a:stretch>
              </a:blipFill>
            </p:spPr>
            <p:txBody>
              <a:bodyPr/>
              <a:lstStyle/>
              <a:p>
                <a:r>
                  <a:rPr lang="de-DE">
                    <a:noFill/>
                  </a:rPr>
                  <a:t> </a:t>
                </a:r>
              </a:p>
            </p:txBody>
          </p:sp>
        </mc:Fallback>
      </mc:AlternateContent>
    </p:spTree>
    <p:extLst>
      <p:ext uri="{BB962C8B-B14F-4D97-AF65-F5344CB8AC3E}">
        <p14:creationId xmlns:p14="http://schemas.microsoft.com/office/powerpoint/2010/main" val="1043488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de-DE" dirty="0"/>
              <a:t>Solution Method</a:t>
            </a:r>
          </a:p>
        </p:txBody>
      </p:sp>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49" y="1350963"/>
            <a:ext cx="10416117" cy="4445000"/>
          </a:xfrm>
        </p:spPr>
        <p:txBody>
          <a:bodyPr/>
          <a:lstStyle/>
          <a:p>
            <a:pPr algn="just"/>
            <a:r>
              <a:rPr lang="en-US" b="0" dirty="0"/>
              <a:t>Assume a sorting </a:t>
            </a:r>
            <a:r>
              <a:rPr lang="en-US" b="0" dirty="0">
                <a:latin typeface="Cambria Math" panose="02040503050406030204" pitchFamily="18" charset="0"/>
                <a:ea typeface="Cambria Math" panose="02040503050406030204" pitchFamily="18" charset="0"/>
              </a:rPr>
              <a:t>S</a:t>
            </a:r>
            <a:r>
              <a:rPr lang="en-US" b="0" dirty="0"/>
              <a:t> of the all orders and a percentage value </a:t>
            </a:r>
            <a:r>
              <a:rPr lang="en-US" b="0" dirty="0">
                <a:latin typeface="Cambria Math" panose="02040503050406030204" pitchFamily="18" charset="0"/>
                <a:ea typeface="Cambria Math" panose="02040503050406030204" pitchFamily="18" charset="0"/>
              </a:rPr>
              <a:t>p</a:t>
            </a:r>
            <a:r>
              <a:rPr lang="en-US" b="0" dirty="0"/>
              <a:t> is given the core algorithm of the </a:t>
            </a:r>
            <a:r>
              <a:rPr lang="en-US" b="0" dirty="0" err="1"/>
              <a:t>Coflo</a:t>
            </a:r>
            <a:r>
              <a:rPr lang="en-US" b="0" dirty="0"/>
              <a:t> works very roughly as follows:</a:t>
            </a:r>
          </a:p>
          <a:p>
            <a:pPr algn="just"/>
            <a:endParaRPr lang="de-DE" b="0" dirty="0"/>
          </a:p>
          <a:p>
            <a:pPr marL="457200" indent="-457200" algn="just">
              <a:buAutoNum type="arabicPeriod"/>
            </a:pPr>
            <a:r>
              <a:rPr lang="en-US" b="0" dirty="0">
                <a:ea typeface="Cambria Math" panose="02040503050406030204" pitchFamily="18" charset="0"/>
              </a:rPr>
              <a:t>Calc</a:t>
            </a:r>
            <a:r>
              <a:rPr lang="en-US" b="0" dirty="0">
                <a:latin typeface="+mj-lt"/>
                <a:ea typeface="Cambria Math" panose="02040503050406030204" pitchFamily="18" charset="0"/>
              </a:rPr>
              <a:t> </a:t>
            </a:r>
            <a:r>
              <a:rPr lang="en-US" b="0" dirty="0" err="1">
                <a:latin typeface="Cambria Math" panose="02040503050406030204" pitchFamily="18" charset="0"/>
                <a:ea typeface="Cambria Math" panose="02040503050406030204" pitchFamily="18" charset="0"/>
              </a:rPr>
              <a:t>NumOrdersPerIterion</a:t>
            </a:r>
            <a:r>
              <a:rPr lang="en-US" b="0" dirty="0"/>
              <a:t> = </a:t>
            </a:r>
            <a:r>
              <a:rPr lang="en-US" b="0" dirty="0" err="1">
                <a:latin typeface="Cambria Math" panose="02040503050406030204" pitchFamily="18" charset="0"/>
                <a:ea typeface="Cambria Math" panose="02040503050406030204" pitchFamily="18" charset="0"/>
              </a:rPr>
              <a:t>NumberOfTrucks</a:t>
            </a:r>
            <a:r>
              <a:rPr lang="en-US" b="0" dirty="0"/>
              <a:t> * </a:t>
            </a:r>
            <a:r>
              <a:rPr lang="en-US" b="0" dirty="0">
                <a:latin typeface="Cambria Math" panose="02040503050406030204" pitchFamily="18" charset="0"/>
                <a:ea typeface="Cambria Math" panose="02040503050406030204" pitchFamily="18" charset="0"/>
              </a:rPr>
              <a:t>p</a:t>
            </a:r>
          </a:p>
          <a:p>
            <a:pPr marL="457200" indent="-457200" algn="just">
              <a:buAutoNum type="arabicPeriod"/>
            </a:pPr>
            <a:r>
              <a:rPr lang="en-US" b="0" dirty="0"/>
              <a:t>While </a:t>
            </a:r>
            <a:r>
              <a:rPr lang="en-US" b="0" dirty="0">
                <a:latin typeface="Cambria Math" panose="02040503050406030204" pitchFamily="18" charset="0"/>
                <a:ea typeface="Cambria Math" panose="02040503050406030204" pitchFamily="18" charset="0"/>
              </a:rPr>
              <a:t>S</a:t>
            </a:r>
            <a:r>
              <a:rPr lang="en-US" b="0" dirty="0"/>
              <a:t> contains Orders</a:t>
            </a:r>
          </a:p>
          <a:p>
            <a:pPr marL="914400" lvl="1" indent="-457200" algn="just">
              <a:buFont typeface="Arial" panose="020B0604020202020204" pitchFamily="34" charset="0"/>
              <a:buChar char="•"/>
            </a:pPr>
            <a:r>
              <a:rPr lang="en-US" b="0" dirty="0"/>
              <a:t>Solve a Linear Assignment Problem (LAP)</a:t>
            </a:r>
            <a:r>
              <a:rPr lang="en-US" b="0" i="1" baseline="30000" dirty="0"/>
              <a:t>1</a:t>
            </a:r>
            <a:r>
              <a:rPr lang="en-US" b="0" dirty="0"/>
              <a:t> with the first </a:t>
            </a:r>
            <a:r>
              <a:rPr lang="en-US" b="0" dirty="0" err="1">
                <a:latin typeface="Cambria Math" panose="02040503050406030204" pitchFamily="18" charset="0"/>
                <a:ea typeface="Cambria Math" panose="02040503050406030204" pitchFamily="18" charset="0"/>
              </a:rPr>
              <a:t>NumOrdersPerIterion</a:t>
            </a:r>
            <a:r>
              <a:rPr lang="en-US" b="0" dirty="0"/>
              <a:t> orders of </a:t>
            </a:r>
            <a:r>
              <a:rPr lang="en-US" b="0" dirty="0">
                <a:latin typeface="Cambria Math" panose="02040503050406030204" pitchFamily="18" charset="0"/>
                <a:ea typeface="Cambria Math" panose="02040503050406030204" pitchFamily="18" charset="0"/>
              </a:rPr>
              <a:t>S</a:t>
            </a:r>
          </a:p>
          <a:p>
            <a:pPr marL="914400" lvl="1" indent="-457200" algn="just">
              <a:buFont typeface="Arial" panose="020B0604020202020204" pitchFamily="34" charset="0"/>
              <a:buChar char="•"/>
            </a:pPr>
            <a:r>
              <a:rPr lang="en-US" b="0" dirty="0"/>
              <a:t>Use the LAP result to plan the orders on the truck</a:t>
            </a:r>
          </a:p>
          <a:p>
            <a:pPr marL="914400" lvl="1" indent="-457200" algn="just">
              <a:buFont typeface="Arial" panose="020B0604020202020204" pitchFamily="34" charset="0"/>
              <a:buChar char="•"/>
            </a:pPr>
            <a:r>
              <a:rPr lang="en-US" b="0" dirty="0"/>
              <a:t>Remove the orders from </a:t>
            </a:r>
            <a:r>
              <a:rPr lang="en-US" b="0" dirty="0">
                <a:latin typeface="Cambria Math" panose="02040503050406030204" pitchFamily="18" charset="0"/>
                <a:ea typeface="Cambria Math" panose="02040503050406030204" pitchFamily="18" charset="0"/>
              </a:rPr>
              <a:t>S</a:t>
            </a:r>
          </a:p>
          <a:p>
            <a:pPr marL="457200" indent="-457200" algn="just">
              <a:buFont typeface="+mj-lt"/>
              <a:buAutoNum type="arabicPeriod"/>
            </a:pPr>
            <a:r>
              <a:rPr lang="en-US" b="0" dirty="0"/>
              <a:t>Return calculated schedule</a:t>
            </a:r>
          </a:p>
          <a:p>
            <a:pPr algn="just"/>
            <a:endParaRPr lang="de-DE" b="0" dirty="0"/>
          </a:p>
          <a:p>
            <a:pPr algn="just"/>
            <a:r>
              <a:rPr lang="en-US" b="0" dirty="0"/>
              <a:t>The remaining questions are: </a:t>
            </a:r>
          </a:p>
          <a:p>
            <a:pPr marL="914400" lvl="1" indent="-457200" algn="just">
              <a:buFont typeface="+mj-lt"/>
              <a:buAutoNum type="arabicPeriod"/>
            </a:pPr>
            <a:r>
              <a:rPr lang="en-US" b="0" dirty="0"/>
              <a:t>How do we calculate the sorting </a:t>
            </a:r>
            <a:r>
              <a:rPr lang="en-US" b="0" dirty="0">
                <a:latin typeface="Cambria Math" panose="02040503050406030204" pitchFamily="18" charset="0"/>
                <a:ea typeface="Cambria Math" panose="02040503050406030204" pitchFamily="18" charset="0"/>
              </a:rPr>
              <a:t>S?</a:t>
            </a:r>
          </a:p>
          <a:p>
            <a:pPr marL="914400" lvl="1" indent="-457200" algn="just">
              <a:buFont typeface="+mj-lt"/>
              <a:buAutoNum type="arabicPeriod"/>
            </a:pPr>
            <a:r>
              <a:rPr lang="en-US" b="0" dirty="0"/>
              <a:t>How do we choose </a:t>
            </a:r>
            <a:r>
              <a:rPr lang="en-US" b="0" dirty="0">
                <a:latin typeface="Cambria Math" panose="02040503050406030204" pitchFamily="18" charset="0"/>
                <a:ea typeface="Cambria Math" panose="02040503050406030204" pitchFamily="18" charset="0"/>
              </a:rPr>
              <a:t>p?</a:t>
            </a:r>
          </a:p>
        </p:txBody>
      </p:sp>
      <p:sp>
        <p:nvSpPr>
          <p:cNvPr id="7" name="Textfeld 6">
            <a:extLst>
              <a:ext uri="{FF2B5EF4-FFF2-40B4-BE49-F238E27FC236}">
                <a16:creationId xmlns:a16="http://schemas.microsoft.com/office/drawing/2014/main" id="{027DCF37-C1F3-5EC3-4325-940112C66F34}"/>
              </a:ext>
            </a:extLst>
          </p:cNvPr>
          <p:cNvSpPr txBox="1"/>
          <p:nvPr/>
        </p:nvSpPr>
        <p:spPr>
          <a:xfrm>
            <a:off x="7488238" y="5809193"/>
            <a:ext cx="3672408" cy="307777"/>
          </a:xfrm>
          <a:prstGeom prst="rect">
            <a:avLst/>
          </a:prstGeom>
          <a:noFill/>
        </p:spPr>
        <p:txBody>
          <a:bodyPr wrap="square" rtlCol="0">
            <a:spAutoFit/>
          </a:bodyPr>
          <a:lstStyle/>
          <a:p>
            <a:pPr algn="just"/>
            <a:r>
              <a:rPr lang="en-US" sz="1400" i="1" dirty="0"/>
              <a:t>1 = LAP is explained on the slide after next</a:t>
            </a:r>
          </a:p>
        </p:txBody>
      </p:sp>
    </p:spTree>
    <p:extLst>
      <p:ext uri="{BB962C8B-B14F-4D97-AF65-F5344CB8AC3E}">
        <p14:creationId xmlns:p14="http://schemas.microsoft.com/office/powerpoint/2010/main" val="3775007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de-DE" dirty="0"/>
              <a:t>Solution Method</a:t>
            </a:r>
          </a:p>
        </p:txBody>
      </p:sp>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49" y="1350963"/>
            <a:ext cx="10416117" cy="4702704"/>
          </a:xfrm>
        </p:spPr>
        <p:txBody>
          <a:bodyPr/>
          <a:lstStyle/>
          <a:p>
            <a:r>
              <a:rPr lang="en-US" b="0" dirty="0"/>
              <a:t>Finding </a:t>
            </a:r>
            <a:r>
              <a:rPr lang="en-US" b="0" dirty="0">
                <a:latin typeface="Cambria Math" panose="02040503050406030204" pitchFamily="18" charset="0"/>
                <a:ea typeface="Cambria Math" panose="02040503050406030204" pitchFamily="18" charset="0"/>
              </a:rPr>
              <a:t>S</a:t>
            </a:r>
            <a:r>
              <a:rPr lang="en-US" b="0" dirty="0"/>
              <a:t> and </a:t>
            </a:r>
            <a:r>
              <a:rPr lang="en-US" b="0" dirty="0">
                <a:latin typeface="Cambria Math" panose="02040503050406030204" pitchFamily="18" charset="0"/>
                <a:ea typeface="Cambria Math" panose="02040503050406030204" pitchFamily="18" charset="0"/>
              </a:rPr>
              <a:t>p</a:t>
            </a:r>
            <a:r>
              <a:rPr lang="en-US" b="0" dirty="0"/>
              <a:t> works very roughly as follows:</a:t>
            </a:r>
          </a:p>
          <a:p>
            <a:pPr algn="just"/>
            <a:endParaRPr lang="de-DE" b="0" dirty="0"/>
          </a:p>
          <a:p>
            <a:pPr marL="457200" indent="-457200">
              <a:buFont typeface="+mj-lt"/>
              <a:buAutoNum type="arabicPeriod"/>
            </a:pPr>
            <a:r>
              <a:rPr lang="en-US" b="0" dirty="0"/>
              <a:t>Calc at least </a:t>
            </a:r>
            <a:r>
              <a:rPr lang="en-US" b="0" dirty="0" err="1">
                <a:latin typeface="Cambria Math" panose="02040503050406030204" pitchFamily="18" charset="0"/>
                <a:ea typeface="Cambria Math" panose="02040503050406030204" pitchFamily="18" charset="0"/>
              </a:rPr>
              <a:t>InitialNumOfOrderSequences</a:t>
            </a:r>
            <a:r>
              <a:rPr lang="en-US" b="0" dirty="0">
                <a:latin typeface="Cambria Math" panose="02040503050406030204" pitchFamily="18" charset="0"/>
                <a:ea typeface="Cambria Math" panose="02040503050406030204" pitchFamily="18" charset="0"/>
              </a:rPr>
              <a:t>*(</a:t>
            </a:r>
            <a:r>
              <a:rPr lang="en-US" b="0" dirty="0">
                <a:ea typeface="Cambria Math" panose="02040503050406030204" pitchFamily="18" charset="0"/>
              </a:rPr>
              <a:t>default = </a:t>
            </a:r>
            <a:r>
              <a:rPr lang="en-US" b="0" dirty="0">
                <a:latin typeface="Cambria Math" panose="02040503050406030204" pitchFamily="18" charset="0"/>
                <a:ea typeface="Cambria Math" panose="02040503050406030204" pitchFamily="18" charset="0"/>
              </a:rPr>
              <a:t>8) </a:t>
            </a:r>
            <a:r>
              <a:rPr lang="en-US" b="0" dirty="0"/>
              <a:t>sorting's of all orders</a:t>
            </a:r>
          </a:p>
          <a:p>
            <a:pPr marL="457200" indent="-457200">
              <a:buFont typeface="+mj-lt"/>
              <a:buAutoNum type="arabicPeriod"/>
            </a:pPr>
            <a:r>
              <a:rPr lang="en-US" b="0" dirty="0"/>
              <a:t>Select a small subset of sorting's and run the core algorithm of the </a:t>
            </a:r>
            <a:r>
              <a:rPr lang="en-US" b="0" dirty="0" err="1"/>
              <a:t>Coflo</a:t>
            </a:r>
            <a:r>
              <a:rPr lang="en-US" b="0" dirty="0"/>
              <a:t> with the following percentages </a:t>
            </a:r>
            <a:r>
              <a:rPr lang="en-US" b="0" dirty="0">
                <a:latin typeface="Cambria Math" panose="02040503050406030204" pitchFamily="18" charset="0"/>
                <a:ea typeface="Cambria Math" panose="02040503050406030204" pitchFamily="18" charset="0"/>
              </a:rPr>
              <a:t>p</a:t>
            </a:r>
            <a:r>
              <a:rPr lang="en-US" b="0" baseline="-25000" dirty="0">
                <a:latin typeface="Cambria Math" panose="02040503050406030204" pitchFamily="18" charset="0"/>
                <a:ea typeface="Cambria Math" panose="02040503050406030204" pitchFamily="18" charset="0"/>
              </a:rPr>
              <a:t>1</a:t>
            </a:r>
            <a:r>
              <a:rPr lang="en-US" b="0" dirty="0">
                <a:latin typeface="Cambria Math" panose="02040503050406030204" pitchFamily="18" charset="0"/>
                <a:ea typeface="Cambria Math" panose="02040503050406030204" pitchFamily="18" charset="0"/>
              </a:rPr>
              <a:t>, p</a:t>
            </a:r>
            <a:r>
              <a:rPr lang="en-US" b="0" baseline="-25000" dirty="0">
                <a:latin typeface="Cambria Math" panose="02040503050406030204" pitchFamily="18" charset="0"/>
                <a:ea typeface="Cambria Math" panose="02040503050406030204" pitchFamily="18" charset="0"/>
              </a:rPr>
              <a:t>2</a:t>
            </a:r>
            <a:r>
              <a:rPr lang="en-US" b="0" dirty="0">
                <a:latin typeface="Cambria Math" panose="02040503050406030204" pitchFamily="18" charset="0"/>
                <a:ea typeface="Cambria Math" panose="02040503050406030204" pitchFamily="18" charset="0"/>
              </a:rPr>
              <a:t>, … </a:t>
            </a:r>
            <a:r>
              <a:rPr lang="en-US" b="0" dirty="0" err="1">
                <a:latin typeface="Cambria Math" panose="02040503050406030204" pitchFamily="18" charset="0"/>
                <a:ea typeface="Cambria Math" panose="02040503050406030204" pitchFamily="18" charset="0"/>
              </a:rPr>
              <a:t>p</a:t>
            </a:r>
            <a:r>
              <a:rPr lang="en-US" b="0" baseline="-25000" dirty="0" err="1">
                <a:latin typeface="Cambria Math" panose="02040503050406030204" pitchFamily="18" charset="0"/>
                <a:ea typeface="Cambria Math" panose="02040503050406030204" pitchFamily="18" charset="0"/>
              </a:rPr>
              <a:t>n</a:t>
            </a:r>
            <a:r>
              <a:rPr lang="en-US" b="0" dirty="0"/>
              <a:t>: </a:t>
            </a:r>
          </a:p>
          <a:p>
            <a:pPr marL="914400" lvl="1" indent="-457200">
              <a:buFont typeface="Arial" panose="020B0604020202020204" pitchFamily="34" charset="0"/>
              <a:buChar char="•"/>
            </a:pPr>
            <a:r>
              <a:rPr lang="en-US" b="0" dirty="0">
                <a:latin typeface="Cambria Math" panose="02040503050406030204" pitchFamily="18" charset="0"/>
                <a:ea typeface="Cambria Math" panose="02040503050406030204" pitchFamily="18" charset="0"/>
              </a:rPr>
              <a:t>p</a:t>
            </a:r>
            <a:r>
              <a:rPr lang="en-US" b="0" baseline="-25000" dirty="0">
                <a:latin typeface="Cambria Math" panose="02040503050406030204" pitchFamily="18" charset="0"/>
                <a:ea typeface="Cambria Math" panose="02040503050406030204" pitchFamily="18" charset="0"/>
              </a:rPr>
              <a:t>1</a:t>
            </a:r>
            <a:r>
              <a:rPr lang="en-US" b="0" dirty="0"/>
              <a:t>= </a:t>
            </a:r>
            <a:r>
              <a:rPr lang="en-US" b="0" dirty="0" err="1">
                <a:latin typeface="Cambria Math" panose="02040503050406030204" pitchFamily="18" charset="0"/>
                <a:ea typeface="Cambria Math" panose="02040503050406030204" pitchFamily="18" charset="0"/>
              </a:rPr>
              <a:t>FirstPickPercentage</a:t>
            </a:r>
            <a:r>
              <a:rPr lang="en-US" b="0" dirty="0">
                <a:latin typeface="Cambria Math" panose="02040503050406030204" pitchFamily="18" charset="0"/>
                <a:ea typeface="Cambria Math" panose="02040503050406030204" pitchFamily="18" charset="0"/>
              </a:rPr>
              <a:t>*(5%)</a:t>
            </a:r>
          </a:p>
          <a:p>
            <a:pPr marL="914400" lvl="1" indent="-457200">
              <a:buFont typeface="Arial" panose="020B0604020202020204" pitchFamily="34" charset="0"/>
              <a:buChar char="•"/>
            </a:pPr>
            <a:r>
              <a:rPr lang="en-US" b="0" dirty="0">
                <a:latin typeface="Cambria Math" panose="02040503050406030204" pitchFamily="18" charset="0"/>
                <a:ea typeface="Cambria Math" panose="02040503050406030204" pitchFamily="18" charset="0"/>
              </a:rPr>
              <a:t>p</a:t>
            </a:r>
            <a:r>
              <a:rPr lang="en-US" b="0" baseline="-25000" dirty="0">
                <a:latin typeface="Cambria Math" panose="02040503050406030204" pitchFamily="18" charset="0"/>
                <a:ea typeface="Cambria Math" panose="02040503050406030204" pitchFamily="18" charset="0"/>
              </a:rPr>
              <a:t>i</a:t>
            </a:r>
            <a:r>
              <a:rPr lang="en-US" b="0" dirty="0"/>
              <a:t> = p</a:t>
            </a:r>
            <a:r>
              <a:rPr lang="en-US" b="0" baseline="-25000" dirty="0"/>
              <a:t>i-1</a:t>
            </a:r>
            <a:r>
              <a:rPr lang="en-US" b="0" dirty="0"/>
              <a:t> + </a:t>
            </a:r>
            <a:r>
              <a:rPr lang="en-US" b="0" dirty="0" err="1">
                <a:latin typeface="Cambria Math" panose="02040503050406030204" pitchFamily="18" charset="0"/>
                <a:ea typeface="Cambria Math" panose="02040503050406030204" pitchFamily="18" charset="0"/>
              </a:rPr>
              <a:t>StepPickPercentage</a:t>
            </a:r>
            <a:r>
              <a:rPr lang="en-US" b="0" dirty="0">
                <a:latin typeface="Cambria Math" panose="02040503050406030204" pitchFamily="18" charset="0"/>
                <a:ea typeface="Cambria Math" panose="02040503050406030204" pitchFamily="18" charset="0"/>
              </a:rPr>
              <a:t>*(5%)</a:t>
            </a:r>
          </a:p>
          <a:p>
            <a:pPr marL="914400" lvl="1" indent="-457200">
              <a:buFont typeface="Arial" panose="020B0604020202020204" pitchFamily="34" charset="0"/>
              <a:buChar char="•"/>
            </a:pPr>
            <a:r>
              <a:rPr lang="en-US" b="0" dirty="0" err="1">
                <a:latin typeface="Cambria Math" panose="02040503050406030204" pitchFamily="18" charset="0"/>
                <a:ea typeface="Cambria Math" panose="02040503050406030204" pitchFamily="18" charset="0"/>
              </a:rPr>
              <a:t>p</a:t>
            </a:r>
            <a:r>
              <a:rPr lang="en-US" b="0" baseline="-25000" dirty="0" err="1">
                <a:latin typeface="Cambria Math" panose="02040503050406030204" pitchFamily="18" charset="0"/>
                <a:ea typeface="Cambria Math" panose="02040503050406030204" pitchFamily="18" charset="0"/>
              </a:rPr>
              <a:t>n</a:t>
            </a:r>
            <a:r>
              <a:rPr lang="en-US" b="0" dirty="0"/>
              <a:t> = </a:t>
            </a:r>
            <a:r>
              <a:rPr lang="en-US" b="0" dirty="0" err="1">
                <a:latin typeface="Cambria Math" panose="02040503050406030204" pitchFamily="18" charset="0"/>
                <a:ea typeface="Cambria Math" panose="02040503050406030204" pitchFamily="18" charset="0"/>
              </a:rPr>
              <a:t>LastPickPercentage</a:t>
            </a:r>
            <a:r>
              <a:rPr lang="en-US" b="0" dirty="0">
                <a:latin typeface="Cambria Math" panose="02040503050406030204" pitchFamily="18" charset="0"/>
                <a:ea typeface="Cambria Math" panose="02040503050406030204" pitchFamily="18" charset="0"/>
              </a:rPr>
              <a:t>*(150%)</a:t>
            </a:r>
          </a:p>
          <a:p>
            <a:pPr marL="457200" indent="-457200">
              <a:buFont typeface="+mj-lt"/>
              <a:buAutoNum type="arabicPeriod"/>
            </a:pPr>
            <a:r>
              <a:rPr lang="en-US" b="0" dirty="0"/>
              <a:t>Select a set </a:t>
            </a:r>
            <a:r>
              <a:rPr lang="en-US" b="0" dirty="0">
                <a:latin typeface="Cambria Math" panose="02040503050406030204" pitchFamily="18" charset="0"/>
                <a:ea typeface="Cambria Math" panose="02040503050406030204" pitchFamily="18" charset="0"/>
              </a:rPr>
              <a:t>P</a:t>
            </a:r>
            <a:r>
              <a:rPr lang="en-US" b="0" dirty="0"/>
              <a:t> with </a:t>
            </a:r>
            <a:r>
              <a:rPr lang="en-US" b="0" dirty="0" err="1">
                <a:latin typeface="Cambria Math" panose="02040503050406030204" pitchFamily="18" charset="0"/>
                <a:ea typeface="Cambria Math" panose="02040503050406030204" pitchFamily="18" charset="0"/>
              </a:rPr>
              <a:t>NumPickPercentageToSelect</a:t>
            </a:r>
            <a:r>
              <a:rPr lang="en-US" b="0" dirty="0">
                <a:latin typeface="Cambria Math" panose="02040503050406030204" pitchFamily="18" charset="0"/>
                <a:ea typeface="Cambria Math" panose="02040503050406030204" pitchFamily="18" charset="0"/>
              </a:rPr>
              <a:t>*(5)</a:t>
            </a:r>
            <a:r>
              <a:rPr lang="en-US" b="0" dirty="0"/>
              <a:t> percentages that created the best results on the small subset of sorting's</a:t>
            </a:r>
          </a:p>
          <a:p>
            <a:pPr marL="457200" indent="-457200">
              <a:buFont typeface="+mj-lt"/>
              <a:buAutoNum type="arabicPeriod"/>
            </a:pPr>
            <a:r>
              <a:rPr lang="en-US" b="0" dirty="0"/>
              <a:t>Calculate a schedule for every </a:t>
            </a:r>
            <a:r>
              <a:rPr lang="en-US" b="0" dirty="0">
                <a:latin typeface="Cambria Math" panose="02040503050406030204" pitchFamily="18" charset="0"/>
                <a:ea typeface="Cambria Math" panose="02040503050406030204" pitchFamily="18" charset="0"/>
              </a:rPr>
              <a:t>p in P </a:t>
            </a:r>
            <a:r>
              <a:rPr lang="en-US" b="0" dirty="0"/>
              <a:t>and every sorting </a:t>
            </a:r>
            <a:r>
              <a:rPr lang="en-US" b="0" dirty="0">
                <a:latin typeface="Cambria Math" panose="02040503050406030204" pitchFamily="18" charset="0"/>
                <a:ea typeface="Cambria Math" panose="02040503050406030204" pitchFamily="18" charset="0"/>
              </a:rPr>
              <a:t>s in S</a:t>
            </a:r>
          </a:p>
          <a:p>
            <a:pPr marL="457200" indent="-457200">
              <a:buFont typeface="+mj-lt"/>
              <a:buAutoNum type="arabicPeriod"/>
            </a:pPr>
            <a:r>
              <a:rPr lang="en-US" b="0" dirty="0"/>
              <a:t>Select the </a:t>
            </a:r>
            <a:r>
              <a:rPr lang="de-DE" b="0" dirty="0" err="1">
                <a:latin typeface="Cambria Math" panose="02040503050406030204" pitchFamily="18" charset="0"/>
                <a:ea typeface="Cambria Math" panose="02040503050406030204" pitchFamily="18" charset="0"/>
              </a:rPr>
              <a:t>NumSolutionsForShuffling</a:t>
            </a:r>
            <a:r>
              <a:rPr lang="de-DE" b="0" dirty="0">
                <a:latin typeface="Cambria Math" panose="02040503050406030204" pitchFamily="18" charset="0"/>
                <a:ea typeface="Cambria Math" panose="02040503050406030204" pitchFamily="18" charset="0"/>
              </a:rPr>
              <a:t>*</a:t>
            </a:r>
            <a:r>
              <a:rPr lang="en-US" b="0" dirty="0">
                <a:latin typeface="Cambria Math" panose="02040503050406030204" pitchFamily="18" charset="0"/>
                <a:ea typeface="Cambria Math" panose="02040503050406030204" pitchFamily="18" charset="0"/>
              </a:rPr>
              <a:t>(2)</a:t>
            </a:r>
            <a:r>
              <a:rPr lang="en-US" b="0" dirty="0"/>
              <a:t> best schedules </a:t>
            </a:r>
          </a:p>
          <a:p>
            <a:pPr marL="457200" indent="-457200">
              <a:buFont typeface="+mj-lt"/>
              <a:buAutoNum type="arabicPeriod"/>
            </a:pPr>
            <a:r>
              <a:rPr lang="en-US" b="0" dirty="0"/>
              <a:t>Shuffle the selected sorting's </a:t>
            </a:r>
            <a:r>
              <a:rPr lang="en-US" b="0" dirty="0" err="1">
                <a:latin typeface="Cambria Math" panose="02040503050406030204" pitchFamily="18" charset="0"/>
                <a:ea typeface="Cambria Math" panose="02040503050406030204" pitchFamily="18" charset="0"/>
              </a:rPr>
              <a:t>NumShufflingIterations</a:t>
            </a:r>
            <a:r>
              <a:rPr lang="en-US" b="0" dirty="0">
                <a:latin typeface="Cambria Math" panose="02040503050406030204" pitchFamily="18" charset="0"/>
                <a:ea typeface="Cambria Math" panose="02040503050406030204" pitchFamily="18" charset="0"/>
              </a:rPr>
              <a:t>*(150) </a:t>
            </a:r>
            <a:r>
              <a:rPr lang="en-US" b="0" dirty="0"/>
              <a:t>times and calculate a new schedule with the core algorithm of the </a:t>
            </a:r>
            <a:r>
              <a:rPr lang="en-US" b="0" dirty="0" err="1"/>
              <a:t>Coflo</a:t>
            </a:r>
            <a:r>
              <a:rPr lang="en-US" b="0" dirty="0"/>
              <a:t> after every shuffling iteration</a:t>
            </a:r>
          </a:p>
          <a:p>
            <a:pPr marL="457200" indent="-457200">
              <a:buFont typeface="+mj-lt"/>
              <a:buAutoNum type="arabicPeriod"/>
            </a:pPr>
            <a:r>
              <a:rPr lang="en-US" b="0" dirty="0"/>
              <a:t>Return the best schedule that was found during the process</a:t>
            </a:r>
          </a:p>
        </p:txBody>
      </p:sp>
    </p:spTree>
    <p:extLst>
      <p:ext uri="{BB962C8B-B14F-4D97-AF65-F5344CB8AC3E}">
        <p14:creationId xmlns:p14="http://schemas.microsoft.com/office/powerpoint/2010/main" val="398194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de-DE" dirty="0"/>
              <a:t>Problem Description</a:t>
            </a:r>
          </a:p>
        </p:txBody>
      </p:sp>
      <p:pic>
        <p:nvPicPr>
          <p:cNvPr id="4" name="Picture 62" descr="C:\Users\jstead\Desktop\Welt.png">
            <a:extLst>
              <a:ext uri="{FF2B5EF4-FFF2-40B4-BE49-F238E27FC236}">
                <a16:creationId xmlns:a16="http://schemas.microsoft.com/office/drawing/2014/main" id="{CB36F580-4146-6E5A-F42E-5BD2435D0FA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9701" y="899032"/>
            <a:ext cx="10361613" cy="5258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Gerade Verbindung mit Pfeil 7">
            <a:extLst>
              <a:ext uri="{FF2B5EF4-FFF2-40B4-BE49-F238E27FC236}">
                <a16:creationId xmlns:a16="http://schemas.microsoft.com/office/drawing/2014/main" id="{E32F1FB0-86C3-D0FA-EAE7-3A8B00712C45}"/>
              </a:ext>
            </a:extLst>
          </p:cNvPr>
          <p:cNvCxnSpPr/>
          <p:nvPr/>
        </p:nvCxnSpPr>
        <p:spPr>
          <a:xfrm>
            <a:off x="2096932" y="2555403"/>
            <a:ext cx="3456384" cy="1046410"/>
          </a:xfrm>
          <a:prstGeom prst="straightConnector1">
            <a:avLst/>
          </a:prstGeom>
          <a:ln w="25400">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11" name="Gerade Verbindung mit Pfeil 10">
            <a:extLst>
              <a:ext uri="{FF2B5EF4-FFF2-40B4-BE49-F238E27FC236}">
                <a16:creationId xmlns:a16="http://schemas.microsoft.com/office/drawing/2014/main" id="{E4EF85C9-E55A-6324-992F-7D044604ED45}"/>
              </a:ext>
            </a:extLst>
          </p:cNvPr>
          <p:cNvCxnSpPr/>
          <p:nvPr/>
        </p:nvCxnSpPr>
        <p:spPr>
          <a:xfrm flipH="1">
            <a:off x="6489420" y="3364493"/>
            <a:ext cx="3043586" cy="271030"/>
          </a:xfrm>
          <a:prstGeom prst="straightConnector1">
            <a:avLst/>
          </a:prstGeom>
          <a:ln w="25400">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15" name="Gerade Verbindung mit Pfeil 14">
            <a:extLst>
              <a:ext uri="{FF2B5EF4-FFF2-40B4-BE49-F238E27FC236}">
                <a16:creationId xmlns:a16="http://schemas.microsoft.com/office/drawing/2014/main" id="{4A408CC3-CFC2-301C-645C-89ADF02A05FC}"/>
              </a:ext>
            </a:extLst>
          </p:cNvPr>
          <p:cNvCxnSpPr/>
          <p:nvPr/>
        </p:nvCxnSpPr>
        <p:spPr>
          <a:xfrm>
            <a:off x="2892480" y="4480796"/>
            <a:ext cx="0" cy="738903"/>
          </a:xfrm>
          <a:prstGeom prst="straightConnector1">
            <a:avLst/>
          </a:prstGeom>
          <a:ln w="25400" cap="rnd">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cxnSp>
        <p:nvCxnSpPr>
          <p:cNvPr id="16" name="Gerade Verbindung mit Pfeil 15">
            <a:extLst>
              <a:ext uri="{FF2B5EF4-FFF2-40B4-BE49-F238E27FC236}">
                <a16:creationId xmlns:a16="http://schemas.microsoft.com/office/drawing/2014/main" id="{C8D91B1A-5FC9-3181-7F49-CF3DED857F42}"/>
              </a:ext>
            </a:extLst>
          </p:cNvPr>
          <p:cNvCxnSpPr/>
          <p:nvPr/>
        </p:nvCxnSpPr>
        <p:spPr>
          <a:xfrm flipH="1">
            <a:off x="9067643" y="971227"/>
            <a:ext cx="1180257" cy="0"/>
          </a:xfrm>
          <a:prstGeom prst="straightConnector1">
            <a:avLst/>
          </a:prstGeom>
          <a:ln w="25400">
            <a:solidFill>
              <a:schemeClr val="tx1"/>
            </a:solidFill>
            <a:prstDash val="lgDash"/>
            <a:tailEnd type="arrow"/>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84C8627E-FB8B-677D-E08D-31B989507303}"/>
              </a:ext>
            </a:extLst>
          </p:cNvPr>
          <p:cNvSpPr txBox="1"/>
          <p:nvPr/>
        </p:nvSpPr>
        <p:spPr>
          <a:xfrm>
            <a:off x="9162039" y="602956"/>
            <a:ext cx="1278656" cy="369332"/>
          </a:xfrm>
          <a:prstGeom prst="rect">
            <a:avLst/>
          </a:prstGeom>
          <a:noFill/>
        </p:spPr>
        <p:txBody>
          <a:bodyPr wrap="square" rtlCol="0">
            <a:spAutoFit/>
          </a:bodyPr>
          <a:lstStyle/>
          <a:p>
            <a:r>
              <a:rPr lang="de-DE" sz="1800" dirty="0"/>
              <a:t>Order</a:t>
            </a:r>
          </a:p>
        </p:txBody>
      </p:sp>
      <p:cxnSp>
        <p:nvCxnSpPr>
          <p:cNvPr id="18" name="Gerade Verbindung 28">
            <a:extLst>
              <a:ext uri="{FF2B5EF4-FFF2-40B4-BE49-F238E27FC236}">
                <a16:creationId xmlns:a16="http://schemas.microsoft.com/office/drawing/2014/main" id="{E88E7D9C-6212-6A8B-25D3-33ABBA11700D}"/>
              </a:ext>
            </a:extLst>
          </p:cNvPr>
          <p:cNvCxnSpPr/>
          <p:nvPr/>
        </p:nvCxnSpPr>
        <p:spPr bwMode="auto">
          <a:xfrm flipV="1">
            <a:off x="10089820" y="3611905"/>
            <a:ext cx="0" cy="599682"/>
          </a:xfrm>
          <a:prstGeom prst="line">
            <a:avLst/>
          </a:prstGeom>
          <a:noFill/>
          <a:ln w="28575" cap="rnd" cmpd="sng" algn="ctr">
            <a:solidFill>
              <a:srgbClr val="FE7668"/>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 name="Gerade Verbindung mit Pfeil 18">
            <a:extLst>
              <a:ext uri="{FF2B5EF4-FFF2-40B4-BE49-F238E27FC236}">
                <a16:creationId xmlns:a16="http://schemas.microsoft.com/office/drawing/2014/main" id="{62B1232C-D4B5-8230-D114-E18CBCF34847}"/>
              </a:ext>
            </a:extLst>
          </p:cNvPr>
          <p:cNvCxnSpPr/>
          <p:nvPr/>
        </p:nvCxnSpPr>
        <p:spPr bwMode="auto">
          <a:xfrm flipH="1">
            <a:off x="6489420" y="3131467"/>
            <a:ext cx="3043586" cy="268865"/>
          </a:xfrm>
          <a:prstGeom prst="straightConnector1">
            <a:avLst/>
          </a:prstGeom>
          <a:noFill/>
          <a:ln w="28575" cap="flat" cmpd="sng" algn="ctr">
            <a:solidFill>
              <a:srgbClr val="00B050"/>
            </a:solidFill>
            <a:prstDash val="solid"/>
            <a:round/>
            <a:headEnd type="none" w="med" len="med"/>
            <a:tailEnd type="arrow"/>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0" name="Gerade Verbindung mit Pfeil 19">
            <a:extLst>
              <a:ext uri="{FF2B5EF4-FFF2-40B4-BE49-F238E27FC236}">
                <a16:creationId xmlns:a16="http://schemas.microsoft.com/office/drawing/2014/main" id="{6C8303C9-4BCE-76C2-701C-ACB577B8848C}"/>
              </a:ext>
            </a:extLst>
          </p:cNvPr>
          <p:cNvCxnSpPr/>
          <p:nvPr/>
        </p:nvCxnSpPr>
        <p:spPr bwMode="auto">
          <a:xfrm flipH="1">
            <a:off x="3537092" y="4287120"/>
            <a:ext cx="1263316" cy="0"/>
          </a:xfrm>
          <a:prstGeom prst="straightConnector1">
            <a:avLst/>
          </a:prstGeom>
          <a:noFill/>
          <a:ln w="28575" cap="rnd" cmpd="sng" algn="ctr">
            <a:solidFill>
              <a:srgbClr val="FE7668"/>
            </a:solidFill>
            <a:prstDash val="solid"/>
            <a:round/>
            <a:headEnd type="none" w="med" len="med"/>
            <a:tailEnd type="arrow"/>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1" name="Gerade Verbindung 42">
            <a:extLst>
              <a:ext uri="{FF2B5EF4-FFF2-40B4-BE49-F238E27FC236}">
                <a16:creationId xmlns:a16="http://schemas.microsoft.com/office/drawing/2014/main" id="{EA6E3041-F6B9-F099-6316-4C239603DA2B}"/>
              </a:ext>
            </a:extLst>
          </p:cNvPr>
          <p:cNvCxnSpPr/>
          <p:nvPr/>
        </p:nvCxnSpPr>
        <p:spPr bwMode="auto">
          <a:xfrm flipV="1">
            <a:off x="1789241" y="2771427"/>
            <a:ext cx="0" cy="936104"/>
          </a:xfrm>
          <a:prstGeom prst="line">
            <a:avLst/>
          </a:prstGeom>
          <a:noFill/>
          <a:ln w="28575" cap="flat" cmpd="sng" algn="ctr">
            <a:solidFill>
              <a:srgbClr val="FF0000">
                <a:alpha val="55686"/>
              </a:srgbClr>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2" name="Gerade Verbindung mit Pfeil 21">
            <a:extLst>
              <a:ext uri="{FF2B5EF4-FFF2-40B4-BE49-F238E27FC236}">
                <a16:creationId xmlns:a16="http://schemas.microsoft.com/office/drawing/2014/main" id="{71D5CB13-1388-0EEA-61E5-52A16506B1BA}"/>
              </a:ext>
            </a:extLst>
          </p:cNvPr>
          <p:cNvCxnSpPr/>
          <p:nvPr/>
        </p:nvCxnSpPr>
        <p:spPr bwMode="auto">
          <a:xfrm>
            <a:off x="2132936" y="2290855"/>
            <a:ext cx="3384376" cy="1014091"/>
          </a:xfrm>
          <a:prstGeom prst="straightConnector1">
            <a:avLst/>
          </a:prstGeom>
          <a:noFill/>
          <a:ln w="28575" cap="flat" cmpd="sng" algn="ctr">
            <a:solidFill>
              <a:srgbClr val="00B050"/>
            </a:solidFill>
            <a:prstDash val="solid"/>
            <a:round/>
            <a:headEnd type="none" w="med" len="med"/>
            <a:tailEnd type="arrow"/>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4" name="Gerade Verbindung mit Pfeil 23">
            <a:extLst>
              <a:ext uri="{FF2B5EF4-FFF2-40B4-BE49-F238E27FC236}">
                <a16:creationId xmlns:a16="http://schemas.microsoft.com/office/drawing/2014/main" id="{4FEF1082-3A2F-817A-5E3E-9172351D968F}"/>
              </a:ext>
            </a:extLst>
          </p:cNvPr>
          <p:cNvCxnSpPr/>
          <p:nvPr/>
        </p:nvCxnSpPr>
        <p:spPr bwMode="auto">
          <a:xfrm>
            <a:off x="3105044" y="4480796"/>
            <a:ext cx="0" cy="738903"/>
          </a:xfrm>
          <a:prstGeom prst="straightConnector1">
            <a:avLst/>
          </a:prstGeom>
          <a:noFill/>
          <a:ln w="28575" cap="flat" cmpd="sng" algn="ctr">
            <a:solidFill>
              <a:srgbClr val="00B050"/>
            </a:solidFill>
            <a:prstDash val="solid"/>
            <a:round/>
            <a:headEnd type="none" w="med" len="med"/>
            <a:tailEnd type="arrow"/>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5" name="Gerade Verbindung 74">
            <a:extLst>
              <a:ext uri="{FF2B5EF4-FFF2-40B4-BE49-F238E27FC236}">
                <a16:creationId xmlns:a16="http://schemas.microsoft.com/office/drawing/2014/main" id="{95AD9625-ACEA-EE1B-D044-D09D6DCD6F1D}"/>
              </a:ext>
            </a:extLst>
          </p:cNvPr>
          <p:cNvCxnSpPr/>
          <p:nvPr/>
        </p:nvCxnSpPr>
        <p:spPr bwMode="auto">
          <a:xfrm flipH="1">
            <a:off x="9089581" y="1475283"/>
            <a:ext cx="1180256" cy="0"/>
          </a:xfrm>
          <a:prstGeom prst="line">
            <a:avLst/>
          </a:prstGeom>
          <a:noFill/>
          <a:ln w="28575" cap="rnd" cmpd="sng" algn="ctr">
            <a:solidFill>
              <a:srgbClr val="FE7668"/>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6" name="Gerade Verbindung mit Pfeil 25">
            <a:extLst>
              <a:ext uri="{FF2B5EF4-FFF2-40B4-BE49-F238E27FC236}">
                <a16:creationId xmlns:a16="http://schemas.microsoft.com/office/drawing/2014/main" id="{7FD6B422-4D2F-1211-A519-8BE986D83FDC}"/>
              </a:ext>
            </a:extLst>
          </p:cNvPr>
          <p:cNvCxnSpPr/>
          <p:nvPr/>
        </p:nvCxnSpPr>
        <p:spPr bwMode="auto">
          <a:xfrm flipH="1">
            <a:off x="9089581" y="1979339"/>
            <a:ext cx="1180256" cy="0"/>
          </a:xfrm>
          <a:prstGeom prst="straightConnector1">
            <a:avLst/>
          </a:prstGeom>
          <a:noFill/>
          <a:ln w="28575" cap="flat" cmpd="sng" algn="ctr">
            <a:solidFill>
              <a:srgbClr val="00B050"/>
            </a:solidFill>
            <a:prstDash val="solid"/>
            <a:round/>
            <a:headEnd type="none" w="med" len="med"/>
            <a:tailEnd type="arrow"/>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7" name="Textfeld 26">
            <a:extLst>
              <a:ext uri="{FF2B5EF4-FFF2-40B4-BE49-F238E27FC236}">
                <a16:creationId xmlns:a16="http://schemas.microsoft.com/office/drawing/2014/main" id="{0A66FFDA-83EA-9F9D-FA9B-9D5D4143FB1F}"/>
              </a:ext>
            </a:extLst>
          </p:cNvPr>
          <p:cNvSpPr txBox="1"/>
          <p:nvPr/>
        </p:nvSpPr>
        <p:spPr>
          <a:xfrm>
            <a:off x="9162039" y="1611358"/>
            <a:ext cx="1729282" cy="369332"/>
          </a:xfrm>
          <a:prstGeom prst="rect">
            <a:avLst/>
          </a:prstGeom>
          <a:noFill/>
        </p:spPr>
        <p:txBody>
          <a:bodyPr wrap="square" rtlCol="0">
            <a:spAutoFit/>
          </a:bodyPr>
          <a:lstStyle/>
          <a:p>
            <a:r>
              <a:rPr lang="en-US" sz="1800" dirty="0"/>
              <a:t>Loaded drive</a:t>
            </a:r>
          </a:p>
        </p:txBody>
      </p:sp>
      <p:sp>
        <p:nvSpPr>
          <p:cNvPr id="29" name="Textfeld 28">
            <a:extLst>
              <a:ext uri="{FF2B5EF4-FFF2-40B4-BE49-F238E27FC236}">
                <a16:creationId xmlns:a16="http://schemas.microsoft.com/office/drawing/2014/main" id="{843FAD21-AD78-48E6-555D-423931CB8716}"/>
              </a:ext>
            </a:extLst>
          </p:cNvPr>
          <p:cNvSpPr txBox="1"/>
          <p:nvPr/>
        </p:nvSpPr>
        <p:spPr>
          <a:xfrm>
            <a:off x="1448860" y="4047826"/>
            <a:ext cx="1420910" cy="307777"/>
          </a:xfrm>
          <a:prstGeom prst="rect">
            <a:avLst/>
          </a:prstGeom>
          <a:noFill/>
        </p:spPr>
        <p:txBody>
          <a:bodyPr wrap="square" rtlCol="0">
            <a:spAutoFit/>
          </a:bodyPr>
          <a:lstStyle/>
          <a:p>
            <a:r>
              <a:rPr lang="de-DE" sz="1400" dirty="0"/>
              <a:t>Truck A</a:t>
            </a:r>
          </a:p>
        </p:txBody>
      </p:sp>
      <p:sp>
        <p:nvSpPr>
          <p:cNvPr id="30" name="Textfeld 29">
            <a:extLst>
              <a:ext uri="{FF2B5EF4-FFF2-40B4-BE49-F238E27FC236}">
                <a16:creationId xmlns:a16="http://schemas.microsoft.com/office/drawing/2014/main" id="{F5EC3F5C-D858-A8ED-BC5B-638A0AFEA5CD}"/>
              </a:ext>
            </a:extLst>
          </p:cNvPr>
          <p:cNvSpPr txBox="1"/>
          <p:nvPr/>
        </p:nvSpPr>
        <p:spPr>
          <a:xfrm>
            <a:off x="2889019" y="3015224"/>
            <a:ext cx="1440160" cy="307777"/>
          </a:xfrm>
          <a:prstGeom prst="rect">
            <a:avLst/>
          </a:prstGeom>
          <a:noFill/>
        </p:spPr>
        <p:txBody>
          <a:bodyPr wrap="square" rtlCol="0">
            <a:spAutoFit/>
          </a:bodyPr>
          <a:lstStyle/>
          <a:p>
            <a:r>
              <a:rPr lang="de-DE" sz="1400" dirty="0"/>
              <a:t>Order A</a:t>
            </a:r>
          </a:p>
        </p:txBody>
      </p:sp>
      <p:sp>
        <p:nvSpPr>
          <p:cNvPr id="31" name="Textfeld 30">
            <a:extLst>
              <a:ext uri="{FF2B5EF4-FFF2-40B4-BE49-F238E27FC236}">
                <a16:creationId xmlns:a16="http://schemas.microsoft.com/office/drawing/2014/main" id="{5E6286D9-3BEF-9A98-6952-2C1F0825979E}"/>
              </a:ext>
            </a:extLst>
          </p:cNvPr>
          <p:cNvSpPr txBox="1"/>
          <p:nvPr/>
        </p:nvSpPr>
        <p:spPr>
          <a:xfrm>
            <a:off x="1990391" y="4760516"/>
            <a:ext cx="1979191" cy="307777"/>
          </a:xfrm>
          <a:prstGeom prst="rect">
            <a:avLst/>
          </a:prstGeom>
          <a:noFill/>
        </p:spPr>
        <p:txBody>
          <a:bodyPr wrap="square" rtlCol="0">
            <a:spAutoFit/>
          </a:bodyPr>
          <a:lstStyle/>
          <a:p>
            <a:r>
              <a:rPr lang="de-DE" sz="1400" dirty="0"/>
              <a:t>Order C</a:t>
            </a:r>
          </a:p>
        </p:txBody>
      </p:sp>
      <p:sp>
        <p:nvSpPr>
          <p:cNvPr id="32" name="Textfeld 31">
            <a:extLst>
              <a:ext uri="{FF2B5EF4-FFF2-40B4-BE49-F238E27FC236}">
                <a16:creationId xmlns:a16="http://schemas.microsoft.com/office/drawing/2014/main" id="{EF8220BC-7F8E-1267-1981-5B63E43E9877}"/>
              </a:ext>
            </a:extLst>
          </p:cNvPr>
          <p:cNvSpPr txBox="1"/>
          <p:nvPr/>
        </p:nvSpPr>
        <p:spPr>
          <a:xfrm>
            <a:off x="4942525" y="4355603"/>
            <a:ext cx="1872208" cy="307777"/>
          </a:xfrm>
          <a:prstGeom prst="rect">
            <a:avLst/>
          </a:prstGeom>
          <a:noFill/>
        </p:spPr>
        <p:txBody>
          <a:bodyPr wrap="square" rtlCol="0">
            <a:spAutoFit/>
          </a:bodyPr>
          <a:lstStyle/>
          <a:p>
            <a:r>
              <a:rPr lang="de-DE" sz="1400" dirty="0"/>
              <a:t>Truck B</a:t>
            </a:r>
          </a:p>
        </p:txBody>
      </p:sp>
      <p:sp>
        <p:nvSpPr>
          <p:cNvPr id="33" name="Textfeld 32">
            <a:extLst>
              <a:ext uri="{FF2B5EF4-FFF2-40B4-BE49-F238E27FC236}">
                <a16:creationId xmlns:a16="http://schemas.microsoft.com/office/drawing/2014/main" id="{6008C649-84C9-A8A8-E6A8-EB16B2578F8F}"/>
              </a:ext>
            </a:extLst>
          </p:cNvPr>
          <p:cNvSpPr txBox="1"/>
          <p:nvPr/>
        </p:nvSpPr>
        <p:spPr>
          <a:xfrm>
            <a:off x="8145604" y="3471762"/>
            <a:ext cx="1224136" cy="307777"/>
          </a:xfrm>
          <a:prstGeom prst="rect">
            <a:avLst/>
          </a:prstGeom>
          <a:noFill/>
        </p:spPr>
        <p:txBody>
          <a:bodyPr wrap="square" rtlCol="0">
            <a:spAutoFit/>
          </a:bodyPr>
          <a:lstStyle/>
          <a:p>
            <a:r>
              <a:rPr lang="de-DE" sz="1400" dirty="0"/>
              <a:t>Order B</a:t>
            </a:r>
          </a:p>
        </p:txBody>
      </p:sp>
      <p:sp>
        <p:nvSpPr>
          <p:cNvPr id="34" name="Textfeld 33">
            <a:extLst>
              <a:ext uri="{FF2B5EF4-FFF2-40B4-BE49-F238E27FC236}">
                <a16:creationId xmlns:a16="http://schemas.microsoft.com/office/drawing/2014/main" id="{1FD7396B-784D-272F-F2D8-9A75B0EC5396}"/>
              </a:ext>
            </a:extLst>
          </p:cNvPr>
          <p:cNvSpPr txBox="1"/>
          <p:nvPr/>
        </p:nvSpPr>
        <p:spPr>
          <a:xfrm>
            <a:off x="9791206" y="4571627"/>
            <a:ext cx="1729282" cy="307777"/>
          </a:xfrm>
          <a:prstGeom prst="rect">
            <a:avLst/>
          </a:prstGeom>
          <a:noFill/>
        </p:spPr>
        <p:txBody>
          <a:bodyPr wrap="square" rtlCol="0">
            <a:spAutoFit/>
          </a:bodyPr>
          <a:lstStyle/>
          <a:p>
            <a:r>
              <a:rPr lang="de-DE" sz="1400" dirty="0"/>
              <a:t>Truck C</a:t>
            </a:r>
          </a:p>
        </p:txBody>
      </p:sp>
      <p:sp>
        <p:nvSpPr>
          <p:cNvPr id="35" name="Textfeld 34">
            <a:extLst>
              <a:ext uri="{FF2B5EF4-FFF2-40B4-BE49-F238E27FC236}">
                <a16:creationId xmlns:a16="http://schemas.microsoft.com/office/drawing/2014/main" id="{5E459591-844A-9667-F658-6E08F1020646}"/>
              </a:ext>
            </a:extLst>
          </p:cNvPr>
          <p:cNvSpPr txBox="1"/>
          <p:nvPr/>
        </p:nvSpPr>
        <p:spPr>
          <a:xfrm>
            <a:off x="9162039" y="1108016"/>
            <a:ext cx="1729282" cy="369332"/>
          </a:xfrm>
          <a:prstGeom prst="rect">
            <a:avLst/>
          </a:prstGeom>
          <a:noFill/>
        </p:spPr>
        <p:txBody>
          <a:bodyPr wrap="square" rtlCol="0">
            <a:spAutoFit/>
          </a:bodyPr>
          <a:lstStyle/>
          <a:p>
            <a:r>
              <a:rPr lang="en-US" sz="1800" dirty="0"/>
              <a:t>Empty drive</a:t>
            </a:r>
          </a:p>
        </p:txBody>
      </p:sp>
      <p:sp>
        <p:nvSpPr>
          <p:cNvPr id="36" name="Freeform 32">
            <a:extLst>
              <a:ext uri="{FF2B5EF4-FFF2-40B4-BE49-F238E27FC236}">
                <a16:creationId xmlns:a16="http://schemas.microsoft.com/office/drawing/2014/main" id="{23F95CD4-FC41-0C58-4E55-CEE6FBC0F32C}"/>
              </a:ext>
            </a:extLst>
          </p:cNvPr>
          <p:cNvSpPr>
            <a:spLocks noEditPoints="1"/>
          </p:cNvSpPr>
          <p:nvPr>
            <p:custDataLst>
              <p:tags r:id="rId1"/>
            </p:custDataLst>
          </p:nvPr>
        </p:nvSpPr>
        <p:spPr bwMode="auto">
          <a:xfrm>
            <a:off x="928954" y="2163014"/>
            <a:ext cx="1004836" cy="460375"/>
          </a:xfrm>
          <a:custGeom>
            <a:avLst/>
            <a:gdLst>
              <a:gd name="T0" fmla="*/ 1959 w 1959"/>
              <a:gd name="T1" fmla="*/ 38 h 879"/>
              <a:gd name="T2" fmla="*/ 1676 w 1959"/>
              <a:gd name="T3" fmla="*/ 879 h 879"/>
              <a:gd name="T4" fmla="*/ 1817 w 1959"/>
              <a:gd name="T5" fmla="*/ 0 h 879"/>
              <a:gd name="T6" fmla="*/ 1358 w 1959"/>
              <a:gd name="T7" fmla="*/ 38 h 879"/>
              <a:gd name="T8" fmla="*/ 1642 w 1959"/>
              <a:gd name="T9" fmla="*/ 879 h 879"/>
              <a:gd name="T10" fmla="*/ 1500 w 1959"/>
              <a:gd name="T11" fmla="*/ 0 h 879"/>
              <a:gd name="T12" fmla="*/ 1327 w 1959"/>
              <a:gd name="T13" fmla="*/ 879 h 879"/>
              <a:gd name="T14" fmla="*/ 1134 w 1959"/>
              <a:gd name="T15" fmla="*/ 634 h 879"/>
              <a:gd name="T16" fmla="*/ 760 w 1959"/>
              <a:gd name="T17" fmla="*/ 879 h 879"/>
              <a:gd name="T18" fmla="*/ 624 w 1959"/>
              <a:gd name="T19" fmla="*/ 570 h 879"/>
              <a:gd name="T20" fmla="*/ 453 w 1959"/>
              <a:gd name="T21" fmla="*/ 624 h 879"/>
              <a:gd name="T22" fmla="*/ 0 w 1959"/>
              <a:gd name="T23" fmla="*/ 879 h 879"/>
              <a:gd name="T24" fmla="*/ 227 w 1959"/>
              <a:gd name="T25" fmla="*/ 460 h 879"/>
              <a:gd name="T26" fmla="*/ 624 w 1959"/>
              <a:gd name="T27" fmla="*/ 530 h 879"/>
              <a:gd name="T28" fmla="*/ 760 w 1959"/>
              <a:gd name="T29" fmla="*/ 414 h 879"/>
              <a:gd name="T30" fmla="*/ 1134 w 1959"/>
              <a:gd name="T31" fmla="*/ 534 h 879"/>
              <a:gd name="T32" fmla="*/ 1327 w 1959"/>
              <a:gd name="T33" fmla="*/ 193 h 879"/>
              <a:gd name="T34" fmla="*/ 1230 w 1959"/>
              <a:gd name="T35" fmla="*/ 275 h 879"/>
              <a:gd name="T36" fmla="*/ 1176 w 1959"/>
              <a:gd name="T37" fmla="*/ 222 h 879"/>
              <a:gd name="T38" fmla="*/ 1229 w 1959"/>
              <a:gd name="T39" fmla="*/ 633 h 879"/>
              <a:gd name="T40" fmla="*/ 1283 w 1959"/>
              <a:gd name="T41" fmla="*/ 686 h 879"/>
              <a:gd name="T42" fmla="*/ 1230 w 1959"/>
              <a:gd name="T43" fmla="*/ 768 h 879"/>
              <a:gd name="T44" fmla="*/ 1176 w 1959"/>
              <a:gd name="T45" fmla="*/ 715 h 879"/>
              <a:gd name="T46" fmla="*/ 1283 w 1959"/>
              <a:gd name="T47" fmla="*/ 551 h 879"/>
              <a:gd name="T48" fmla="*/ 1230 w 1959"/>
              <a:gd name="T49" fmla="*/ 604 h 879"/>
              <a:gd name="T50" fmla="*/ 1229 w 1959"/>
              <a:gd name="T51" fmla="*/ 470 h 879"/>
              <a:gd name="T52" fmla="*/ 1283 w 1959"/>
              <a:gd name="T53" fmla="*/ 523 h 879"/>
              <a:gd name="T54" fmla="*/ 1283 w 1959"/>
              <a:gd name="T55" fmla="*/ 387 h 879"/>
              <a:gd name="T56" fmla="*/ 1230 w 1959"/>
              <a:gd name="T57" fmla="*/ 440 h 879"/>
              <a:gd name="T58" fmla="*/ 1229 w 1959"/>
              <a:gd name="T59" fmla="*/ 305 h 879"/>
              <a:gd name="T60" fmla="*/ 1283 w 1959"/>
              <a:gd name="T61" fmla="*/ 358 h 879"/>
              <a:gd name="T62" fmla="*/ 1215 w 1959"/>
              <a:gd name="T63" fmla="*/ 290 h 879"/>
              <a:gd name="T64" fmla="*/ 1162 w 1959"/>
              <a:gd name="T65" fmla="*/ 343 h 879"/>
              <a:gd name="T66" fmla="*/ 1215 w 1959"/>
              <a:gd name="T67" fmla="*/ 455 h 879"/>
              <a:gd name="T68" fmla="*/ 1162 w 1959"/>
              <a:gd name="T69" fmla="*/ 508 h 879"/>
              <a:gd name="T70" fmla="*/ 1215 w 1959"/>
              <a:gd name="T71" fmla="*/ 618 h 879"/>
              <a:gd name="T72" fmla="*/ 1162 w 1959"/>
              <a:gd name="T73" fmla="*/ 672 h 879"/>
              <a:gd name="T74" fmla="*/ 1215 w 1959"/>
              <a:gd name="T75" fmla="*/ 783 h 879"/>
              <a:gd name="T76" fmla="*/ 1162 w 1959"/>
              <a:gd name="T77" fmla="*/ 836 h 879"/>
              <a:gd name="T78" fmla="*/ 1229 w 1959"/>
              <a:gd name="T79" fmla="*/ 798 h 879"/>
              <a:gd name="T80" fmla="*/ 1283 w 1959"/>
              <a:gd name="T81" fmla="*/ 851 h 879"/>
              <a:gd name="T82" fmla="*/ 1244 w 1959"/>
              <a:gd name="T83" fmla="*/ 781 h 879"/>
              <a:gd name="T84" fmla="*/ 1297 w 1959"/>
              <a:gd name="T85" fmla="*/ 728 h 879"/>
              <a:gd name="T86" fmla="*/ 1244 w 1959"/>
              <a:gd name="T87" fmla="*/ 617 h 879"/>
              <a:gd name="T88" fmla="*/ 1297 w 1959"/>
              <a:gd name="T89" fmla="*/ 564 h 879"/>
              <a:gd name="T90" fmla="*/ 1244 w 1959"/>
              <a:gd name="T91" fmla="*/ 453 h 879"/>
              <a:gd name="T92" fmla="*/ 1297 w 1959"/>
              <a:gd name="T93" fmla="*/ 400 h 879"/>
              <a:gd name="T94" fmla="*/ 1244 w 1959"/>
              <a:gd name="T95" fmla="*/ 288 h 879"/>
              <a:gd name="T96" fmla="*/ 1297 w 1959"/>
              <a:gd name="T97" fmla="*/ 235 h 8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59" h="879">
                <a:moveTo>
                  <a:pt x="1817" y="0"/>
                </a:moveTo>
                <a:cubicBezTo>
                  <a:pt x="1896" y="0"/>
                  <a:pt x="1959" y="17"/>
                  <a:pt x="1959" y="38"/>
                </a:cubicBezTo>
                <a:cubicBezTo>
                  <a:pt x="1959" y="879"/>
                  <a:pt x="1959" y="879"/>
                  <a:pt x="1959" y="879"/>
                </a:cubicBezTo>
                <a:cubicBezTo>
                  <a:pt x="1676" y="879"/>
                  <a:pt x="1676" y="879"/>
                  <a:pt x="1676" y="879"/>
                </a:cubicBezTo>
                <a:cubicBezTo>
                  <a:pt x="1676" y="38"/>
                  <a:pt x="1676" y="38"/>
                  <a:pt x="1676" y="38"/>
                </a:cubicBezTo>
                <a:cubicBezTo>
                  <a:pt x="1676" y="17"/>
                  <a:pt x="1739" y="0"/>
                  <a:pt x="1817" y="0"/>
                </a:cubicBezTo>
                <a:close/>
                <a:moveTo>
                  <a:pt x="1500" y="0"/>
                </a:moveTo>
                <a:cubicBezTo>
                  <a:pt x="1422" y="0"/>
                  <a:pt x="1358" y="17"/>
                  <a:pt x="1358" y="38"/>
                </a:cubicBezTo>
                <a:cubicBezTo>
                  <a:pt x="1358" y="879"/>
                  <a:pt x="1358" y="879"/>
                  <a:pt x="1358" y="879"/>
                </a:cubicBezTo>
                <a:cubicBezTo>
                  <a:pt x="1642" y="879"/>
                  <a:pt x="1642" y="879"/>
                  <a:pt x="1642" y="879"/>
                </a:cubicBezTo>
                <a:cubicBezTo>
                  <a:pt x="1642" y="38"/>
                  <a:pt x="1642" y="38"/>
                  <a:pt x="1642" y="38"/>
                </a:cubicBezTo>
                <a:cubicBezTo>
                  <a:pt x="1642" y="17"/>
                  <a:pt x="1578" y="0"/>
                  <a:pt x="1500" y="0"/>
                </a:cubicBezTo>
                <a:close/>
                <a:moveTo>
                  <a:pt x="1327" y="193"/>
                </a:moveTo>
                <a:cubicBezTo>
                  <a:pt x="1327" y="879"/>
                  <a:pt x="1327" y="879"/>
                  <a:pt x="1327" y="879"/>
                </a:cubicBezTo>
                <a:cubicBezTo>
                  <a:pt x="1134" y="879"/>
                  <a:pt x="1134" y="879"/>
                  <a:pt x="1134" y="879"/>
                </a:cubicBezTo>
                <a:cubicBezTo>
                  <a:pt x="1134" y="634"/>
                  <a:pt x="1134" y="634"/>
                  <a:pt x="1134" y="634"/>
                </a:cubicBezTo>
                <a:cubicBezTo>
                  <a:pt x="760" y="705"/>
                  <a:pt x="760" y="705"/>
                  <a:pt x="760" y="705"/>
                </a:cubicBezTo>
                <a:cubicBezTo>
                  <a:pt x="760" y="879"/>
                  <a:pt x="760" y="879"/>
                  <a:pt x="760" y="879"/>
                </a:cubicBezTo>
                <a:cubicBezTo>
                  <a:pt x="624" y="879"/>
                  <a:pt x="624" y="879"/>
                  <a:pt x="624" y="879"/>
                </a:cubicBezTo>
                <a:cubicBezTo>
                  <a:pt x="624" y="570"/>
                  <a:pt x="624" y="570"/>
                  <a:pt x="624" y="570"/>
                </a:cubicBezTo>
                <a:cubicBezTo>
                  <a:pt x="301" y="514"/>
                  <a:pt x="301" y="514"/>
                  <a:pt x="301" y="514"/>
                </a:cubicBezTo>
                <a:cubicBezTo>
                  <a:pt x="453" y="624"/>
                  <a:pt x="453" y="624"/>
                  <a:pt x="453" y="624"/>
                </a:cubicBezTo>
                <a:cubicBezTo>
                  <a:pt x="453" y="879"/>
                  <a:pt x="453" y="879"/>
                  <a:pt x="453" y="879"/>
                </a:cubicBezTo>
                <a:cubicBezTo>
                  <a:pt x="0" y="879"/>
                  <a:pt x="0" y="879"/>
                  <a:pt x="0" y="879"/>
                </a:cubicBezTo>
                <a:cubicBezTo>
                  <a:pt x="0" y="624"/>
                  <a:pt x="0" y="624"/>
                  <a:pt x="0" y="624"/>
                </a:cubicBezTo>
                <a:cubicBezTo>
                  <a:pt x="227" y="460"/>
                  <a:pt x="227" y="460"/>
                  <a:pt x="227" y="460"/>
                </a:cubicBezTo>
                <a:cubicBezTo>
                  <a:pt x="228" y="460"/>
                  <a:pt x="228" y="460"/>
                  <a:pt x="228" y="460"/>
                </a:cubicBezTo>
                <a:cubicBezTo>
                  <a:pt x="624" y="530"/>
                  <a:pt x="624" y="530"/>
                  <a:pt x="624" y="530"/>
                </a:cubicBezTo>
                <a:cubicBezTo>
                  <a:pt x="624" y="414"/>
                  <a:pt x="624" y="414"/>
                  <a:pt x="624" y="414"/>
                </a:cubicBezTo>
                <a:cubicBezTo>
                  <a:pt x="760" y="414"/>
                  <a:pt x="760" y="414"/>
                  <a:pt x="760" y="414"/>
                </a:cubicBezTo>
                <a:cubicBezTo>
                  <a:pt x="760" y="602"/>
                  <a:pt x="760" y="602"/>
                  <a:pt x="760" y="602"/>
                </a:cubicBezTo>
                <a:cubicBezTo>
                  <a:pt x="1134" y="534"/>
                  <a:pt x="1134" y="534"/>
                  <a:pt x="1134" y="534"/>
                </a:cubicBezTo>
                <a:cubicBezTo>
                  <a:pt x="1134" y="193"/>
                  <a:pt x="1134" y="193"/>
                  <a:pt x="1134" y="193"/>
                </a:cubicBezTo>
                <a:lnTo>
                  <a:pt x="1327" y="193"/>
                </a:lnTo>
                <a:close/>
                <a:moveTo>
                  <a:pt x="1176" y="222"/>
                </a:moveTo>
                <a:cubicBezTo>
                  <a:pt x="1230" y="275"/>
                  <a:pt x="1230" y="275"/>
                  <a:pt x="1230" y="275"/>
                </a:cubicBezTo>
                <a:cubicBezTo>
                  <a:pt x="1283" y="222"/>
                  <a:pt x="1283" y="222"/>
                  <a:pt x="1283" y="222"/>
                </a:cubicBezTo>
                <a:lnTo>
                  <a:pt x="1176" y="222"/>
                </a:lnTo>
                <a:close/>
                <a:moveTo>
                  <a:pt x="1283" y="686"/>
                </a:moveTo>
                <a:cubicBezTo>
                  <a:pt x="1229" y="633"/>
                  <a:pt x="1229" y="633"/>
                  <a:pt x="1229" y="633"/>
                </a:cubicBezTo>
                <a:cubicBezTo>
                  <a:pt x="1176" y="686"/>
                  <a:pt x="1176" y="686"/>
                  <a:pt x="1176" y="686"/>
                </a:cubicBezTo>
                <a:lnTo>
                  <a:pt x="1283" y="686"/>
                </a:lnTo>
                <a:close/>
                <a:moveTo>
                  <a:pt x="1176" y="715"/>
                </a:moveTo>
                <a:cubicBezTo>
                  <a:pt x="1230" y="768"/>
                  <a:pt x="1230" y="768"/>
                  <a:pt x="1230" y="768"/>
                </a:cubicBezTo>
                <a:cubicBezTo>
                  <a:pt x="1283" y="715"/>
                  <a:pt x="1283" y="715"/>
                  <a:pt x="1283" y="715"/>
                </a:cubicBezTo>
                <a:lnTo>
                  <a:pt x="1176" y="715"/>
                </a:lnTo>
                <a:close/>
                <a:moveTo>
                  <a:pt x="1230" y="604"/>
                </a:moveTo>
                <a:cubicBezTo>
                  <a:pt x="1283" y="551"/>
                  <a:pt x="1283" y="551"/>
                  <a:pt x="1283" y="551"/>
                </a:cubicBezTo>
                <a:cubicBezTo>
                  <a:pt x="1176" y="551"/>
                  <a:pt x="1176" y="551"/>
                  <a:pt x="1176" y="551"/>
                </a:cubicBezTo>
                <a:lnTo>
                  <a:pt x="1230" y="604"/>
                </a:lnTo>
                <a:close/>
                <a:moveTo>
                  <a:pt x="1283" y="523"/>
                </a:moveTo>
                <a:cubicBezTo>
                  <a:pt x="1229" y="470"/>
                  <a:pt x="1229" y="470"/>
                  <a:pt x="1229" y="470"/>
                </a:cubicBezTo>
                <a:cubicBezTo>
                  <a:pt x="1176" y="523"/>
                  <a:pt x="1176" y="523"/>
                  <a:pt x="1176" y="523"/>
                </a:cubicBezTo>
                <a:lnTo>
                  <a:pt x="1283" y="523"/>
                </a:lnTo>
                <a:close/>
                <a:moveTo>
                  <a:pt x="1230" y="440"/>
                </a:moveTo>
                <a:cubicBezTo>
                  <a:pt x="1283" y="387"/>
                  <a:pt x="1283" y="387"/>
                  <a:pt x="1283" y="387"/>
                </a:cubicBezTo>
                <a:cubicBezTo>
                  <a:pt x="1176" y="387"/>
                  <a:pt x="1176" y="387"/>
                  <a:pt x="1176" y="387"/>
                </a:cubicBezTo>
                <a:lnTo>
                  <a:pt x="1230" y="440"/>
                </a:lnTo>
                <a:close/>
                <a:moveTo>
                  <a:pt x="1283" y="358"/>
                </a:moveTo>
                <a:cubicBezTo>
                  <a:pt x="1229" y="305"/>
                  <a:pt x="1229" y="305"/>
                  <a:pt x="1229" y="305"/>
                </a:cubicBezTo>
                <a:cubicBezTo>
                  <a:pt x="1176" y="358"/>
                  <a:pt x="1176" y="358"/>
                  <a:pt x="1176" y="358"/>
                </a:cubicBezTo>
                <a:lnTo>
                  <a:pt x="1283" y="358"/>
                </a:lnTo>
                <a:close/>
                <a:moveTo>
                  <a:pt x="1162" y="343"/>
                </a:moveTo>
                <a:cubicBezTo>
                  <a:pt x="1215" y="290"/>
                  <a:pt x="1215" y="290"/>
                  <a:pt x="1215" y="290"/>
                </a:cubicBezTo>
                <a:cubicBezTo>
                  <a:pt x="1162" y="237"/>
                  <a:pt x="1162" y="237"/>
                  <a:pt x="1162" y="237"/>
                </a:cubicBezTo>
                <a:lnTo>
                  <a:pt x="1162" y="343"/>
                </a:lnTo>
                <a:close/>
                <a:moveTo>
                  <a:pt x="1162" y="508"/>
                </a:moveTo>
                <a:cubicBezTo>
                  <a:pt x="1215" y="455"/>
                  <a:pt x="1215" y="455"/>
                  <a:pt x="1215" y="455"/>
                </a:cubicBezTo>
                <a:cubicBezTo>
                  <a:pt x="1162" y="402"/>
                  <a:pt x="1162" y="402"/>
                  <a:pt x="1162" y="402"/>
                </a:cubicBezTo>
                <a:lnTo>
                  <a:pt x="1162" y="508"/>
                </a:lnTo>
                <a:close/>
                <a:moveTo>
                  <a:pt x="1162" y="672"/>
                </a:moveTo>
                <a:cubicBezTo>
                  <a:pt x="1215" y="618"/>
                  <a:pt x="1215" y="618"/>
                  <a:pt x="1215" y="618"/>
                </a:cubicBezTo>
                <a:cubicBezTo>
                  <a:pt x="1162" y="565"/>
                  <a:pt x="1162" y="565"/>
                  <a:pt x="1162" y="565"/>
                </a:cubicBezTo>
                <a:lnTo>
                  <a:pt x="1162" y="672"/>
                </a:lnTo>
                <a:close/>
                <a:moveTo>
                  <a:pt x="1162" y="836"/>
                </a:moveTo>
                <a:cubicBezTo>
                  <a:pt x="1215" y="783"/>
                  <a:pt x="1215" y="783"/>
                  <a:pt x="1215" y="783"/>
                </a:cubicBezTo>
                <a:cubicBezTo>
                  <a:pt x="1162" y="730"/>
                  <a:pt x="1162" y="730"/>
                  <a:pt x="1162" y="730"/>
                </a:cubicBezTo>
                <a:lnTo>
                  <a:pt x="1162" y="836"/>
                </a:lnTo>
                <a:close/>
                <a:moveTo>
                  <a:pt x="1283" y="851"/>
                </a:moveTo>
                <a:cubicBezTo>
                  <a:pt x="1229" y="798"/>
                  <a:pt x="1229" y="798"/>
                  <a:pt x="1229" y="798"/>
                </a:cubicBezTo>
                <a:cubicBezTo>
                  <a:pt x="1176" y="851"/>
                  <a:pt x="1176" y="851"/>
                  <a:pt x="1176" y="851"/>
                </a:cubicBezTo>
                <a:lnTo>
                  <a:pt x="1283" y="851"/>
                </a:lnTo>
                <a:close/>
                <a:moveTo>
                  <a:pt x="1297" y="728"/>
                </a:moveTo>
                <a:cubicBezTo>
                  <a:pt x="1244" y="781"/>
                  <a:pt x="1244" y="781"/>
                  <a:pt x="1244" y="781"/>
                </a:cubicBezTo>
                <a:cubicBezTo>
                  <a:pt x="1297" y="834"/>
                  <a:pt x="1297" y="834"/>
                  <a:pt x="1297" y="834"/>
                </a:cubicBezTo>
                <a:lnTo>
                  <a:pt x="1297" y="728"/>
                </a:lnTo>
                <a:close/>
                <a:moveTo>
                  <a:pt x="1297" y="564"/>
                </a:moveTo>
                <a:cubicBezTo>
                  <a:pt x="1244" y="617"/>
                  <a:pt x="1244" y="617"/>
                  <a:pt x="1244" y="617"/>
                </a:cubicBezTo>
                <a:cubicBezTo>
                  <a:pt x="1297" y="670"/>
                  <a:pt x="1297" y="670"/>
                  <a:pt x="1297" y="670"/>
                </a:cubicBezTo>
                <a:lnTo>
                  <a:pt x="1297" y="564"/>
                </a:lnTo>
                <a:close/>
                <a:moveTo>
                  <a:pt x="1297" y="400"/>
                </a:moveTo>
                <a:cubicBezTo>
                  <a:pt x="1244" y="453"/>
                  <a:pt x="1244" y="453"/>
                  <a:pt x="1244" y="453"/>
                </a:cubicBezTo>
                <a:cubicBezTo>
                  <a:pt x="1297" y="507"/>
                  <a:pt x="1297" y="507"/>
                  <a:pt x="1297" y="507"/>
                </a:cubicBezTo>
                <a:lnTo>
                  <a:pt x="1297" y="400"/>
                </a:lnTo>
                <a:close/>
                <a:moveTo>
                  <a:pt x="1297" y="235"/>
                </a:moveTo>
                <a:cubicBezTo>
                  <a:pt x="1244" y="288"/>
                  <a:pt x="1244" y="288"/>
                  <a:pt x="1244" y="288"/>
                </a:cubicBezTo>
                <a:cubicBezTo>
                  <a:pt x="1297" y="341"/>
                  <a:pt x="1297" y="341"/>
                  <a:pt x="1297" y="341"/>
                </a:cubicBezTo>
                <a:lnTo>
                  <a:pt x="1297" y="23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de-DE" dirty="0"/>
          </a:p>
        </p:txBody>
      </p:sp>
      <p:sp>
        <p:nvSpPr>
          <p:cNvPr id="37" name="Freeform 32">
            <a:extLst>
              <a:ext uri="{FF2B5EF4-FFF2-40B4-BE49-F238E27FC236}">
                <a16:creationId xmlns:a16="http://schemas.microsoft.com/office/drawing/2014/main" id="{6462419B-BE9C-054C-26EA-F681083C95E4}"/>
              </a:ext>
            </a:extLst>
          </p:cNvPr>
          <p:cNvSpPr>
            <a:spLocks noEditPoints="1"/>
          </p:cNvSpPr>
          <p:nvPr>
            <p:custDataLst>
              <p:tags r:id="rId2"/>
            </p:custDataLst>
          </p:nvPr>
        </p:nvSpPr>
        <p:spPr bwMode="auto">
          <a:xfrm>
            <a:off x="9641921" y="3003492"/>
            <a:ext cx="1004836" cy="460375"/>
          </a:xfrm>
          <a:custGeom>
            <a:avLst/>
            <a:gdLst>
              <a:gd name="T0" fmla="*/ 1959 w 1959"/>
              <a:gd name="T1" fmla="*/ 38 h 879"/>
              <a:gd name="T2" fmla="*/ 1676 w 1959"/>
              <a:gd name="T3" fmla="*/ 879 h 879"/>
              <a:gd name="T4" fmla="*/ 1817 w 1959"/>
              <a:gd name="T5" fmla="*/ 0 h 879"/>
              <a:gd name="T6" fmla="*/ 1358 w 1959"/>
              <a:gd name="T7" fmla="*/ 38 h 879"/>
              <a:gd name="T8" fmla="*/ 1642 w 1959"/>
              <a:gd name="T9" fmla="*/ 879 h 879"/>
              <a:gd name="T10" fmla="*/ 1500 w 1959"/>
              <a:gd name="T11" fmla="*/ 0 h 879"/>
              <a:gd name="T12" fmla="*/ 1327 w 1959"/>
              <a:gd name="T13" fmla="*/ 879 h 879"/>
              <a:gd name="T14" fmla="*/ 1134 w 1959"/>
              <a:gd name="T15" fmla="*/ 634 h 879"/>
              <a:gd name="T16" fmla="*/ 760 w 1959"/>
              <a:gd name="T17" fmla="*/ 879 h 879"/>
              <a:gd name="T18" fmla="*/ 624 w 1959"/>
              <a:gd name="T19" fmla="*/ 570 h 879"/>
              <a:gd name="T20" fmla="*/ 453 w 1959"/>
              <a:gd name="T21" fmla="*/ 624 h 879"/>
              <a:gd name="T22" fmla="*/ 0 w 1959"/>
              <a:gd name="T23" fmla="*/ 879 h 879"/>
              <a:gd name="T24" fmla="*/ 227 w 1959"/>
              <a:gd name="T25" fmla="*/ 460 h 879"/>
              <a:gd name="T26" fmla="*/ 624 w 1959"/>
              <a:gd name="T27" fmla="*/ 530 h 879"/>
              <a:gd name="T28" fmla="*/ 760 w 1959"/>
              <a:gd name="T29" fmla="*/ 414 h 879"/>
              <a:gd name="T30" fmla="*/ 1134 w 1959"/>
              <a:gd name="T31" fmla="*/ 534 h 879"/>
              <a:gd name="T32" fmla="*/ 1327 w 1959"/>
              <a:gd name="T33" fmla="*/ 193 h 879"/>
              <a:gd name="T34" fmla="*/ 1230 w 1959"/>
              <a:gd name="T35" fmla="*/ 275 h 879"/>
              <a:gd name="T36" fmla="*/ 1176 w 1959"/>
              <a:gd name="T37" fmla="*/ 222 h 879"/>
              <a:gd name="T38" fmla="*/ 1229 w 1959"/>
              <a:gd name="T39" fmla="*/ 633 h 879"/>
              <a:gd name="T40" fmla="*/ 1283 w 1959"/>
              <a:gd name="T41" fmla="*/ 686 h 879"/>
              <a:gd name="T42" fmla="*/ 1230 w 1959"/>
              <a:gd name="T43" fmla="*/ 768 h 879"/>
              <a:gd name="T44" fmla="*/ 1176 w 1959"/>
              <a:gd name="T45" fmla="*/ 715 h 879"/>
              <a:gd name="T46" fmla="*/ 1283 w 1959"/>
              <a:gd name="T47" fmla="*/ 551 h 879"/>
              <a:gd name="T48" fmla="*/ 1230 w 1959"/>
              <a:gd name="T49" fmla="*/ 604 h 879"/>
              <a:gd name="T50" fmla="*/ 1229 w 1959"/>
              <a:gd name="T51" fmla="*/ 470 h 879"/>
              <a:gd name="T52" fmla="*/ 1283 w 1959"/>
              <a:gd name="T53" fmla="*/ 523 h 879"/>
              <a:gd name="T54" fmla="*/ 1283 w 1959"/>
              <a:gd name="T55" fmla="*/ 387 h 879"/>
              <a:gd name="T56" fmla="*/ 1230 w 1959"/>
              <a:gd name="T57" fmla="*/ 440 h 879"/>
              <a:gd name="T58" fmla="*/ 1229 w 1959"/>
              <a:gd name="T59" fmla="*/ 305 h 879"/>
              <a:gd name="T60" fmla="*/ 1283 w 1959"/>
              <a:gd name="T61" fmla="*/ 358 h 879"/>
              <a:gd name="T62" fmla="*/ 1215 w 1959"/>
              <a:gd name="T63" fmla="*/ 290 h 879"/>
              <a:gd name="T64" fmla="*/ 1162 w 1959"/>
              <a:gd name="T65" fmla="*/ 343 h 879"/>
              <a:gd name="T66" fmla="*/ 1215 w 1959"/>
              <a:gd name="T67" fmla="*/ 455 h 879"/>
              <a:gd name="T68" fmla="*/ 1162 w 1959"/>
              <a:gd name="T69" fmla="*/ 508 h 879"/>
              <a:gd name="T70" fmla="*/ 1215 w 1959"/>
              <a:gd name="T71" fmla="*/ 618 h 879"/>
              <a:gd name="T72" fmla="*/ 1162 w 1959"/>
              <a:gd name="T73" fmla="*/ 672 h 879"/>
              <a:gd name="T74" fmla="*/ 1215 w 1959"/>
              <a:gd name="T75" fmla="*/ 783 h 879"/>
              <a:gd name="T76" fmla="*/ 1162 w 1959"/>
              <a:gd name="T77" fmla="*/ 836 h 879"/>
              <a:gd name="T78" fmla="*/ 1229 w 1959"/>
              <a:gd name="T79" fmla="*/ 798 h 879"/>
              <a:gd name="T80" fmla="*/ 1283 w 1959"/>
              <a:gd name="T81" fmla="*/ 851 h 879"/>
              <a:gd name="T82" fmla="*/ 1244 w 1959"/>
              <a:gd name="T83" fmla="*/ 781 h 879"/>
              <a:gd name="T84" fmla="*/ 1297 w 1959"/>
              <a:gd name="T85" fmla="*/ 728 h 879"/>
              <a:gd name="T86" fmla="*/ 1244 w 1959"/>
              <a:gd name="T87" fmla="*/ 617 h 879"/>
              <a:gd name="T88" fmla="*/ 1297 w 1959"/>
              <a:gd name="T89" fmla="*/ 564 h 879"/>
              <a:gd name="T90" fmla="*/ 1244 w 1959"/>
              <a:gd name="T91" fmla="*/ 453 h 879"/>
              <a:gd name="T92" fmla="*/ 1297 w 1959"/>
              <a:gd name="T93" fmla="*/ 400 h 879"/>
              <a:gd name="T94" fmla="*/ 1244 w 1959"/>
              <a:gd name="T95" fmla="*/ 288 h 879"/>
              <a:gd name="T96" fmla="*/ 1297 w 1959"/>
              <a:gd name="T97" fmla="*/ 235 h 8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59" h="879">
                <a:moveTo>
                  <a:pt x="1817" y="0"/>
                </a:moveTo>
                <a:cubicBezTo>
                  <a:pt x="1896" y="0"/>
                  <a:pt x="1959" y="17"/>
                  <a:pt x="1959" y="38"/>
                </a:cubicBezTo>
                <a:cubicBezTo>
                  <a:pt x="1959" y="879"/>
                  <a:pt x="1959" y="879"/>
                  <a:pt x="1959" y="879"/>
                </a:cubicBezTo>
                <a:cubicBezTo>
                  <a:pt x="1676" y="879"/>
                  <a:pt x="1676" y="879"/>
                  <a:pt x="1676" y="879"/>
                </a:cubicBezTo>
                <a:cubicBezTo>
                  <a:pt x="1676" y="38"/>
                  <a:pt x="1676" y="38"/>
                  <a:pt x="1676" y="38"/>
                </a:cubicBezTo>
                <a:cubicBezTo>
                  <a:pt x="1676" y="17"/>
                  <a:pt x="1739" y="0"/>
                  <a:pt x="1817" y="0"/>
                </a:cubicBezTo>
                <a:close/>
                <a:moveTo>
                  <a:pt x="1500" y="0"/>
                </a:moveTo>
                <a:cubicBezTo>
                  <a:pt x="1422" y="0"/>
                  <a:pt x="1358" y="17"/>
                  <a:pt x="1358" y="38"/>
                </a:cubicBezTo>
                <a:cubicBezTo>
                  <a:pt x="1358" y="879"/>
                  <a:pt x="1358" y="879"/>
                  <a:pt x="1358" y="879"/>
                </a:cubicBezTo>
                <a:cubicBezTo>
                  <a:pt x="1642" y="879"/>
                  <a:pt x="1642" y="879"/>
                  <a:pt x="1642" y="879"/>
                </a:cubicBezTo>
                <a:cubicBezTo>
                  <a:pt x="1642" y="38"/>
                  <a:pt x="1642" y="38"/>
                  <a:pt x="1642" y="38"/>
                </a:cubicBezTo>
                <a:cubicBezTo>
                  <a:pt x="1642" y="17"/>
                  <a:pt x="1578" y="0"/>
                  <a:pt x="1500" y="0"/>
                </a:cubicBezTo>
                <a:close/>
                <a:moveTo>
                  <a:pt x="1327" y="193"/>
                </a:moveTo>
                <a:cubicBezTo>
                  <a:pt x="1327" y="879"/>
                  <a:pt x="1327" y="879"/>
                  <a:pt x="1327" y="879"/>
                </a:cubicBezTo>
                <a:cubicBezTo>
                  <a:pt x="1134" y="879"/>
                  <a:pt x="1134" y="879"/>
                  <a:pt x="1134" y="879"/>
                </a:cubicBezTo>
                <a:cubicBezTo>
                  <a:pt x="1134" y="634"/>
                  <a:pt x="1134" y="634"/>
                  <a:pt x="1134" y="634"/>
                </a:cubicBezTo>
                <a:cubicBezTo>
                  <a:pt x="760" y="705"/>
                  <a:pt x="760" y="705"/>
                  <a:pt x="760" y="705"/>
                </a:cubicBezTo>
                <a:cubicBezTo>
                  <a:pt x="760" y="879"/>
                  <a:pt x="760" y="879"/>
                  <a:pt x="760" y="879"/>
                </a:cubicBezTo>
                <a:cubicBezTo>
                  <a:pt x="624" y="879"/>
                  <a:pt x="624" y="879"/>
                  <a:pt x="624" y="879"/>
                </a:cubicBezTo>
                <a:cubicBezTo>
                  <a:pt x="624" y="570"/>
                  <a:pt x="624" y="570"/>
                  <a:pt x="624" y="570"/>
                </a:cubicBezTo>
                <a:cubicBezTo>
                  <a:pt x="301" y="514"/>
                  <a:pt x="301" y="514"/>
                  <a:pt x="301" y="514"/>
                </a:cubicBezTo>
                <a:cubicBezTo>
                  <a:pt x="453" y="624"/>
                  <a:pt x="453" y="624"/>
                  <a:pt x="453" y="624"/>
                </a:cubicBezTo>
                <a:cubicBezTo>
                  <a:pt x="453" y="879"/>
                  <a:pt x="453" y="879"/>
                  <a:pt x="453" y="879"/>
                </a:cubicBezTo>
                <a:cubicBezTo>
                  <a:pt x="0" y="879"/>
                  <a:pt x="0" y="879"/>
                  <a:pt x="0" y="879"/>
                </a:cubicBezTo>
                <a:cubicBezTo>
                  <a:pt x="0" y="624"/>
                  <a:pt x="0" y="624"/>
                  <a:pt x="0" y="624"/>
                </a:cubicBezTo>
                <a:cubicBezTo>
                  <a:pt x="227" y="460"/>
                  <a:pt x="227" y="460"/>
                  <a:pt x="227" y="460"/>
                </a:cubicBezTo>
                <a:cubicBezTo>
                  <a:pt x="228" y="460"/>
                  <a:pt x="228" y="460"/>
                  <a:pt x="228" y="460"/>
                </a:cubicBezTo>
                <a:cubicBezTo>
                  <a:pt x="624" y="530"/>
                  <a:pt x="624" y="530"/>
                  <a:pt x="624" y="530"/>
                </a:cubicBezTo>
                <a:cubicBezTo>
                  <a:pt x="624" y="414"/>
                  <a:pt x="624" y="414"/>
                  <a:pt x="624" y="414"/>
                </a:cubicBezTo>
                <a:cubicBezTo>
                  <a:pt x="760" y="414"/>
                  <a:pt x="760" y="414"/>
                  <a:pt x="760" y="414"/>
                </a:cubicBezTo>
                <a:cubicBezTo>
                  <a:pt x="760" y="602"/>
                  <a:pt x="760" y="602"/>
                  <a:pt x="760" y="602"/>
                </a:cubicBezTo>
                <a:cubicBezTo>
                  <a:pt x="1134" y="534"/>
                  <a:pt x="1134" y="534"/>
                  <a:pt x="1134" y="534"/>
                </a:cubicBezTo>
                <a:cubicBezTo>
                  <a:pt x="1134" y="193"/>
                  <a:pt x="1134" y="193"/>
                  <a:pt x="1134" y="193"/>
                </a:cubicBezTo>
                <a:lnTo>
                  <a:pt x="1327" y="193"/>
                </a:lnTo>
                <a:close/>
                <a:moveTo>
                  <a:pt x="1176" y="222"/>
                </a:moveTo>
                <a:cubicBezTo>
                  <a:pt x="1230" y="275"/>
                  <a:pt x="1230" y="275"/>
                  <a:pt x="1230" y="275"/>
                </a:cubicBezTo>
                <a:cubicBezTo>
                  <a:pt x="1283" y="222"/>
                  <a:pt x="1283" y="222"/>
                  <a:pt x="1283" y="222"/>
                </a:cubicBezTo>
                <a:lnTo>
                  <a:pt x="1176" y="222"/>
                </a:lnTo>
                <a:close/>
                <a:moveTo>
                  <a:pt x="1283" y="686"/>
                </a:moveTo>
                <a:cubicBezTo>
                  <a:pt x="1229" y="633"/>
                  <a:pt x="1229" y="633"/>
                  <a:pt x="1229" y="633"/>
                </a:cubicBezTo>
                <a:cubicBezTo>
                  <a:pt x="1176" y="686"/>
                  <a:pt x="1176" y="686"/>
                  <a:pt x="1176" y="686"/>
                </a:cubicBezTo>
                <a:lnTo>
                  <a:pt x="1283" y="686"/>
                </a:lnTo>
                <a:close/>
                <a:moveTo>
                  <a:pt x="1176" y="715"/>
                </a:moveTo>
                <a:cubicBezTo>
                  <a:pt x="1230" y="768"/>
                  <a:pt x="1230" y="768"/>
                  <a:pt x="1230" y="768"/>
                </a:cubicBezTo>
                <a:cubicBezTo>
                  <a:pt x="1283" y="715"/>
                  <a:pt x="1283" y="715"/>
                  <a:pt x="1283" y="715"/>
                </a:cubicBezTo>
                <a:lnTo>
                  <a:pt x="1176" y="715"/>
                </a:lnTo>
                <a:close/>
                <a:moveTo>
                  <a:pt x="1230" y="604"/>
                </a:moveTo>
                <a:cubicBezTo>
                  <a:pt x="1283" y="551"/>
                  <a:pt x="1283" y="551"/>
                  <a:pt x="1283" y="551"/>
                </a:cubicBezTo>
                <a:cubicBezTo>
                  <a:pt x="1176" y="551"/>
                  <a:pt x="1176" y="551"/>
                  <a:pt x="1176" y="551"/>
                </a:cubicBezTo>
                <a:lnTo>
                  <a:pt x="1230" y="604"/>
                </a:lnTo>
                <a:close/>
                <a:moveTo>
                  <a:pt x="1283" y="523"/>
                </a:moveTo>
                <a:cubicBezTo>
                  <a:pt x="1229" y="470"/>
                  <a:pt x="1229" y="470"/>
                  <a:pt x="1229" y="470"/>
                </a:cubicBezTo>
                <a:cubicBezTo>
                  <a:pt x="1176" y="523"/>
                  <a:pt x="1176" y="523"/>
                  <a:pt x="1176" y="523"/>
                </a:cubicBezTo>
                <a:lnTo>
                  <a:pt x="1283" y="523"/>
                </a:lnTo>
                <a:close/>
                <a:moveTo>
                  <a:pt x="1230" y="440"/>
                </a:moveTo>
                <a:cubicBezTo>
                  <a:pt x="1283" y="387"/>
                  <a:pt x="1283" y="387"/>
                  <a:pt x="1283" y="387"/>
                </a:cubicBezTo>
                <a:cubicBezTo>
                  <a:pt x="1176" y="387"/>
                  <a:pt x="1176" y="387"/>
                  <a:pt x="1176" y="387"/>
                </a:cubicBezTo>
                <a:lnTo>
                  <a:pt x="1230" y="440"/>
                </a:lnTo>
                <a:close/>
                <a:moveTo>
                  <a:pt x="1283" y="358"/>
                </a:moveTo>
                <a:cubicBezTo>
                  <a:pt x="1229" y="305"/>
                  <a:pt x="1229" y="305"/>
                  <a:pt x="1229" y="305"/>
                </a:cubicBezTo>
                <a:cubicBezTo>
                  <a:pt x="1176" y="358"/>
                  <a:pt x="1176" y="358"/>
                  <a:pt x="1176" y="358"/>
                </a:cubicBezTo>
                <a:lnTo>
                  <a:pt x="1283" y="358"/>
                </a:lnTo>
                <a:close/>
                <a:moveTo>
                  <a:pt x="1162" y="343"/>
                </a:moveTo>
                <a:cubicBezTo>
                  <a:pt x="1215" y="290"/>
                  <a:pt x="1215" y="290"/>
                  <a:pt x="1215" y="290"/>
                </a:cubicBezTo>
                <a:cubicBezTo>
                  <a:pt x="1162" y="237"/>
                  <a:pt x="1162" y="237"/>
                  <a:pt x="1162" y="237"/>
                </a:cubicBezTo>
                <a:lnTo>
                  <a:pt x="1162" y="343"/>
                </a:lnTo>
                <a:close/>
                <a:moveTo>
                  <a:pt x="1162" y="508"/>
                </a:moveTo>
                <a:cubicBezTo>
                  <a:pt x="1215" y="455"/>
                  <a:pt x="1215" y="455"/>
                  <a:pt x="1215" y="455"/>
                </a:cubicBezTo>
                <a:cubicBezTo>
                  <a:pt x="1162" y="402"/>
                  <a:pt x="1162" y="402"/>
                  <a:pt x="1162" y="402"/>
                </a:cubicBezTo>
                <a:lnTo>
                  <a:pt x="1162" y="508"/>
                </a:lnTo>
                <a:close/>
                <a:moveTo>
                  <a:pt x="1162" y="672"/>
                </a:moveTo>
                <a:cubicBezTo>
                  <a:pt x="1215" y="618"/>
                  <a:pt x="1215" y="618"/>
                  <a:pt x="1215" y="618"/>
                </a:cubicBezTo>
                <a:cubicBezTo>
                  <a:pt x="1162" y="565"/>
                  <a:pt x="1162" y="565"/>
                  <a:pt x="1162" y="565"/>
                </a:cubicBezTo>
                <a:lnTo>
                  <a:pt x="1162" y="672"/>
                </a:lnTo>
                <a:close/>
                <a:moveTo>
                  <a:pt x="1162" y="836"/>
                </a:moveTo>
                <a:cubicBezTo>
                  <a:pt x="1215" y="783"/>
                  <a:pt x="1215" y="783"/>
                  <a:pt x="1215" y="783"/>
                </a:cubicBezTo>
                <a:cubicBezTo>
                  <a:pt x="1162" y="730"/>
                  <a:pt x="1162" y="730"/>
                  <a:pt x="1162" y="730"/>
                </a:cubicBezTo>
                <a:lnTo>
                  <a:pt x="1162" y="836"/>
                </a:lnTo>
                <a:close/>
                <a:moveTo>
                  <a:pt x="1283" y="851"/>
                </a:moveTo>
                <a:cubicBezTo>
                  <a:pt x="1229" y="798"/>
                  <a:pt x="1229" y="798"/>
                  <a:pt x="1229" y="798"/>
                </a:cubicBezTo>
                <a:cubicBezTo>
                  <a:pt x="1176" y="851"/>
                  <a:pt x="1176" y="851"/>
                  <a:pt x="1176" y="851"/>
                </a:cubicBezTo>
                <a:lnTo>
                  <a:pt x="1283" y="851"/>
                </a:lnTo>
                <a:close/>
                <a:moveTo>
                  <a:pt x="1297" y="728"/>
                </a:moveTo>
                <a:cubicBezTo>
                  <a:pt x="1244" y="781"/>
                  <a:pt x="1244" y="781"/>
                  <a:pt x="1244" y="781"/>
                </a:cubicBezTo>
                <a:cubicBezTo>
                  <a:pt x="1297" y="834"/>
                  <a:pt x="1297" y="834"/>
                  <a:pt x="1297" y="834"/>
                </a:cubicBezTo>
                <a:lnTo>
                  <a:pt x="1297" y="728"/>
                </a:lnTo>
                <a:close/>
                <a:moveTo>
                  <a:pt x="1297" y="564"/>
                </a:moveTo>
                <a:cubicBezTo>
                  <a:pt x="1244" y="617"/>
                  <a:pt x="1244" y="617"/>
                  <a:pt x="1244" y="617"/>
                </a:cubicBezTo>
                <a:cubicBezTo>
                  <a:pt x="1297" y="670"/>
                  <a:pt x="1297" y="670"/>
                  <a:pt x="1297" y="670"/>
                </a:cubicBezTo>
                <a:lnTo>
                  <a:pt x="1297" y="564"/>
                </a:lnTo>
                <a:close/>
                <a:moveTo>
                  <a:pt x="1297" y="400"/>
                </a:moveTo>
                <a:cubicBezTo>
                  <a:pt x="1244" y="453"/>
                  <a:pt x="1244" y="453"/>
                  <a:pt x="1244" y="453"/>
                </a:cubicBezTo>
                <a:cubicBezTo>
                  <a:pt x="1297" y="507"/>
                  <a:pt x="1297" y="507"/>
                  <a:pt x="1297" y="507"/>
                </a:cubicBezTo>
                <a:lnTo>
                  <a:pt x="1297" y="400"/>
                </a:lnTo>
                <a:close/>
                <a:moveTo>
                  <a:pt x="1297" y="235"/>
                </a:moveTo>
                <a:cubicBezTo>
                  <a:pt x="1244" y="288"/>
                  <a:pt x="1244" y="288"/>
                  <a:pt x="1244" y="288"/>
                </a:cubicBezTo>
                <a:cubicBezTo>
                  <a:pt x="1297" y="341"/>
                  <a:pt x="1297" y="341"/>
                  <a:pt x="1297" y="341"/>
                </a:cubicBezTo>
                <a:lnTo>
                  <a:pt x="1297" y="23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de-DE" dirty="0"/>
          </a:p>
        </p:txBody>
      </p:sp>
      <p:sp>
        <p:nvSpPr>
          <p:cNvPr id="38" name="Freeform 32">
            <a:extLst>
              <a:ext uri="{FF2B5EF4-FFF2-40B4-BE49-F238E27FC236}">
                <a16:creationId xmlns:a16="http://schemas.microsoft.com/office/drawing/2014/main" id="{D3CACE14-4A00-DC61-C6E3-957EC5A16101}"/>
              </a:ext>
            </a:extLst>
          </p:cNvPr>
          <p:cNvSpPr>
            <a:spLocks noEditPoints="1"/>
          </p:cNvSpPr>
          <p:nvPr>
            <p:custDataLst>
              <p:tags r:id="rId3"/>
            </p:custDataLst>
          </p:nvPr>
        </p:nvSpPr>
        <p:spPr bwMode="auto">
          <a:xfrm>
            <a:off x="2372356" y="3938669"/>
            <a:ext cx="1004836" cy="460375"/>
          </a:xfrm>
          <a:custGeom>
            <a:avLst/>
            <a:gdLst>
              <a:gd name="T0" fmla="*/ 1959 w 1959"/>
              <a:gd name="T1" fmla="*/ 38 h 879"/>
              <a:gd name="T2" fmla="*/ 1676 w 1959"/>
              <a:gd name="T3" fmla="*/ 879 h 879"/>
              <a:gd name="T4" fmla="*/ 1817 w 1959"/>
              <a:gd name="T5" fmla="*/ 0 h 879"/>
              <a:gd name="T6" fmla="*/ 1358 w 1959"/>
              <a:gd name="T7" fmla="*/ 38 h 879"/>
              <a:gd name="T8" fmla="*/ 1642 w 1959"/>
              <a:gd name="T9" fmla="*/ 879 h 879"/>
              <a:gd name="T10" fmla="*/ 1500 w 1959"/>
              <a:gd name="T11" fmla="*/ 0 h 879"/>
              <a:gd name="T12" fmla="*/ 1327 w 1959"/>
              <a:gd name="T13" fmla="*/ 879 h 879"/>
              <a:gd name="T14" fmla="*/ 1134 w 1959"/>
              <a:gd name="T15" fmla="*/ 634 h 879"/>
              <a:gd name="T16" fmla="*/ 760 w 1959"/>
              <a:gd name="T17" fmla="*/ 879 h 879"/>
              <a:gd name="T18" fmla="*/ 624 w 1959"/>
              <a:gd name="T19" fmla="*/ 570 h 879"/>
              <a:gd name="T20" fmla="*/ 453 w 1959"/>
              <a:gd name="T21" fmla="*/ 624 h 879"/>
              <a:gd name="T22" fmla="*/ 0 w 1959"/>
              <a:gd name="T23" fmla="*/ 879 h 879"/>
              <a:gd name="T24" fmla="*/ 227 w 1959"/>
              <a:gd name="T25" fmla="*/ 460 h 879"/>
              <a:gd name="T26" fmla="*/ 624 w 1959"/>
              <a:gd name="T27" fmla="*/ 530 h 879"/>
              <a:gd name="T28" fmla="*/ 760 w 1959"/>
              <a:gd name="T29" fmla="*/ 414 h 879"/>
              <a:gd name="T30" fmla="*/ 1134 w 1959"/>
              <a:gd name="T31" fmla="*/ 534 h 879"/>
              <a:gd name="T32" fmla="*/ 1327 w 1959"/>
              <a:gd name="T33" fmla="*/ 193 h 879"/>
              <a:gd name="T34" fmla="*/ 1230 w 1959"/>
              <a:gd name="T35" fmla="*/ 275 h 879"/>
              <a:gd name="T36" fmla="*/ 1176 w 1959"/>
              <a:gd name="T37" fmla="*/ 222 h 879"/>
              <a:gd name="T38" fmla="*/ 1229 w 1959"/>
              <a:gd name="T39" fmla="*/ 633 h 879"/>
              <a:gd name="T40" fmla="*/ 1283 w 1959"/>
              <a:gd name="T41" fmla="*/ 686 h 879"/>
              <a:gd name="T42" fmla="*/ 1230 w 1959"/>
              <a:gd name="T43" fmla="*/ 768 h 879"/>
              <a:gd name="T44" fmla="*/ 1176 w 1959"/>
              <a:gd name="T45" fmla="*/ 715 h 879"/>
              <a:gd name="T46" fmla="*/ 1283 w 1959"/>
              <a:gd name="T47" fmla="*/ 551 h 879"/>
              <a:gd name="T48" fmla="*/ 1230 w 1959"/>
              <a:gd name="T49" fmla="*/ 604 h 879"/>
              <a:gd name="T50" fmla="*/ 1229 w 1959"/>
              <a:gd name="T51" fmla="*/ 470 h 879"/>
              <a:gd name="T52" fmla="*/ 1283 w 1959"/>
              <a:gd name="T53" fmla="*/ 523 h 879"/>
              <a:gd name="T54" fmla="*/ 1283 w 1959"/>
              <a:gd name="T55" fmla="*/ 387 h 879"/>
              <a:gd name="T56" fmla="*/ 1230 w 1959"/>
              <a:gd name="T57" fmla="*/ 440 h 879"/>
              <a:gd name="T58" fmla="*/ 1229 w 1959"/>
              <a:gd name="T59" fmla="*/ 305 h 879"/>
              <a:gd name="T60" fmla="*/ 1283 w 1959"/>
              <a:gd name="T61" fmla="*/ 358 h 879"/>
              <a:gd name="T62" fmla="*/ 1215 w 1959"/>
              <a:gd name="T63" fmla="*/ 290 h 879"/>
              <a:gd name="T64" fmla="*/ 1162 w 1959"/>
              <a:gd name="T65" fmla="*/ 343 h 879"/>
              <a:gd name="T66" fmla="*/ 1215 w 1959"/>
              <a:gd name="T67" fmla="*/ 455 h 879"/>
              <a:gd name="T68" fmla="*/ 1162 w 1959"/>
              <a:gd name="T69" fmla="*/ 508 h 879"/>
              <a:gd name="T70" fmla="*/ 1215 w 1959"/>
              <a:gd name="T71" fmla="*/ 618 h 879"/>
              <a:gd name="T72" fmla="*/ 1162 w 1959"/>
              <a:gd name="T73" fmla="*/ 672 h 879"/>
              <a:gd name="T74" fmla="*/ 1215 w 1959"/>
              <a:gd name="T75" fmla="*/ 783 h 879"/>
              <a:gd name="T76" fmla="*/ 1162 w 1959"/>
              <a:gd name="T77" fmla="*/ 836 h 879"/>
              <a:gd name="T78" fmla="*/ 1229 w 1959"/>
              <a:gd name="T79" fmla="*/ 798 h 879"/>
              <a:gd name="T80" fmla="*/ 1283 w 1959"/>
              <a:gd name="T81" fmla="*/ 851 h 879"/>
              <a:gd name="T82" fmla="*/ 1244 w 1959"/>
              <a:gd name="T83" fmla="*/ 781 h 879"/>
              <a:gd name="T84" fmla="*/ 1297 w 1959"/>
              <a:gd name="T85" fmla="*/ 728 h 879"/>
              <a:gd name="T86" fmla="*/ 1244 w 1959"/>
              <a:gd name="T87" fmla="*/ 617 h 879"/>
              <a:gd name="T88" fmla="*/ 1297 w 1959"/>
              <a:gd name="T89" fmla="*/ 564 h 879"/>
              <a:gd name="T90" fmla="*/ 1244 w 1959"/>
              <a:gd name="T91" fmla="*/ 453 h 879"/>
              <a:gd name="T92" fmla="*/ 1297 w 1959"/>
              <a:gd name="T93" fmla="*/ 400 h 879"/>
              <a:gd name="T94" fmla="*/ 1244 w 1959"/>
              <a:gd name="T95" fmla="*/ 288 h 879"/>
              <a:gd name="T96" fmla="*/ 1297 w 1959"/>
              <a:gd name="T97" fmla="*/ 235 h 8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59" h="879">
                <a:moveTo>
                  <a:pt x="1817" y="0"/>
                </a:moveTo>
                <a:cubicBezTo>
                  <a:pt x="1896" y="0"/>
                  <a:pt x="1959" y="17"/>
                  <a:pt x="1959" y="38"/>
                </a:cubicBezTo>
                <a:cubicBezTo>
                  <a:pt x="1959" y="879"/>
                  <a:pt x="1959" y="879"/>
                  <a:pt x="1959" y="879"/>
                </a:cubicBezTo>
                <a:cubicBezTo>
                  <a:pt x="1676" y="879"/>
                  <a:pt x="1676" y="879"/>
                  <a:pt x="1676" y="879"/>
                </a:cubicBezTo>
                <a:cubicBezTo>
                  <a:pt x="1676" y="38"/>
                  <a:pt x="1676" y="38"/>
                  <a:pt x="1676" y="38"/>
                </a:cubicBezTo>
                <a:cubicBezTo>
                  <a:pt x="1676" y="17"/>
                  <a:pt x="1739" y="0"/>
                  <a:pt x="1817" y="0"/>
                </a:cubicBezTo>
                <a:close/>
                <a:moveTo>
                  <a:pt x="1500" y="0"/>
                </a:moveTo>
                <a:cubicBezTo>
                  <a:pt x="1422" y="0"/>
                  <a:pt x="1358" y="17"/>
                  <a:pt x="1358" y="38"/>
                </a:cubicBezTo>
                <a:cubicBezTo>
                  <a:pt x="1358" y="879"/>
                  <a:pt x="1358" y="879"/>
                  <a:pt x="1358" y="879"/>
                </a:cubicBezTo>
                <a:cubicBezTo>
                  <a:pt x="1642" y="879"/>
                  <a:pt x="1642" y="879"/>
                  <a:pt x="1642" y="879"/>
                </a:cubicBezTo>
                <a:cubicBezTo>
                  <a:pt x="1642" y="38"/>
                  <a:pt x="1642" y="38"/>
                  <a:pt x="1642" y="38"/>
                </a:cubicBezTo>
                <a:cubicBezTo>
                  <a:pt x="1642" y="17"/>
                  <a:pt x="1578" y="0"/>
                  <a:pt x="1500" y="0"/>
                </a:cubicBezTo>
                <a:close/>
                <a:moveTo>
                  <a:pt x="1327" y="193"/>
                </a:moveTo>
                <a:cubicBezTo>
                  <a:pt x="1327" y="879"/>
                  <a:pt x="1327" y="879"/>
                  <a:pt x="1327" y="879"/>
                </a:cubicBezTo>
                <a:cubicBezTo>
                  <a:pt x="1134" y="879"/>
                  <a:pt x="1134" y="879"/>
                  <a:pt x="1134" y="879"/>
                </a:cubicBezTo>
                <a:cubicBezTo>
                  <a:pt x="1134" y="634"/>
                  <a:pt x="1134" y="634"/>
                  <a:pt x="1134" y="634"/>
                </a:cubicBezTo>
                <a:cubicBezTo>
                  <a:pt x="760" y="705"/>
                  <a:pt x="760" y="705"/>
                  <a:pt x="760" y="705"/>
                </a:cubicBezTo>
                <a:cubicBezTo>
                  <a:pt x="760" y="879"/>
                  <a:pt x="760" y="879"/>
                  <a:pt x="760" y="879"/>
                </a:cubicBezTo>
                <a:cubicBezTo>
                  <a:pt x="624" y="879"/>
                  <a:pt x="624" y="879"/>
                  <a:pt x="624" y="879"/>
                </a:cubicBezTo>
                <a:cubicBezTo>
                  <a:pt x="624" y="570"/>
                  <a:pt x="624" y="570"/>
                  <a:pt x="624" y="570"/>
                </a:cubicBezTo>
                <a:cubicBezTo>
                  <a:pt x="301" y="514"/>
                  <a:pt x="301" y="514"/>
                  <a:pt x="301" y="514"/>
                </a:cubicBezTo>
                <a:cubicBezTo>
                  <a:pt x="453" y="624"/>
                  <a:pt x="453" y="624"/>
                  <a:pt x="453" y="624"/>
                </a:cubicBezTo>
                <a:cubicBezTo>
                  <a:pt x="453" y="879"/>
                  <a:pt x="453" y="879"/>
                  <a:pt x="453" y="879"/>
                </a:cubicBezTo>
                <a:cubicBezTo>
                  <a:pt x="0" y="879"/>
                  <a:pt x="0" y="879"/>
                  <a:pt x="0" y="879"/>
                </a:cubicBezTo>
                <a:cubicBezTo>
                  <a:pt x="0" y="624"/>
                  <a:pt x="0" y="624"/>
                  <a:pt x="0" y="624"/>
                </a:cubicBezTo>
                <a:cubicBezTo>
                  <a:pt x="227" y="460"/>
                  <a:pt x="227" y="460"/>
                  <a:pt x="227" y="460"/>
                </a:cubicBezTo>
                <a:cubicBezTo>
                  <a:pt x="228" y="460"/>
                  <a:pt x="228" y="460"/>
                  <a:pt x="228" y="460"/>
                </a:cubicBezTo>
                <a:cubicBezTo>
                  <a:pt x="624" y="530"/>
                  <a:pt x="624" y="530"/>
                  <a:pt x="624" y="530"/>
                </a:cubicBezTo>
                <a:cubicBezTo>
                  <a:pt x="624" y="414"/>
                  <a:pt x="624" y="414"/>
                  <a:pt x="624" y="414"/>
                </a:cubicBezTo>
                <a:cubicBezTo>
                  <a:pt x="760" y="414"/>
                  <a:pt x="760" y="414"/>
                  <a:pt x="760" y="414"/>
                </a:cubicBezTo>
                <a:cubicBezTo>
                  <a:pt x="760" y="602"/>
                  <a:pt x="760" y="602"/>
                  <a:pt x="760" y="602"/>
                </a:cubicBezTo>
                <a:cubicBezTo>
                  <a:pt x="1134" y="534"/>
                  <a:pt x="1134" y="534"/>
                  <a:pt x="1134" y="534"/>
                </a:cubicBezTo>
                <a:cubicBezTo>
                  <a:pt x="1134" y="193"/>
                  <a:pt x="1134" y="193"/>
                  <a:pt x="1134" y="193"/>
                </a:cubicBezTo>
                <a:lnTo>
                  <a:pt x="1327" y="193"/>
                </a:lnTo>
                <a:close/>
                <a:moveTo>
                  <a:pt x="1176" y="222"/>
                </a:moveTo>
                <a:cubicBezTo>
                  <a:pt x="1230" y="275"/>
                  <a:pt x="1230" y="275"/>
                  <a:pt x="1230" y="275"/>
                </a:cubicBezTo>
                <a:cubicBezTo>
                  <a:pt x="1283" y="222"/>
                  <a:pt x="1283" y="222"/>
                  <a:pt x="1283" y="222"/>
                </a:cubicBezTo>
                <a:lnTo>
                  <a:pt x="1176" y="222"/>
                </a:lnTo>
                <a:close/>
                <a:moveTo>
                  <a:pt x="1283" y="686"/>
                </a:moveTo>
                <a:cubicBezTo>
                  <a:pt x="1229" y="633"/>
                  <a:pt x="1229" y="633"/>
                  <a:pt x="1229" y="633"/>
                </a:cubicBezTo>
                <a:cubicBezTo>
                  <a:pt x="1176" y="686"/>
                  <a:pt x="1176" y="686"/>
                  <a:pt x="1176" y="686"/>
                </a:cubicBezTo>
                <a:lnTo>
                  <a:pt x="1283" y="686"/>
                </a:lnTo>
                <a:close/>
                <a:moveTo>
                  <a:pt x="1176" y="715"/>
                </a:moveTo>
                <a:cubicBezTo>
                  <a:pt x="1230" y="768"/>
                  <a:pt x="1230" y="768"/>
                  <a:pt x="1230" y="768"/>
                </a:cubicBezTo>
                <a:cubicBezTo>
                  <a:pt x="1283" y="715"/>
                  <a:pt x="1283" y="715"/>
                  <a:pt x="1283" y="715"/>
                </a:cubicBezTo>
                <a:lnTo>
                  <a:pt x="1176" y="715"/>
                </a:lnTo>
                <a:close/>
                <a:moveTo>
                  <a:pt x="1230" y="604"/>
                </a:moveTo>
                <a:cubicBezTo>
                  <a:pt x="1283" y="551"/>
                  <a:pt x="1283" y="551"/>
                  <a:pt x="1283" y="551"/>
                </a:cubicBezTo>
                <a:cubicBezTo>
                  <a:pt x="1176" y="551"/>
                  <a:pt x="1176" y="551"/>
                  <a:pt x="1176" y="551"/>
                </a:cubicBezTo>
                <a:lnTo>
                  <a:pt x="1230" y="604"/>
                </a:lnTo>
                <a:close/>
                <a:moveTo>
                  <a:pt x="1283" y="523"/>
                </a:moveTo>
                <a:cubicBezTo>
                  <a:pt x="1229" y="470"/>
                  <a:pt x="1229" y="470"/>
                  <a:pt x="1229" y="470"/>
                </a:cubicBezTo>
                <a:cubicBezTo>
                  <a:pt x="1176" y="523"/>
                  <a:pt x="1176" y="523"/>
                  <a:pt x="1176" y="523"/>
                </a:cubicBezTo>
                <a:lnTo>
                  <a:pt x="1283" y="523"/>
                </a:lnTo>
                <a:close/>
                <a:moveTo>
                  <a:pt x="1230" y="440"/>
                </a:moveTo>
                <a:cubicBezTo>
                  <a:pt x="1283" y="387"/>
                  <a:pt x="1283" y="387"/>
                  <a:pt x="1283" y="387"/>
                </a:cubicBezTo>
                <a:cubicBezTo>
                  <a:pt x="1176" y="387"/>
                  <a:pt x="1176" y="387"/>
                  <a:pt x="1176" y="387"/>
                </a:cubicBezTo>
                <a:lnTo>
                  <a:pt x="1230" y="440"/>
                </a:lnTo>
                <a:close/>
                <a:moveTo>
                  <a:pt x="1283" y="358"/>
                </a:moveTo>
                <a:cubicBezTo>
                  <a:pt x="1229" y="305"/>
                  <a:pt x="1229" y="305"/>
                  <a:pt x="1229" y="305"/>
                </a:cubicBezTo>
                <a:cubicBezTo>
                  <a:pt x="1176" y="358"/>
                  <a:pt x="1176" y="358"/>
                  <a:pt x="1176" y="358"/>
                </a:cubicBezTo>
                <a:lnTo>
                  <a:pt x="1283" y="358"/>
                </a:lnTo>
                <a:close/>
                <a:moveTo>
                  <a:pt x="1162" y="343"/>
                </a:moveTo>
                <a:cubicBezTo>
                  <a:pt x="1215" y="290"/>
                  <a:pt x="1215" y="290"/>
                  <a:pt x="1215" y="290"/>
                </a:cubicBezTo>
                <a:cubicBezTo>
                  <a:pt x="1162" y="237"/>
                  <a:pt x="1162" y="237"/>
                  <a:pt x="1162" y="237"/>
                </a:cubicBezTo>
                <a:lnTo>
                  <a:pt x="1162" y="343"/>
                </a:lnTo>
                <a:close/>
                <a:moveTo>
                  <a:pt x="1162" y="508"/>
                </a:moveTo>
                <a:cubicBezTo>
                  <a:pt x="1215" y="455"/>
                  <a:pt x="1215" y="455"/>
                  <a:pt x="1215" y="455"/>
                </a:cubicBezTo>
                <a:cubicBezTo>
                  <a:pt x="1162" y="402"/>
                  <a:pt x="1162" y="402"/>
                  <a:pt x="1162" y="402"/>
                </a:cubicBezTo>
                <a:lnTo>
                  <a:pt x="1162" y="508"/>
                </a:lnTo>
                <a:close/>
                <a:moveTo>
                  <a:pt x="1162" y="672"/>
                </a:moveTo>
                <a:cubicBezTo>
                  <a:pt x="1215" y="618"/>
                  <a:pt x="1215" y="618"/>
                  <a:pt x="1215" y="618"/>
                </a:cubicBezTo>
                <a:cubicBezTo>
                  <a:pt x="1162" y="565"/>
                  <a:pt x="1162" y="565"/>
                  <a:pt x="1162" y="565"/>
                </a:cubicBezTo>
                <a:lnTo>
                  <a:pt x="1162" y="672"/>
                </a:lnTo>
                <a:close/>
                <a:moveTo>
                  <a:pt x="1162" y="836"/>
                </a:moveTo>
                <a:cubicBezTo>
                  <a:pt x="1215" y="783"/>
                  <a:pt x="1215" y="783"/>
                  <a:pt x="1215" y="783"/>
                </a:cubicBezTo>
                <a:cubicBezTo>
                  <a:pt x="1162" y="730"/>
                  <a:pt x="1162" y="730"/>
                  <a:pt x="1162" y="730"/>
                </a:cubicBezTo>
                <a:lnTo>
                  <a:pt x="1162" y="836"/>
                </a:lnTo>
                <a:close/>
                <a:moveTo>
                  <a:pt x="1283" y="851"/>
                </a:moveTo>
                <a:cubicBezTo>
                  <a:pt x="1229" y="798"/>
                  <a:pt x="1229" y="798"/>
                  <a:pt x="1229" y="798"/>
                </a:cubicBezTo>
                <a:cubicBezTo>
                  <a:pt x="1176" y="851"/>
                  <a:pt x="1176" y="851"/>
                  <a:pt x="1176" y="851"/>
                </a:cubicBezTo>
                <a:lnTo>
                  <a:pt x="1283" y="851"/>
                </a:lnTo>
                <a:close/>
                <a:moveTo>
                  <a:pt x="1297" y="728"/>
                </a:moveTo>
                <a:cubicBezTo>
                  <a:pt x="1244" y="781"/>
                  <a:pt x="1244" y="781"/>
                  <a:pt x="1244" y="781"/>
                </a:cubicBezTo>
                <a:cubicBezTo>
                  <a:pt x="1297" y="834"/>
                  <a:pt x="1297" y="834"/>
                  <a:pt x="1297" y="834"/>
                </a:cubicBezTo>
                <a:lnTo>
                  <a:pt x="1297" y="728"/>
                </a:lnTo>
                <a:close/>
                <a:moveTo>
                  <a:pt x="1297" y="564"/>
                </a:moveTo>
                <a:cubicBezTo>
                  <a:pt x="1244" y="617"/>
                  <a:pt x="1244" y="617"/>
                  <a:pt x="1244" y="617"/>
                </a:cubicBezTo>
                <a:cubicBezTo>
                  <a:pt x="1297" y="670"/>
                  <a:pt x="1297" y="670"/>
                  <a:pt x="1297" y="670"/>
                </a:cubicBezTo>
                <a:lnTo>
                  <a:pt x="1297" y="564"/>
                </a:lnTo>
                <a:close/>
                <a:moveTo>
                  <a:pt x="1297" y="400"/>
                </a:moveTo>
                <a:cubicBezTo>
                  <a:pt x="1244" y="453"/>
                  <a:pt x="1244" y="453"/>
                  <a:pt x="1244" y="453"/>
                </a:cubicBezTo>
                <a:cubicBezTo>
                  <a:pt x="1297" y="507"/>
                  <a:pt x="1297" y="507"/>
                  <a:pt x="1297" y="507"/>
                </a:cubicBezTo>
                <a:lnTo>
                  <a:pt x="1297" y="400"/>
                </a:lnTo>
                <a:close/>
                <a:moveTo>
                  <a:pt x="1297" y="235"/>
                </a:moveTo>
                <a:cubicBezTo>
                  <a:pt x="1244" y="288"/>
                  <a:pt x="1244" y="288"/>
                  <a:pt x="1244" y="288"/>
                </a:cubicBezTo>
                <a:cubicBezTo>
                  <a:pt x="1297" y="341"/>
                  <a:pt x="1297" y="341"/>
                  <a:pt x="1297" y="341"/>
                </a:cubicBezTo>
                <a:lnTo>
                  <a:pt x="1297" y="23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de-DE" dirty="0"/>
          </a:p>
        </p:txBody>
      </p:sp>
      <p:sp>
        <p:nvSpPr>
          <p:cNvPr id="39" name="Freeform 46">
            <a:extLst>
              <a:ext uri="{FF2B5EF4-FFF2-40B4-BE49-F238E27FC236}">
                <a16:creationId xmlns:a16="http://schemas.microsoft.com/office/drawing/2014/main" id="{7065CAB7-E713-89F0-4FF4-1BE32E1655D5}"/>
              </a:ext>
            </a:extLst>
          </p:cNvPr>
          <p:cNvSpPr>
            <a:spLocks noEditPoints="1"/>
          </p:cNvSpPr>
          <p:nvPr>
            <p:custDataLst>
              <p:tags r:id="rId4"/>
            </p:custDataLst>
          </p:nvPr>
        </p:nvSpPr>
        <p:spPr bwMode="auto">
          <a:xfrm>
            <a:off x="5687203" y="3194673"/>
            <a:ext cx="668329" cy="666927"/>
          </a:xfrm>
          <a:custGeom>
            <a:avLst/>
            <a:gdLst>
              <a:gd name="T0" fmla="*/ 1249 w 1291"/>
              <a:gd name="T1" fmla="*/ 40 h 1327"/>
              <a:gd name="T2" fmla="*/ 1031 w 1291"/>
              <a:gd name="T3" fmla="*/ 40 h 1327"/>
              <a:gd name="T4" fmla="*/ 986 w 1291"/>
              <a:gd name="T5" fmla="*/ 895 h 1327"/>
              <a:gd name="T6" fmla="*/ 877 w 1291"/>
              <a:gd name="T7" fmla="*/ 0 h 1327"/>
              <a:gd name="T8" fmla="*/ 768 w 1291"/>
              <a:gd name="T9" fmla="*/ 895 h 1327"/>
              <a:gd name="T10" fmla="*/ 723 w 1291"/>
              <a:gd name="T11" fmla="*/ 41 h 1327"/>
              <a:gd name="T12" fmla="*/ 505 w 1291"/>
              <a:gd name="T13" fmla="*/ 41 h 1327"/>
              <a:gd name="T14" fmla="*/ 464 w 1291"/>
              <a:gd name="T15" fmla="*/ 895 h 1327"/>
              <a:gd name="T16" fmla="*/ 1291 w 1291"/>
              <a:gd name="T17" fmla="*/ 1327 h 1327"/>
              <a:gd name="T18" fmla="*/ 1249 w 1291"/>
              <a:gd name="T19" fmla="*/ 895 h 1327"/>
              <a:gd name="T20" fmla="*/ 528 w 1291"/>
              <a:gd name="T21" fmla="*/ 895 h 1327"/>
              <a:gd name="T22" fmla="*/ 701 w 1291"/>
              <a:gd name="T23" fmla="*/ 711 h 1327"/>
              <a:gd name="T24" fmla="*/ 964 w 1291"/>
              <a:gd name="T25" fmla="*/ 895 h 1327"/>
              <a:gd name="T26" fmla="*/ 791 w 1291"/>
              <a:gd name="T27" fmla="*/ 711 h 1327"/>
              <a:gd name="T28" fmla="*/ 964 w 1291"/>
              <a:gd name="T29" fmla="*/ 895 h 1327"/>
              <a:gd name="T30" fmla="*/ 1054 w 1291"/>
              <a:gd name="T31" fmla="*/ 895 h 1327"/>
              <a:gd name="T32" fmla="*/ 1227 w 1291"/>
              <a:gd name="T33" fmla="*/ 711 h 1327"/>
              <a:gd name="T34" fmla="*/ 550 w 1291"/>
              <a:gd name="T35" fmla="*/ 760 h 1327"/>
              <a:gd name="T36" fmla="*/ 614 w 1291"/>
              <a:gd name="T37" fmla="*/ 835 h 1327"/>
              <a:gd name="T38" fmla="*/ 813 w 1291"/>
              <a:gd name="T39" fmla="*/ 760 h 1327"/>
              <a:gd name="T40" fmla="*/ 877 w 1291"/>
              <a:gd name="T41" fmla="*/ 835 h 1327"/>
              <a:gd name="T42" fmla="*/ 1077 w 1291"/>
              <a:gd name="T43" fmla="*/ 760 h 1327"/>
              <a:gd name="T44" fmla="*/ 1140 w 1291"/>
              <a:gd name="T45" fmla="*/ 835 h 1327"/>
              <a:gd name="T46" fmla="*/ 437 w 1291"/>
              <a:gd name="T47" fmla="*/ 914 h 1327"/>
              <a:gd name="T48" fmla="*/ 298 w 1291"/>
              <a:gd name="T49" fmla="*/ 1012 h 1327"/>
              <a:gd name="T50" fmla="*/ 437 w 1291"/>
              <a:gd name="T51" fmla="*/ 1146 h 1327"/>
              <a:gd name="T52" fmla="*/ 437 w 1291"/>
              <a:gd name="T53" fmla="*/ 1194 h 1327"/>
              <a:gd name="T54" fmla="*/ 245 w 1291"/>
              <a:gd name="T55" fmla="*/ 1179 h 1327"/>
              <a:gd name="T56" fmla="*/ 270 w 1291"/>
              <a:gd name="T57" fmla="*/ 1019 h 1327"/>
              <a:gd name="T58" fmla="*/ 437 w 1291"/>
              <a:gd name="T59" fmla="*/ 1170 h 1327"/>
              <a:gd name="T60" fmla="*/ 227 w 1291"/>
              <a:gd name="T61" fmla="*/ 984 h 1327"/>
              <a:gd name="T62" fmla="*/ 49 w 1291"/>
              <a:gd name="T63" fmla="*/ 1031 h 1327"/>
              <a:gd name="T64" fmla="*/ 11 w 1291"/>
              <a:gd name="T65" fmla="*/ 1257 h 1327"/>
              <a:gd name="T66" fmla="*/ 0 w 1291"/>
              <a:gd name="T67" fmla="*/ 1289 h 1327"/>
              <a:gd name="T68" fmla="*/ 37 w 1291"/>
              <a:gd name="T69" fmla="*/ 1282 h 1327"/>
              <a:gd name="T70" fmla="*/ 159 w 1291"/>
              <a:gd name="T71" fmla="*/ 1327 h 1327"/>
              <a:gd name="T72" fmla="*/ 266 w 1291"/>
              <a:gd name="T73" fmla="*/ 1282 h 1327"/>
              <a:gd name="T74" fmla="*/ 383 w 1291"/>
              <a:gd name="T75" fmla="*/ 1258 h 1327"/>
              <a:gd name="T76" fmla="*/ 437 w 1291"/>
              <a:gd name="T77" fmla="*/ 1327 h 1327"/>
              <a:gd name="T78" fmla="*/ 437 w 1291"/>
              <a:gd name="T79" fmla="*/ 1214 h 1327"/>
              <a:gd name="T80" fmla="*/ 184 w 1291"/>
              <a:gd name="T81" fmla="*/ 1063 h 1327"/>
              <a:gd name="T82" fmla="*/ 35 w 1291"/>
              <a:gd name="T83" fmla="*/ 1139 h 1327"/>
              <a:gd name="T84" fmla="*/ 117 w 1291"/>
              <a:gd name="T85" fmla="*/ 1009 h 1327"/>
              <a:gd name="T86" fmla="*/ 184 w 1291"/>
              <a:gd name="T87" fmla="*/ 1063 h 1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91" h="1327">
                <a:moveTo>
                  <a:pt x="1249" y="895"/>
                </a:moveTo>
                <a:cubicBezTo>
                  <a:pt x="1249" y="40"/>
                  <a:pt x="1249" y="40"/>
                  <a:pt x="1249" y="40"/>
                </a:cubicBezTo>
                <a:cubicBezTo>
                  <a:pt x="1249" y="18"/>
                  <a:pt x="1201" y="0"/>
                  <a:pt x="1140" y="0"/>
                </a:cubicBezTo>
                <a:cubicBezTo>
                  <a:pt x="1080" y="0"/>
                  <a:pt x="1031" y="18"/>
                  <a:pt x="1031" y="40"/>
                </a:cubicBezTo>
                <a:cubicBezTo>
                  <a:pt x="1031" y="895"/>
                  <a:pt x="1031" y="895"/>
                  <a:pt x="1031" y="895"/>
                </a:cubicBezTo>
                <a:cubicBezTo>
                  <a:pt x="986" y="895"/>
                  <a:pt x="986" y="895"/>
                  <a:pt x="986" y="895"/>
                </a:cubicBezTo>
                <a:cubicBezTo>
                  <a:pt x="986" y="40"/>
                  <a:pt x="986" y="40"/>
                  <a:pt x="986" y="40"/>
                </a:cubicBezTo>
                <a:cubicBezTo>
                  <a:pt x="986" y="18"/>
                  <a:pt x="938" y="0"/>
                  <a:pt x="877" y="0"/>
                </a:cubicBezTo>
                <a:cubicBezTo>
                  <a:pt x="817" y="0"/>
                  <a:pt x="768" y="18"/>
                  <a:pt x="768" y="40"/>
                </a:cubicBezTo>
                <a:cubicBezTo>
                  <a:pt x="768" y="895"/>
                  <a:pt x="768" y="895"/>
                  <a:pt x="768" y="895"/>
                </a:cubicBezTo>
                <a:cubicBezTo>
                  <a:pt x="723" y="895"/>
                  <a:pt x="723" y="895"/>
                  <a:pt x="723" y="895"/>
                </a:cubicBezTo>
                <a:cubicBezTo>
                  <a:pt x="723" y="41"/>
                  <a:pt x="723" y="41"/>
                  <a:pt x="723" y="41"/>
                </a:cubicBezTo>
                <a:cubicBezTo>
                  <a:pt x="723" y="19"/>
                  <a:pt x="674" y="0"/>
                  <a:pt x="614" y="0"/>
                </a:cubicBezTo>
                <a:cubicBezTo>
                  <a:pt x="554" y="0"/>
                  <a:pt x="505" y="19"/>
                  <a:pt x="505" y="41"/>
                </a:cubicBezTo>
                <a:cubicBezTo>
                  <a:pt x="505" y="895"/>
                  <a:pt x="505" y="895"/>
                  <a:pt x="505" y="895"/>
                </a:cubicBezTo>
                <a:cubicBezTo>
                  <a:pt x="464" y="895"/>
                  <a:pt x="464" y="895"/>
                  <a:pt x="464" y="895"/>
                </a:cubicBezTo>
                <a:cubicBezTo>
                  <a:pt x="464" y="1327"/>
                  <a:pt x="464" y="1327"/>
                  <a:pt x="464" y="1327"/>
                </a:cubicBezTo>
                <a:cubicBezTo>
                  <a:pt x="1291" y="1327"/>
                  <a:pt x="1291" y="1327"/>
                  <a:pt x="1291" y="1327"/>
                </a:cubicBezTo>
                <a:cubicBezTo>
                  <a:pt x="1291" y="895"/>
                  <a:pt x="1291" y="895"/>
                  <a:pt x="1291" y="895"/>
                </a:cubicBezTo>
                <a:lnTo>
                  <a:pt x="1249" y="895"/>
                </a:lnTo>
                <a:close/>
                <a:moveTo>
                  <a:pt x="701" y="895"/>
                </a:moveTo>
                <a:cubicBezTo>
                  <a:pt x="528" y="895"/>
                  <a:pt x="528" y="895"/>
                  <a:pt x="528" y="895"/>
                </a:cubicBezTo>
                <a:cubicBezTo>
                  <a:pt x="528" y="711"/>
                  <a:pt x="528" y="711"/>
                  <a:pt x="528" y="711"/>
                </a:cubicBezTo>
                <a:cubicBezTo>
                  <a:pt x="701" y="711"/>
                  <a:pt x="701" y="711"/>
                  <a:pt x="701" y="711"/>
                </a:cubicBezTo>
                <a:lnTo>
                  <a:pt x="701" y="895"/>
                </a:lnTo>
                <a:close/>
                <a:moveTo>
                  <a:pt x="964" y="895"/>
                </a:moveTo>
                <a:cubicBezTo>
                  <a:pt x="791" y="895"/>
                  <a:pt x="791" y="895"/>
                  <a:pt x="791" y="895"/>
                </a:cubicBezTo>
                <a:cubicBezTo>
                  <a:pt x="791" y="711"/>
                  <a:pt x="791" y="711"/>
                  <a:pt x="791" y="711"/>
                </a:cubicBezTo>
                <a:cubicBezTo>
                  <a:pt x="964" y="711"/>
                  <a:pt x="964" y="711"/>
                  <a:pt x="964" y="711"/>
                </a:cubicBezTo>
                <a:lnTo>
                  <a:pt x="964" y="895"/>
                </a:lnTo>
                <a:close/>
                <a:moveTo>
                  <a:pt x="1227" y="895"/>
                </a:moveTo>
                <a:cubicBezTo>
                  <a:pt x="1054" y="895"/>
                  <a:pt x="1054" y="895"/>
                  <a:pt x="1054" y="895"/>
                </a:cubicBezTo>
                <a:cubicBezTo>
                  <a:pt x="1054" y="711"/>
                  <a:pt x="1054" y="711"/>
                  <a:pt x="1054" y="711"/>
                </a:cubicBezTo>
                <a:cubicBezTo>
                  <a:pt x="1227" y="711"/>
                  <a:pt x="1227" y="711"/>
                  <a:pt x="1227" y="711"/>
                </a:cubicBezTo>
                <a:lnTo>
                  <a:pt x="1227" y="895"/>
                </a:lnTo>
                <a:close/>
                <a:moveTo>
                  <a:pt x="550" y="760"/>
                </a:moveTo>
                <a:cubicBezTo>
                  <a:pt x="678" y="760"/>
                  <a:pt x="678" y="760"/>
                  <a:pt x="678" y="760"/>
                </a:cubicBezTo>
                <a:cubicBezTo>
                  <a:pt x="614" y="835"/>
                  <a:pt x="614" y="835"/>
                  <a:pt x="614" y="835"/>
                </a:cubicBezTo>
                <a:cubicBezTo>
                  <a:pt x="550" y="760"/>
                  <a:pt x="550" y="760"/>
                  <a:pt x="550" y="760"/>
                </a:cubicBezTo>
                <a:close/>
                <a:moveTo>
                  <a:pt x="813" y="760"/>
                </a:moveTo>
                <a:cubicBezTo>
                  <a:pt x="941" y="760"/>
                  <a:pt x="941" y="760"/>
                  <a:pt x="941" y="760"/>
                </a:cubicBezTo>
                <a:cubicBezTo>
                  <a:pt x="877" y="835"/>
                  <a:pt x="877" y="835"/>
                  <a:pt x="877" y="835"/>
                </a:cubicBezTo>
                <a:cubicBezTo>
                  <a:pt x="813" y="760"/>
                  <a:pt x="813" y="760"/>
                  <a:pt x="813" y="760"/>
                </a:cubicBezTo>
                <a:close/>
                <a:moveTo>
                  <a:pt x="1077" y="760"/>
                </a:moveTo>
                <a:cubicBezTo>
                  <a:pt x="1204" y="760"/>
                  <a:pt x="1204" y="760"/>
                  <a:pt x="1204" y="760"/>
                </a:cubicBezTo>
                <a:cubicBezTo>
                  <a:pt x="1140" y="835"/>
                  <a:pt x="1140" y="835"/>
                  <a:pt x="1140" y="835"/>
                </a:cubicBezTo>
                <a:cubicBezTo>
                  <a:pt x="1077" y="760"/>
                  <a:pt x="1077" y="760"/>
                  <a:pt x="1077" y="760"/>
                </a:cubicBezTo>
                <a:close/>
                <a:moveTo>
                  <a:pt x="437" y="914"/>
                </a:moveTo>
                <a:cubicBezTo>
                  <a:pt x="403" y="927"/>
                  <a:pt x="397" y="930"/>
                  <a:pt x="368" y="941"/>
                </a:cubicBezTo>
                <a:cubicBezTo>
                  <a:pt x="340" y="952"/>
                  <a:pt x="317" y="987"/>
                  <a:pt x="298" y="1012"/>
                </a:cubicBezTo>
                <a:cubicBezTo>
                  <a:pt x="297" y="1041"/>
                  <a:pt x="326" y="1115"/>
                  <a:pt x="347" y="1141"/>
                </a:cubicBezTo>
                <a:cubicBezTo>
                  <a:pt x="374" y="1146"/>
                  <a:pt x="410" y="1157"/>
                  <a:pt x="437" y="1146"/>
                </a:cubicBezTo>
                <a:lnTo>
                  <a:pt x="437" y="914"/>
                </a:lnTo>
                <a:close/>
                <a:moveTo>
                  <a:pt x="437" y="1194"/>
                </a:moveTo>
                <a:cubicBezTo>
                  <a:pt x="262" y="1194"/>
                  <a:pt x="262" y="1194"/>
                  <a:pt x="262" y="1194"/>
                </a:cubicBezTo>
                <a:cubicBezTo>
                  <a:pt x="257" y="1189"/>
                  <a:pt x="251" y="1184"/>
                  <a:pt x="245" y="1179"/>
                </a:cubicBezTo>
                <a:cubicBezTo>
                  <a:pt x="245" y="1019"/>
                  <a:pt x="245" y="1019"/>
                  <a:pt x="245" y="1019"/>
                </a:cubicBezTo>
                <a:cubicBezTo>
                  <a:pt x="270" y="1019"/>
                  <a:pt x="270" y="1019"/>
                  <a:pt x="270" y="1019"/>
                </a:cubicBezTo>
                <a:cubicBezTo>
                  <a:pt x="329" y="1170"/>
                  <a:pt x="329" y="1170"/>
                  <a:pt x="329" y="1170"/>
                </a:cubicBezTo>
                <a:cubicBezTo>
                  <a:pt x="437" y="1170"/>
                  <a:pt x="437" y="1170"/>
                  <a:pt x="437" y="1170"/>
                </a:cubicBezTo>
                <a:moveTo>
                  <a:pt x="227" y="1214"/>
                </a:moveTo>
                <a:cubicBezTo>
                  <a:pt x="227" y="984"/>
                  <a:pt x="227" y="984"/>
                  <a:pt x="227" y="984"/>
                </a:cubicBezTo>
                <a:cubicBezTo>
                  <a:pt x="227" y="984"/>
                  <a:pt x="141" y="984"/>
                  <a:pt x="119" y="984"/>
                </a:cubicBezTo>
                <a:cubicBezTo>
                  <a:pt x="76" y="984"/>
                  <a:pt x="59" y="1007"/>
                  <a:pt x="49" y="1031"/>
                </a:cubicBezTo>
                <a:cubicBezTo>
                  <a:pt x="11" y="1139"/>
                  <a:pt x="11" y="1139"/>
                  <a:pt x="11" y="1139"/>
                </a:cubicBezTo>
                <a:cubicBezTo>
                  <a:pt x="11" y="1257"/>
                  <a:pt x="11" y="1257"/>
                  <a:pt x="11" y="1257"/>
                </a:cubicBezTo>
                <a:cubicBezTo>
                  <a:pt x="0" y="1257"/>
                  <a:pt x="0" y="1257"/>
                  <a:pt x="0" y="1257"/>
                </a:cubicBezTo>
                <a:cubicBezTo>
                  <a:pt x="0" y="1289"/>
                  <a:pt x="0" y="1289"/>
                  <a:pt x="0" y="1289"/>
                </a:cubicBezTo>
                <a:cubicBezTo>
                  <a:pt x="37" y="1289"/>
                  <a:pt x="37" y="1289"/>
                  <a:pt x="37" y="1289"/>
                </a:cubicBezTo>
                <a:cubicBezTo>
                  <a:pt x="37" y="1282"/>
                  <a:pt x="37" y="1282"/>
                  <a:pt x="37" y="1282"/>
                </a:cubicBezTo>
                <a:cubicBezTo>
                  <a:pt x="105" y="1282"/>
                  <a:pt x="105" y="1282"/>
                  <a:pt x="105" y="1282"/>
                </a:cubicBezTo>
                <a:cubicBezTo>
                  <a:pt x="109" y="1307"/>
                  <a:pt x="132" y="1327"/>
                  <a:pt x="159" y="1327"/>
                </a:cubicBezTo>
                <a:cubicBezTo>
                  <a:pt x="186" y="1327"/>
                  <a:pt x="209" y="1307"/>
                  <a:pt x="213" y="1282"/>
                </a:cubicBezTo>
                <a:cubicBezTo>
                  <a:pt x="266" y="1282"/>
                  <a:pt x="266" y="1282"/>
                  <a:pt x="266" y="1282"/>
                </a:cubicBezTo>
                <a:cubicBezTo>
                  <a:pt x="266" y="1258"/>
                  <a:pt x="266" y="1258"/>
                  <a:pt x="266" y="1258"/>
                </a:cubicBezTo>
                <a:cubicBezTo>
                  <a:pt x="383" y="1258"/>
                  <a:pt x="383" y="1258"/>
                  <a:pt x="383" y="1258"/>
                </a:cubicBezTo>
                <a:cubicBezTo>
                  <a:pt x="382" y="1262"/>
                  <a:pt x="382" y="1267"/>
                  <a:pt x="382" y="1272"/>
                </a:cubicBezTo>
                <a:cubicBezTo>
                  <a:pt x="382" y="1302"/>
                  <a:pt x="406" y="1327"/>
                  <a:pt x="437" y="1327"/>
                </a:cubicBezTo>
                <a:cubicBezTo>
                  <a:pt x="437" y="1327"/>
                  <a:pt x="437" y="1300"/>
                  <a:pt x="437" y="1269"/>
                </a:cubicBezTo>
                <a:cubicBezTo>
                  <a:pt x="437" y="1214"/>
                  <a:pt x="437" y="1214"/>
                  <a:pt x="437" y="1214"/>
                </a:cubicBezTo>
                <a:lnTo>
                  <a:pt x="227" y="1214"/>
                </a:lnTo>
                <a:close/>
                <a:moveTo>
                  <a:pt x="184" y="1063"/>
                </a:moveTo>
                <a:cubicBezTo>
                  <a:pt x="184" y="1063"/>
                  <a:pt x="175" y="1067"/>
                  <a:pt x="137" y="1082"/>
                </a:cubicBezTo>
                <a:cubicBezTo>
                  <a:pt x="122" y="1087"/>
                  <a:pt x="85" y="1139"/>
                  <a:pt x="35" y="1139"/>
                </a:cubicBezTo>
                <a:cubicBezTo>
                  <a:pt x="70" y="1040"/>
                  <a:pt x="70" y="1040"/>
                  <a:pt x="70" y="1040"/>
                </a:cubicBezTo>
                <a:cubicBezTo>
                  <a:pt x="78" y="1021"/>
                  <a:pt x="89" y="1009"/>
                  <a:pt x="117" y="1009"/>
                </a:cubicBezTo>
                <a:cubicBezTo>
                  <a:pt x="184" y="1009"/>
                  <a:pt x="184" y="1009"/>
                  <a:pt x="184" y="1009"/>
                </a:cubicBezTo>
                <a:lnTo>
                  <a:pt x="184" y="106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de-DE"/>
          </a:p>
        </p:txBody>
      </p:sp>
      <p:sp>
        <p:nvSpPr>
          <p:cNvPr id="40" name="Freeform 46">
            <a:extLst>
              <a:ext uri="{FF2B5EF4-FFF2-40B4-BE49-F238E27FC236}">
                <a16:creationId xmlns:a16="http://schemas.microsoft.com/office/drawing/2014/main" id="{06526CFC-227F-DFA1-F824-9EF483138FA3}"/>
              </a:ext>
            </a:extLst>
          </p:cNvPr>
          <p:cNvSpPr>
            <a:spLocks noEditPoints="1"/>
          </p:cNvSpPr>
          <p:nvPr>
            <p:custDataLst>
              <p:tags r:id="rId5"/>
            </p:custDataLst>
          </p:nvPr>
        </p:nvSpPr>
        <p:spPr bwMode="auto">
          <a:xfrm>
            <a:off x="2554855" y="5282999"/>
            <a:ext cx="668329" cy="666927"/>
          </a:xfrm>
          <a:custGeom>
            <a:avLst/>
            <a:gdLst>
              <a:gd name="T0" fmla="*/ 1249 w 1291"/>
              <a:gd name="T1" fmla="*/ 40 h 1327"/>
              <a:gd name="T2" fmla="*/ 1031 w 1291"/>
              <a:gd name="T3" fmla="*/ 40 h 1327"/>
              <a:gd name="T4" fmla="*/ 986 w 1291"/>
              <a:gd name="T5" fmla="*/ 895 h 1327"/>
              <a:gd name="T6" fmla="*/ 877 w 1291"/>
              <a:gd name="T7" fmla="*/ 0 h 1327"/>
              <a:gd name="T8" fmla="*/ 768 w 1291"/>
              <a:gd name="T9" fmla="*/ 895 h 1327"/>
              <a:gd name="T10" fmla="*/ 723 w 1291"/>
              <a:gd name="T11" fmla="*/ 41 h 1327"/>
              <a:gd name="T12" fmla="*/ 505 w 1291"/>
              <a:gd name="T13" fmla="*/ 41 h 1327"/>
              <a:gd name="T14" fmla="*/ 464 w 1291"/>
              <a:gd name="T15" fmla="*/ 895 h 1327"/>
              <a:gd name="T16" fmla="*/ 1291 w 1291"/>
              <a:gd name="T17" fmla="*/ 1327 h 1327"/>
              <a:gd name="T18" fmla="*/ 1249 w 1291"/>
              <a:gd name="T19" fmla="*/ 895 h 1327"/>
              <a:gd name="T20" fmla="*/ 528 w 1291"/>
              <a:gd name="T21" fmla="*/ 895 h 1327"/>
              <a:gd name="T22" fmla="*/ 701 w 1291"/>
              <a:gd name="T23" fmla="*/ 711 h 1327"/>
              <a:gd name="T24" fmla="*/ 964 w 1291"/>
              <a:gd name="T25" fmla="*/ 895 h 1327"/>
              <a:gd name="T26" fmla="*/ 791 w 1291"/>
              <a:gd name="T27" fmla="*/ 711 h 1327"/>
              <a:gd name="T28" fmla="*/ 964 w 1291"/>
              <a:gd name="T29" fmla="*/ 895 h 1327"/>
              <a:gd name="T30" fmla="*/ 1054 w 1291"/>
              <a:gd name="T31" fmla="*/ 895 h 1327"/>
              <a:gd name="T32" fmla="*/ 1227 w 1291"/>
              <a:gd name="T33" fmla="*/ 711 h 1327"/>
              <a:gd name="T34" fmla="*/ 550 w 1291"/>
              <a:gd name="T35" fmla="*/ 760 h 1327"/>
              <a:gd name="T36" fmla="*/ 614 w 1291"/>
              <a:gd name="T37" fmla="*/ 835 h 1327"/>
              <a:gd name="T38" fmla="*/ 813 w 1291"/>
              <a:gd name="T39" fmla="*/ 760 h 1327"/>
              <a:gd name="T40" fmla="*/ 877 w 1291"/>
              <a:gd name="T41" fmla="*/ 835 h 1327"/>
              <a:gd name="T42" fmla="*/ 1077 w 1291"/>
              <a:gd name="T43" fmla="*/ 760 h 1327"/>
              <a:gd name="T44" fmla="*/ 1140 w 1291"/>
              <a:gd name="T45" fmla="*/ 835 h 1327"/>
              <a:gd name="T46" fmla="*/ 437 w 1291"/>
              <a:gd name="T47" fmla="*/ 914 h 1327"/>
              <a:gd name="T48" fmla="*/ 298 w 1291"/>
              <a:gd name="T49" fmla="*/ 1012 h 1327"/>
              <a:gd name="T50" fmla="*/ 437 w 1291"/>
              <a:gd name="T51" fmla="*/ 1146 h 1327"/>
              <a:gd name="T52" fmla="*/ 437 w 1291"/>
              <a:gd name="T53" fmla="*/ 1194 h 1327"/>
              <a:gd name="T54" fmla="*/ 245 w 1291"/>
              <a:gd name="T55" fmla="*/ 1179 h 1327"/>
              <a:gd name="T56" fmla="*/ 270 w 1291"/>
              <a:gd name="T57" fmla="*/ 1019 h 1327"/>
              <a:gd name="T58" fmla="*/ 437 w 1291"/>
              <a:gd name="T59" fmla="*/ 1170 h 1327"/>
              <a:gd name="T60" fmla="*/ 227 w 1291"/>
              <a:gd name="T61" fmla="*/ 984 h 1327"/>
              <a:gd name="T62" fmla="*/ 49 w 1291"/>
              <a:gd name="T63" fmla="*/ 1031 h 1327"/>
              <a:gd name="T64" fmla="*/ 11 w 1291"/>
              <a:gd name="T65" fmla="*/ 1257 h 1327"/>
              <a:gd name="T66" fmla="*/ 0 w 1291"/>
              <a:gd name="T67" fmla="*/ 1289 h 1327"/>
              <a:gd name="T68" fmla="*/ 37 w 1291"/>
              <a:gd name="T69" fmla="*/ 1282 h 1327"/>
              <a:gd name="T70" fmla="*/ 159 w 1291"/>
              <a:gd name="T71" fmla="*/ 1327 h 1327"/>
              <a:gd name="T72" fmla="*/ 266 w 1291"/>
              <a:gd name="T73" fmla="*/ 1282 h 1327"/>
              <a:gd name="T74" fmla="*/ 383 w 1291"/>
              <a:gd name="T75" fmla="*/ 1258 h 1327"/>
              <a:gd name="T76" fmla="*/ 437 w 1291"/>
              <a:gd name="T77" fmla="*/ 1327 h 1327"/>
              <a:gd name="T78" fmla="*/ 437 w 1291"/>
              <a:gd name="T79" fmla="*/ 1214 h 1327"/>
              <a:gd name="T80" fmla="*/ 184 w 1291"/>
              <a:gd name="T81" fmla="*/ 1063 h 1327"/>
              <a:gd name="T82" fmla="*/ 35 w 1291"/>
              <a:gd name="T83" fmla="*/ 1139 h 1327"/>
              <a:gd name="T84" fmla="*/ 117 w 1291"/>
              <a:gd name="T85" fmla="*/ 1009 h 1327"/>
              <a:gd name="T86" fmla="*/ 184 w 1291"/>
              <a:gd name="T87" fmla="*/ 1063 h 1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91" h="1327">
                <a:moveTo>
                  <a:pt x="1249" y="895"/>
                </a:moveTo>
                <a:cubicBezTo>
                  <a:pt x="1249" y="40"/>
                  <a:pt x="1249" y="40"/>
                  <a:pt x="1249" y="40"/>
                </a:cubicBezTo>
                <a:cubicBezTo>
                  <a:pt x="1249" y="18"/>
                  <a:pt x="1201" y="0"/>
                  <a:pt x="1140" y="0"/>
                </a:cubicBezTo>
                <a:cubicBezTo>
                  <a:pt x="1080" y="0"/>
                  <a:pt x="1031" y="18"/>
                  <a:pt x="1031" y="40"/>
                </a:cubicBezTo>
                <a:cubicBezTo>
                  <a:pt x="1031" y="895"/>
                  <a:pt x="1031" y="895"/>
                  <a:pt x="1031" y="895"/>
                </a:cubicBezTo>
                <a:cubicBezTo>
                  <a:pt x="986" y="895"/>
                  <a:pt x="986" y="895"/>
                  <a:pt x="986" y="895"/>
                </a:cubicBezTo>
                <a:cubicBezTo>
                  <a:pt x="986" y="40"/>
                  <a:pt x="986" y="40"/>
                  <a:pt x="986" y="40"/>
                </a:cubicBezTo>
                <a:cubicBezTo>
                  <a:pt x="986" y="18"/>
                  <a:pt x="938" y="0"/>
                  <a:pt x="877" y="0"/>
                </a:cubicBezTo>
                <a:cubicBezTo>
                  <a:pt x="817" y="0"/>
                  <a:pt x="768" y="18"/>
                  <a:pt x="768" y="40"/>
                </a:cubicBezTo>
                <a:cubicBezTo>
                  <a:pt x="768" y="895"/>
                  <a:pt x="768" y="895"/>
                  <a:pt x="768" y="895"/>
                </a:cubicBezTo>
                <a:cubicBezTo>
                  <a:pt x="723" y="895"/>
                  <a:pt x="723" y="895"/>
                  <a:pt x="723" y="895"/>
                </a:cubicBezTo>
                <a:cubicBezTo>
                  <a:pt x="723" y="41"/>
                  <a:pt x="723" y="41"/>
                  <a:pt x="723" y="41"/>
                </a:cubicBezTo>
                <a:cubicBezTo>
                  <a:pt x="723" y="19"/>
                  <a:pt x="674" y="0"/>
                  <a:pt x="614" y="0"/>
                </a:cubicBezTo>
                <a:cubicBezTo>
                  <a:pt x="554" y="0"/>
                  <a:pt x="505" y="19"/>
                  <a:pt x="505" y="41"/>
                </a:cubicBezTo>
                <a:cubicBezTo>
                  <a:pt x="505" y="895"/>
                  <a:pt x="505" y="895"/>
                  <a:pt x="505" y="895"/>
                </a:cubicBezTo>
                <a:cubicBezTo>
                  <a:pt x="464" y="895"/>
                  <a:pt x="464" y="895"/>
                  <a:pt x="464" y="895"/>
                </a:cubicBezTo>
                <a:cubicBezTo>
                  <a:pt x="464" y="1327"/>
                  <a:pt x="464" y="1327"/>
                  <a:pt x="464" y="1327"/>
                </a:cubicBezTo>
                <a:cubicBezTo>
                  <a:pt x="1291" y="1327"/>
                  <a:pt x="1291" y="1327"/>
                  <a:pt x="1291" y="1327"/>
                </a:cubicBezTo>
                <a:cubicBezTo>
                  <a:pt x="1291" y="895"/>
                  <a:pt x="1291" y="895"/>
                  <a:pt x="1291" y="895"/>
                </a:cubicBezTo>
                <a:lnTo>
                  <a:pt x="1249" y="895"/>
                </a:lnTo>
                <a:close/>
                <a:moveTo>
                  <a:pt x="701" y="895"/>
                </a:moveTo>
                <a:cubicBezTo>
                  <a:pt x="528" y="895"/>
                  <a:pt x="528" y="895"/>
                  <a:pt x="528" y="895"/>
                </a:cubicBezTo>
                <a:cubicBezTo>
                  <a:pt x="528" y="711"/>
                  <a:pt x="528" y="711"/>
                  <a:pt x="528" y="711"/>
                </a:cubicBezTo>
                <a:cubicBezTo>
                  <a:pt x="701" y="711"/>
                  <a:pt x="701" y="711"/>
                  <a:pt x="701" y="711"/>
                </a:cubicBezTo>
                <a:lnTo>
                  <a:pt x="701" y="895"/>
                </a:lnTo>
                <a:close/>
                <a:moveTo>
                  <a:pt x="964" y="895"/>
                </a:moveTo>
                <a:cubicBezTo>
                  <a:pt x="791" y="895"/>
                  <a:pt x="791" y="895"/>
                  <a:pt x="791" y="895"/>
                </a:cubicBezTo>
                <a:cubicBezTo>
                  <a:pt x="791" y="711"/>
                  <a:pt x="791" y="711"/>
                  <a:pt x="791" y="711"/>
                </a:cubicBezTo>
                <a:cubicBezTo>
                  <a:pt x="964" y="711"/>
                  <a:pt x="964" y="711"/>
                  <a:pt x="964" y="711"/>
                </a:cubicBezTo>
                <a:lnTo>
                  <a:pt x="964" y="895"/>
                </a:lnTo>
                <a:close/>
                <a:moveTo>
                  <a:pt x="1227" y="895"/>
                </a:moveTo>
                <a:cubicBezTo>
                  <a:pt x="1054" y="895"/>
                  <a:pt x="1054" y="895"/>
                  <a:pt x="1054" y="895"/>
                </a:cubicBezTo>
                <a:cubicBezTo>
                  <a:pt x="1054" y="711"/>
                  <a:pt x="1054" y="711"/>
                  <a:pt x="1054" y="711"/>
                </a:cubicBezTo>
                <a:cubicBezTo>
                  <a:pt x="1227" y="711"/>
                  <a:pt x="1227" y="711"/>
                  <a:pt x="1227" y="711"/>
                </a:cubicBezTo>
                <a:lnTo>
                  <a:pt x="1227" y="895"/>
                </a:lnTo>
                <a:close/>
                <a:moveTo>
                  <a:pt x="550" y="760"/>
                </a:moveTo>
                <a:cubicBezTo>
                  <a:pt x="678" y="760"/>
                  <a:pt x="678" y="760"/>
                  <a:pt x="678" y="760"/>
                </a:cubicBezTo>
                <a:cubicBezTo>
                  <a:pt x="614" y="835"/>
                  <a:pt x="614" y="835"/>
                  <a:pt x="614" y="835"/>
                </a:cubicBezTo>
                <a:cubicBezTo>
                  <a:pt x="550" y="760"/>
                  <a:pt x="550" y="760"/>
                  <a:pt x="550" y="760"/>
                </a:cubicBezTo>
                <a:close/>
                <a:moveTo>
                  <a:pt x="813" y="760"/>
                </a:moveTo>
                <a:cubicBezTo>
                  <a:pt x="941" y="760"/>
                  <a:pt x="941" y="760"/>
                  <a:pt x="941" y="760"/>
                </a:cubicBezTo>
                <a:cubicBezTo>
                  <a:pt x="877" y="835"/>
                  <a:pt x="877" y="835"/>
                  <a:pt x="877" y="835"/>
                </a:cubicBezTo>
                <a:cubicBezTo>
                  <a:pt x="813" y="760"/>
                  <a:pt x="813" y="760"/>
                  <a:pt x="813" y="760"/>
                </a:cubicBezTo>
                <a:close/>
                <a:moveTo>
                  <a:pt x="1077" y="760"/>
                </a:moveTo>
                <a:cubicBezTo>
                  <a:pt x="1204" y="760"/>
                  <a:pt x="1204" y="760"/>
                  <a:pt x="1204" y="760"/>
                </a:cubicBezTo>
                <a:cubicBezTo>
                  <a:pt x="1140" y="835"/>
                  <a:pt x="1140" y="835"/>
                  <a:pt x="1140" y="835"/>
                </a:cubicBezTo>
                <a:cubicBezTo>
                  <a:pt x="1077" y="760"/>
                  <a:pt x="1077" y="760"/>
                  <a:pt x="1077" y="760"/>
                </a:cubicBezTo>
                <a:close/>
                <a:moveTo>
                  <a:pt x="437" y="914"/>
                </a:moveTo>
                <a:cubicBezTo>
                  <a:pt x="403" y="927"/>
                  <a:pt x="397" y="930"/>
                  <a:pt x="368" y="941"/>
                </a:cubicBezTo>
                <a:cubicBezTo>
                  <a:pt x="340" y="952"/>
                  <a:pt x="317" y="987"/>
                  <a:pt x="298" y="1012"/>
                </a:cubicBezTo>
                <a:cubicBezTo>
                  <a:pt x="297" y="1041"/>
                  <a:pt x="326" y="1115"/>
                  <a:pt x="347" y="1141"/>
                </a:cubicBezTo>
                <a:cubicBezTo>
                  <a:pt x="374" y="1146"/>
                  <a:pt x="410" y="1157"/>
                  <a:pt x="437" y="1146"/>
                </a:cubicBezTo>
                <a:lnTo>
                  <a:pt x="437" y="914"/>
                </a:lnTo>
                <a:close/>
                <a:moveTo>
                  <a:pt x="437" y="1194"/>
                </a:moveTo>
                <a:cubicBezTo>
                  <a:pt x="262" y="1194"/>
                  <a:pt x="262" y="1194"/>
                  <a:pt x="262" y="1194"/>
                </a:cubicBezTo>
                <a:cubicBezTo>
                  <a:pt x="257" y="1189"/>
                  <a:pt x="251" y="1184"/>
                  <a:pt x="245" y="1179"/>
                </a:cubicBezTo>
                <a:cubicBezTo>
                  <a:pt x="245" y="1019"/>
                  <a:pt x="245" y="1019"/>
                  <a:pt x="245" y="1019"/>
                </a:cubicBezTo>
                <a:cubicBezTo>
                  <a:pt x="270" y="1019"/>
                  <a:pt x="270" y="1019"/>
                  <a:pt x="270" y="1019"/>
                </a:cubicBezTo>
                <a:cubicBezTo>
                  <a:pt x="329" y="1170"/>
                  <a:pt x="329" y="1170"/>
                  <a:pt x="329" y="1170"/>
                </a:cubicBezTo>
                <a:cubicBezTo>
                  <a:pt x="437" y="1170"/>
                  <a:pt x="437" y="1170"/>
                  <a:pt x="437" y="1170"/>
                </a:cubicBezTo>
                <a:moveTo>
                  <a:pt x="227" y="1214"/>
                </a:moveTo>
                <a:cubicBezTo>
                  <a:pt x="227" y="984"/>
                  <a:pt x="227" y="984"/>
                  <a:pt x="227" y="984"/>
                </a:cubicBezTo>
                <a:cubicBezTo>
                  <a:pt x="227" y="984"/>
                  <a:pt x="141" y="984"/>
                  <a:pt x="119" y="984"/>
                </a:cubicBezTo>
                <a:cubicBezTo>
                  <a:pt x="76" y="984"/>
                  <a:pt x="59" y="1007"/>
                  <a:pt x="49" y="1031"/>
                </a:cubicBezTo>
                <a:cubicBezTo>
                  <a:pt x="11" y="1139"/>
                  <a:pt x="11" y="1139"/>
                  <a:pt x="11" y="1139"/>
                </a:cubicBezTo>
                <a:cubicBezTo>
                  <a:pt x="11" y="1257"/>
                  <a:pt x="11" y="1257"/>
                  <a:pt x="11" y="1257"/>
                </a:cubicBezTo>
                <a:cubicBezTo>
                  <a:pt x="0" y="1257"/>
                  <a:pt x="0" y="1257"/>
                  <a:pt x="0" y="1257"/>
                </a:cubicBezTo>
                <a:cubicBezTo>
                  <a:pt x="0" y="1289"/>
                  <a:pt x="0" y="1289"/>
                  <a:pt x="0" y="1289"/>
                </a:cubicBezTo>
                <a:cubicBezTo>
                  <a:pt x="37" y="1289"/>
                  <a:pt x="37" y="1289"/>
                  <a:pt x="37" y="1289"/>
                </a:cubicBezTo>
                <a:cubicBezTo>
                  <a:pt x="37" y="1282"/>
                  <a:pt x="37" y="1282"/>
                  <a:pt x="37" y="1282"/>
                </a:cubicBezTo>
                <a:cubicBezTo>
                  <a:pt x="105" y="1282"/>
                  <a:pt x="105" y="1282"/>
                  <a:pt x="105" y="1282"/>
                </a:cubicBezTo>
                <a:cubicBezTo>
                  <a:pt x="109" y="1307"/>
                  <a:pt x="132" y="1327"/>
                  <a:pt x="159" y="1327"/>
                </a:cubicBezTo>
                <a:cubicBezTo>
                  <a:pt x="186" y="1327"/>
                  <a:pt x="209" y="1307"/>
                  <a:pt x="213" y="1282"/>
                </a:cubicBezTo>
                <a:cubicBezTo>
                  <a:pt x="266" y="1282"/>
                  <a:pt x="266" y="1282"/>
                  <a:pt x="266" y="1282"/>
                </a:cubicBezTo>
                <a:cubicBezTo>
                  <a:pt x="266" y="1258"/>
                  <a:pt x="266" y="1258"/>
                  <a:pt x="266" y="1258"/>
                </a:cubicBezTo>
                <a:cubicBezTo>
                  <a:pt x="383" y="1258"/>
                  <a:pt x="383" y="1258"/>
                  <a:pt x="383" y="1258"/>
                </a:cubicBezTo>
                <a:cubicBezTo>
                  <a:pt x="382" y="1262"/>
                  <a:pt x="382" y="1267"/>
                  <a:pt x="382" y="1272"/>
                </a:cubicBezTo>
                <a:cubicBezTo>
                  <a:pt x="382" y="1302"/>
                  <a:pt x="406" y="1327"/>
                  <a:pt x="437" y="1327"/>
                </a:cubicBezTo>
                <a:cubicBezTo>
                  <a:pt x="437" y="1327"/>
                  <a:pt x="437" y="1300"/>
                  <a:pt x="437" y="1269"/>
                </a:cubicBezTo>
                <a:cubicBezTo>
                  <a:pt x="437" y="1214"/>
                  <a:pt x="437" y="1214"/>
                  <a:pt x="437" y="1214"/>
                </a:cubicBezTo>
                <a:lnTo>
                  <a:pt x="227" y="1214"/>
                </a:lnTo>
                <a:close/>
                <a:moveTo>
                  <a:pt x="184" y="1063"/>
                </a:moveTo>
                <a:cubicBezTo>
                  <a:pt x="184" y="1063"/>
                  <a:pt x="175" y="1067"/>
                  <a:pt x="137" y="1082"/>
                </a:cubicBezTo>
                <a:cubicBezTo>
                  <a:pt x="122" y="1087"/>
                  <a:pt x="85" y="1139"/>
                  <a:pt x="35" y="1139"/>
                </a:cubicBezTo>
                <a:cubicBezTo>
                  <a:pt x="70" y="1040"/>
                  <a:pt x="70" y="1040"/>
                  <a:pt x="70" y="1040"/>
                </a:cubicBezTo>
                <a:cubicBezTo>
                  <a:pt x="78" y="1021"/>
                  <a:pt x="89" y="1009"/>
                  <a:pt x="117" y="1009"/>
                </a:cubicBezTo>
                <a:cubicBezTo>
                  <a:pt x="184" y="1009"/>
                  <a:pt x="184" y="1009"/>
                  <a:pt x="184" y="1009"/>
                </a:cubicBezTo>
                <a:lnTo>
                  <a:pt x="184" y="106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de-DE"/>
          </a:p>
        </p:txBody>
      </p:sp>
      <p:sp>
        <p:nvSpPr>
          <p:cNvPr id="41" name="Freeform 56">
            <a:extLst>
              <a:ext uri="{FF2B5EF4-FFF2-40B4-BE49-F238E27FC236}">
                <a16:creationId xmlns:a16="http://schemas.microsoft.com/office/drawing/2014/main" id="{75FD2A6B-81AE-17B4-94BF-A47D4C871D20}"/>
              </a:ext>
            </a:extLst>
          </p:cNvPr>
          <p:cNvSpPr>
            <a:spLocks noEditPoints="1"/>
          </p:cNvSpPr>
          <p:nvPr/>
        </p:nvSpPr>
        <p:spPr bwMode="auto">
          <a:xfrm>
            <a:off x="1311450" y="3839138"/>
            <a:ext cx="821486" cy="230481"/>
          </a:xfrm>
          <a:custGeom>
            <a:avLst/>
            <a:gdLst>
              <a:gd name="T0" fmla="*/ 230 w 1171"/>
              <a:gd name="T1" fmla="*/ 239 h 342"/>
              <a:gd name="T2" fmla="*/ 221 w 1171"/>
              <a:gd name="T3" fmla="*/ 1 h 342"/>
              <a:gd name="T4" fmla="*/ 106 w 1171"/>
              <a:gd name="T5" fmla="*/ 4 h 342"/>
              <a:gd name="T6" fmla="*/ 18 w 1171"/>
              <a:gd name="T7" fmla="*/ 86 h 342"/>
              <a:gd name="T8" fmla="*/ 10 w 1171"/>
              <a:gd name="T9" fmla="*/ 269 h 342"/>
              <a:gd name="T10" fmla="*/ 0 w 1171"/>
              <a:gd name="T11" fmla="*/ 302 h 342"/>
              <a:gd name="T12" fmla="*/ 37 w 1171"/>
              <a:gd name="T13" fmla="*/ 294 h 342"/>
              <a:gd name="T14" fmla="*/ 144 w 1171"/>
              <a:gd name="T15" fmla="*/ 342 h 342"/>
              <a:gd name="T16" fmla="*/ 230 w 1171"/>
              <a:gd name="T17" fmla="*/ 294 h 342"/>
              <a:gd name="T18" fmla="*/ 403 w 1171"/>
              <a:gd name="T19" fmla="*/ 283 h 342"/>
              <a:gd name="T20" fmla="*/ 451 w 1171"/>
              <a:gd name="T21" fmla="*/ 342 h 342"/>
              <a:gd name="T22" fmla="*/ 499 w 1171"/>
              <a:gd name="T23" fmla="*/ 283 h 342"/>
              <a:gd name="T24" fmla="*/ 802 w 1171"/>
              <a:gd name="T25" fmla="*/ 293 h 342"/>
              <a:gd name="T26" fmla="*/ 900 w 1171"/>
              <a:gd name="T27" fmla="*/ 293 h 342"/>
              <a:gd name="T28" fmla="*/ 911 w 1171"/>
              <a:gd name="T29" fmla="*/ 283 h 342"/>
              <a:gd name="T30" fmla="*/ 959 w 1171"/>
              <a:gd name="T31" fmla="*/ 342 h 342"/>
              <a:gd name="T32" fmla="*/ 1007 w 1171"/>
              <a:gd name="T33" fmla="*/ 283 h 342"/>
              <a:gd name="T34" fmla="*/ 1020 w 1171"/>
              <a:gd name="T35" fmla="*/ 293 h 342"/>
              <a:gd name="T36" fmla="*/ 1118 w 1171"/>
              <a:gd name="T37" fmla="*/ 293 h 342"/>
              <a:gd name="T38" fmla="*/ 1153 w 1171"/>
              <a:gd name="T39" fmla="*/ 283 h 342"/>
              <a:gd name="T40" fmla="*/ 134 w 1171"/>
              <a:gd name="T41" fmla="*/ 152 h 342"/>
              <a:gd name="T42" fmla="*/ 35 w 1171"/>
              <a:gd name="T43" fmla="*/ 103 h 342"/>
              <a:gd name="T44" fmla="*/ 134 w 1171"/>
              <a:gd name="T45" fmla="*/ 152 h 342"/>
              <a:gd name="T46" fmla="*/ 1082 w 1171"/>
              <a:gd name="T47" fmla="*/ 221 h 342"/>
              <a:gd name="T48" fmla="*/ 344 w 1171"/>
              <a:gd name="T49" fmla="*/ 79 h 342"/>
              <a:gd name="T50" fmla="*/ 429 w 1171"/>
              <a:gd name="T51" fmla="*/ 10 h 342"/>
              <a:gd name="T52" fmla="*/ 482 w 1171"/>
              <a:gd name="T53" fmla="*/ 0 h 342"/>
              <a:gd name="T54" fmla="*/ 547 w 1171"/>
              <a:gd name="T55" fmla="*/ 10 h 342"/>
              <a:gd name="T56" fmla="*/ 730 w 1171"/>
              <a:gd name="T57" fmla="*/ 0 h 342"/>
              <a:gd name="T58" fmla="*/ 795 w 1171"/>
              <a:gd name="T59" fmla="*/ 10 h 342"/>
              <a:gd name="T60" fmla="*/ 968 w 1171"/>
              <a:gd name="T61" fmla="*/ 0 h 342"/>
              <a:gd name="T62" fmla="*/ 1034 w 1171"/>
              <a:gd name="T63" fmla="*/ 10 h 342"/>
              <a:gd name="T64" fmla="*/ 1171 w 1171"/>
              <a:gd name="T65" fmla="*/ 115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71" h="342">
                <a:moveTo>
                  <a:pt x="1153" y="239"/>
                </a:moveTo>
                <a:cubicBezTo>
                  <a:pt x="230" y="239"/>
                  <a:pt x="230" y="239"/>
                  <a:pt x="230" y="239"/>
                </a:cubicBezTo>
                <a:cubicBezTo>
                  <a:pt x="230" y="9"/>
                  <a:pt x="230" y="9"/>
                  <a:pt x="230" y="9"/>
                </a:cubicBezTo>
                <a:cubicBezTo>
                  <a:pt x="230" y="4"/>
                  <a:pt x="226" y="1"/>
                  <a:pt x="221" y="1"/>
                </a:cubicBezTo>
                <a:cubicBezTo>
                  <a:pt x="113" y="1"/>
                  <a:pt x="113" y="1"/>
                  <a:pt x="113" y="1"/>
                </a:cubicBezTo>
                <a:cubicBezTo>
                  <a:pt x="110" y="1"/>
                  <a:pt x="108" y="2"/>
                  <a:pt x="106" y="4"/>
                </a:cubicBezTo>
                <a:cubicBezTo>
                  <a:pt x="93" y="8"/>
                  <a:pt x="56" y="25"/>
                  <a:pt x="17" y="86"/>
                </a:cubicBezTo>
                <a:cubicBezTo>
                  <a:pt x="18" y="86"/>
                  <a:pt x="18" y="86"/>
                  <a:pt x="18" y="86"/>
                </a:cubicBezTo>
                <a:cubicBezTo>
                  <a:pt x="14" y="86"/>
                  <a:pt x="10" y="89"/>
                  <a:pt x="10" y="94"/>
                </a:cubicBezTo>
                <a:cubicBezTo>
                  <a:pt x="10" y="269"/>
                  <a:pt x="10" y="269"/>
                  <a:pt x="10" y="269"/>
                </a:cubicBezTo>
                <a:cubicBezTo>
                  <a:pt x="0" y="269"/>
                  <a:pt x="0" y="269"/>
                  <a:pt x="0" y="269"/>
                </a:cubicBezTo>
                <a:cubicBezTo>
                  <a:pt x="0" y="302"/>
                  <a:pt x="0" y="302"/>
                  <a:pt x="0" y="302"/>
                </a:cubicBezTo>
                <a:cubicBezTo>
                  <a:pt x="37" y="302"/>
                  <a:pt x="37" y="302"/>
                  <a:pt x="37" y="302"/>
                </a:cubicBezTo>
                <a:cubicBezTo>
                  <a:pt x="37" y="294"/>
                  <a:pt x="37" y="294"/>
                  <a:pt x="37" y="294"/>
                </a:cubicBezTo>
                <a:cubicBezTo>
                  <a:pt x="95" y="294"/>
                  <a:pt x="95" y="294"/>
                  <a:pt x="95" y="294"/>
                </a:cubicBezTo>
                <a:cubicBezTo>
                  <a:pt x="95" y="320"/>
                  <a:pt x="117" y="342"/>
                  <a:pt x="144" y="342"/>
                </a:cubicBezTo>
                <a:cubicBezTo>
                  <a:pt x="170" y="342"/>
                  <a:pt x="192" y="320"/>
                  <a:pt x="193" y="294"/>
                </a:cubicBezTo>
                <a:cubicBezTo>
                  <a:pt x="230" y="294"/>
                  <a:pt x="230" y="294"/>
                  <a:pt x="230" y="294"/>
                </a:cubicBezTo>
                <a:cubicBezTo>
                  <a:pt x="230" y="283"/>
                  <a:pt x="230" y="283"/>
                  <a:pt x="230" y="283"/>
                </a:cubicBezTo>
                <a:cubicBezTo>
                  <a:pt x="403" y="283"/>
                  <a:pt x="403" y="283"/>
                  <a:pt x="403" y="283"/>
                </a:cubicBezTo>
                <a:cubicBezTo>
                  <a:pt x="402" y="286"/>
                  <a:pt x="402" y="289"/>
                  <a:pt x="402" y="293"/>
                </a:cubicBezTo>
                <a:cubicBezTo>
                  <a:pt x="402" y="320"/>
                  <a:pt x="424" y="342"/>
                  <a:pt x="451" y="342"/>
                </a:cubicBezTo>
                <a:cubicBezTo>
                  <a:pt x="478" y="342"/>
                  <a:pt x="500" y="320"/>
                  <a:pt x="500" y="293"/>
                </a:cubicBezTo>
                <a:cubicBezTo>
                  <a:pt x="500" y="289"/>
                  <a:pt x="499" y="286"/>
                  <a:pt x="499" y="283"/>
                </a:cubicBezTo>
                <a:cubicBezTo>
                  <a:pt x="803" y="283"/>
                  <a:pt x="803" y="283"/>
                  <a:pt x="803" y="283"/>
                </a:cubicBezTo>
                <a:cubicBezTo>
                  <a:pt x="803" y="286"/>
                  <a:pt x="802" y="289"/>
                  <a:pt x="802" y="293"/>
                </a:cubicBezTo>
                <a:cubicBezTo>
                  <a:pt x="802" y="320"/>
                  <a:pt x="824" y="342"/>
                  <a:pt x="851" y="342"/>
                </a:cubicBezTo>
                <a:cubicBezTo>
                  <a:pt x="878" y="342"/>
                  <a:pt x="900" y="320"/>
                  <a:pt x="900" y="293"/>
                </a:cubicBezTo>
                <a:cubicBezTo>
                  <a:pt x="900" y="289"/>
                  <a:pt x="900" y="286"/>
                  <a:pt x="899" y="283"/>
                </a:cubicBezTo>
                <a:cubicBezTo>
                  <a:pt x="911" y="283"/>
                  <a:pt x="911" y="283"/>
                  <a:pt x="911" y="283"/>
                </a:cubicBezTo>
                <a:cubicBezTo>
                  <a:pt x="910" y="286"/>
                  <a:pt x="910" y="289"/>
                  <a:pt x="910" y="293"/>
                </a:cubicBezTo>
                <a:cubicBezTo>
                  <a:pt x="910" y="320"/>
                  <a:pt x="932" y="342"/>
                  <a:pt x="959" y="342"/>
                </a:cubicBezTo>
                <a:cubicBezTo>
                  <a:pt x="986" y="342"/>
                  <a:pt x="1008" y="320"/>
                  <a:pt x="1008" y="293"/>
                </a:cubicBezTo>
                <a:cubicBezTo>
                  <a:pt x="1008" y="289"/>
                  <a:pt x="1008" y="286"/>
                  <a:pt x="1007" y="283"/>
                </a:cubicBezTo>
                <a:cubicBezTo>
                  <a:pt x="1021" y="283"/>
                  <a:pt x="1021" y="283"/>
                  <a:pt x="1021" y="283"/>
                </a:cubicBezTo>
                <a:cubicBezTo>
                  <a:pt x="1021" y="286"/>
                  <a:pt x="1020" y="289"/>
                  <a:pt x="1020" y="293"/>
                </a:cubicBezTo>
                <a:cubicBezTo>
                  <a:pt x="1020" y="320"/>
                  <a:pt x="1042" y="342"/>
                  <a:pt x="1069" y="342"/>
                </a:cubicBezTo>
                <a:cubicBezTo>
                  <a:pt x="1096" y="342"/>
                  <a:pt x="1118" y="320"/>
                  <a:pt x="1118" y="293"/>
                </a:cubicBezTo>
                <a:cubicBezTo>
                  <a:pt x="1118" y="289"/>
                  <a:pt x="1118" y="286"/>
                  <a:pt x="1118" y="283"/>
                </a:cubicBezTo>
                <a:cubicBezTo>
                  <a:pt x="1153" y="283"/>
                  <a:pt x="1153" y="283"/>
                  <a:pt x="1153" y="283"/>
                </a:cubicBezTo>
                <a:lnTo>
                  <a:pt x="1153" y="239"/>
                </a:lnTo>
                <a:close/>
                <a:moveTo>
                  <a:pt x="134" y="152"/>
                </a:moveTo>
                <a:cubicBezTo>
                  <a:pt x="35" y="170"/>
                  <a:pt x="35" y="170"/>
                  <a:pt x="35" y="170"/>
                </a:cubicBezTo>
                <a:cubicBezTo>
                  <a:pt x="35" y="103"/>
                  <a:pt x="35" y="103"/>
                  <a:pt x="35" y="103"/>
                </a:cubicBezTo>
                <a:cubicBezTo>
                  <a:pt x="134" y="103"/>
                  <a:pt x="134" y="103"/>
                  <a:pt x="134" y="103"/>
                </a:cubicBezTo>
                <a:lnTo>
                  <a:pt x="134" y="152"/>
                </a:lnTo>
                <a:close/>
                <a:moveTo>
                  <a:pt x="1171" y="115"/>
                </a:moveTo>
                <a:cubicBezTo>
                  <a:pt x="1171" y="174"/>
                  <a:pt x="1131" y="221"/>
                  <a:pt x="1082" y="221"/>
                </a:cubicBezTo>
                <a:cubicBezTo>
                  <a:pt x="281" y="221"/>
                  <a:pt x="281" y="221"/>
                  <a:pt x="281" y="221"/>
                </a:cubicBezTo>
                <a:cubicBezTo>
                  <a:pt x="344" y="79"/>
                  <a:pt x="344" y="79"/>
                  <a:pt x="344" y="79"/>
                </a:cubicBezTo>
                <a:cubicBezTo>
                  <a:pt x="344" y="79"/>
                  <a:pt x="344" y="79"/>
                  <a:pt x="344" y="79"/>
                </a:cubicBezTo>
                <a:cubicBezTo>
                  <a:pt x="357" y="39"/>
                  <a:pt x="390" y="10"/>
                  <a:pt x="429" y="10"/>
                </a:cubicBezTo>
                <a:cubicBezTo>
                  <a:pt x="482" y="10"/>
                  <a:pt x="482" y="10"/>
                  <a:pt x="482" y="10"/>
                </a:cubicBezTo>
                <a:cubicBezTo>
                  <a:pt x="482" y="0"/>
                  <a:pt x="482" y="0"/>
                  <a:pt x="482" y="0"/>
                </a:cubicBezTo>
                <a:cubicBezTo>
                  <a:pt x="547" y="0"/>
                  <a:pt x="547" y="0"/>
                  <a:pt x="547" y="0"/>
                </a:cubicBezTo>
                <a:cubicBezTo>
                  <a:pt x="547" y="10"/>
                  <a:pt x="547" y="10"/>
                  <a:pt x="547" y="10"/>
                </a:cubicBezTo>
                <a:cubicBezTo>
                  <a:pt x="730" y="10"/>
                  <a:pt x="730" y="10"/>
                  <a:pt x="730" y="10"/>
                </a:cubicBezTo>
                <a:cubicBezTo>
                  <a:pt x="730" y="0"/>
                  <a:pt x="730" y="0"/>
                  <a:pt x="730" y="0"/>
                </a:cubicBezTo>
                <a:cubicBezTo>
                  <a:pt x="795" y="0"/>
                  <a:pt x="795" y="0"/>
                  <a:pt x="795" y="0"/>
                </a:cubicBezTo>
                <a:cubicBezTo>
                  <a:pt x="795" y="10"/>
                  <a:pt x="795" y="10"/>
                  <a:pt x="795" y="10"/>
                </a:cubicBezTo>
                <a:cubicBezTo>
                  <a:pt x="968" y="10"/>
                  <a:pt x="968" y="10"/>
                  <a:pt x="968" y="10"/>
                </a:cubicBezTo>
                <a:cubicBezTo>
                  <a:pt x="968" y="0"/>
                  <a:pt x="968" y="0"/>
                  <a:pt x="968" y="0"/>
                </a:cubicBezTo>
                <a:cubicBezTo>
                  <a:pt x="1034" y="0"/>
                  <a:pt x="1034" y="0"/>
                  <a:pt x="1034" y="0"/>
                </a:cubicBezTo>
                <a:cubicBezTo>
                  <a:pt x="1034" y="10"/>
                  <a:pt x="1034" y="10"/>
                  <a:pt x="1034" y="10"/>
                </a:cubicBezTo>
                <a:cubicBezTo>
                  <a:pt x="1082" y="10"/>
                  <a:pt x="1082" y="10"/>
                  <a:pt x="1082" y="10"/>
                </a:cubicBezTo>
                <a:cubicBezTo>
                  <a:pt x="1131" y="10"/>
                  <a:pt x="1171" y="57"/>
                  <a:pt x="1171" y="11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de-DE"/>
          </a:p>
        </p:txBody>
      </p:sp>
      <p:sp>
        <p:nvSpPr>
          <p:cNvPr id="42" name="Freeform 56">
            <a:extLst>
              <a:ext uri="{FF2B5EF4-FFF2-40B4-BE49-F238E27FC236}">
                <a16:creationId xmlns:a16="http://schemas.microsoft.com/office/drawing/2014/main" id="{9A469B81-E0BF-19A1-DEC0-286271593457}"/>
              </a:ext>
            </a:extLst>
          </p:cNvPr>
          <p:cNvSpPr>
            <a:spLocks noEditPoints="1"/>
          </p:cNvSpPr>
          <p:nvPr/>
        </p:nvSpPr>
        <p:spPr bwMode="auto">
          <a:xfrm>
            <a:off x="9641921" y="4308349"/>
            <a:ext cx="821486" cy="230481"/>
          </a:xfrm>
          <a:custGeom>
            <a:avLst/>
            <a:gdLst>
              <a:gd name="T0" fmla="*/ 230 w 1171"/>
              <a:gd name="T1" fmla="*/ 239 h 342"/>
              <a:gd name="T2" fmla="*/ 221 w 1171"/>
              <a:gd name="T3" fmla="*/ 1 h 342"/>
              <a:gd name="T4" fmla="*/ 106 w 1171"/>
              <a:gd name="T5" fmla="*/ 4 h 342"/>
              <a:gd name="T6" fmla="*/ 18 w 1171"/>
              <a:gd name="T7" fmla="*/ 86 h 342"/>
              <a:gd name="T8" fmla="*/ 10 w 1171"/>
              <a:gd name="T9" fmla="*/ 269 h 342"/>
              <a:gd name="T10" fmla="*/ 0 w 1171"/>
              <a:gd name="T11" fmla="*/ 302 h 342"/>
              <a:gd name="T12" fmla="*/ 37 w 1171"/>
              <a:gd name="T13" fmla="*/ 294 h 342"/>
              <a:gd name="T14" fmla="*/ 144 w 1171"/>
              <a:gd name="T15" fmla="*/ 342 h 342"/>
              <a:gd name="T16" fmla="*/ 230 w 1171"/>
              <a:gd name="T17" fmla="*/ 294 h 342"/>
              <a:gd name="T18" fmla="*/ 403 w 1171"/>
              <a:gd name="T19" fmla="*/ 283 h 342"/>
              <a:gd name="T20" fmla="*/ 451 w 1171"/>
              <a:gd name="T21" fmla="*/ 342 h 342"/>
              <a:gd name="T22" fmla="*/ 499 w 1171"/>
              <a:gd name="T23" fmla="*/ 283 h 342"/>
              <a:gd name="T24" fmla="*/ 802 w 1171"/>
              <a:gd name="T25" fmla="*/ 293 h 342"/>
              <a:gd name="T26" fmla="*/ 900 w 1171"/>
              <a:gd name="T27" fmla="*/ 293 h 342"/>
              <a:gd name="T28" fmla="*/ 911 w 1171"/>
              <a:gd name="T29" fmla="*/ 283 h 342"/>
              <a:gd name="T30" fmla="*/ 959 w 1171"/>
              <a:gd name="T31" fmla="*/ 342 h 342"/>
              <a:gd name="T32" fmla="*/ 1007 w 1171"/>
              <a:gd name="T33" fmla="*/ 283 h 342"/>
              <a:gd name="T34" fmla="*/ 1020 w 1171"/>
              <a:gd name="T35" fmla="*/ 293 h 342"/>
              <a:gd name="T36" fmla="*/ 1118 w 1171"/>
              <a:gd name="T37" fmla="*/ 293 h 342"/>
              <a:gd name="T38" fmla="*/ 1153 w 1171"/>
              <a:gd name="T39" fmla="*/ 283 h 342"/>
              <a:gd name="T40" fmla="*/ 134 w 1171"/>
              <a:gd name="T41" fmla="*/ 152 h 342"/>
              <a:gd name="T42" fmla="*/ 35 w 1171"/>
              <a:gd name="T43" fmla="*/ 103 h 342"/>
              <a:gd name="T44" fmla="*/ 134 w 1171"/>
              <a:gd name="T45" fmla="*/ 152 h 342"/>
              <a:gd name="T46" fmla="*/ 1082 w 1171"/>
              <a:gd name="T47" fmla="*/ 221 h 342"/>
              <a:gd name="T48" fmla="*/ 344 w 1171"/>
              <a:gd name="T49" fmla="*/ 79 h 342"/>
              <a:gd name="T50" fmla="*/ 429 w 1171"/>
              <a:gd name="T51" fmla="*/ 10 h 342"/>
              <a:gd name="T52" fmla="*/ 482 w 1171"/>
              <a:gd name="T53" fmla="*/ 0 h 342"/>
              <a:gd name="T54" fmla="*/ 547 w 1171"/>
              <a:gd name="T55" fmla="*/ 10 h 342"/>
              <a:gd name="T56" fmla="*/ 730 w 1171"/>
              <a:gd name="T57" fmla="*/ 0 h 342"/>
              <a:gd name="T58" fmla="*/ 795 w 1171"/>
              <a:gd name="T59" fmla="*/ 10 h 342"/>
              <a:gd name="T60" fmla="*/ 968 w 1171"/>
              <a:gd name="T61" fmla="*/ 0 h 342"/>
              <a:gd name="T62" fmla="*/ 1034 w 1171"/>
              <a:gd name="T63" fmla="*/ 10 h 342"/>
              <a:gd name="T64" fmla="*/ 1171 w 1171"/>
              <a:gd name="T65" fmla="*/ 115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71" h="342">
                <a:moveTo>
                  <a:pt x="1153" y="239"/>
                </a:moveTo>
                <a:cubicBezTo>
                  <a:pt x="230" y="239"/>
                  <a:pt x="230" y="239"/>
                  <a:pt x="230" y="239"/>
                </a:cubicBezTo>
                <a:cubicBezTo>
                  <a:pt x="230" y="9"/>
                  <a:pt x="230" y="9"/>
                  <a:pt x="230" y="9"/>
                </a:cubicBezTo>
                <a:cubicBezTo>
                  <a:pt x="230" y="4"/>
                  <a:pt x="226" y="1"/>
                  <a:pt x="221" y="1"/>
                </a:cubicBezTo>
                <a:cubicBezTo>
                  <a:pt x="113" y="1"/>
                  <a:pt x="113" y="1"/>
                  <a:pt x="113" y="1"/>
                </a:cubicBezTo>
                <a:cubicBezTo>
                  <a:pt x="110" y="1"/>
                  <a:pt x="108" y="2"/>
                  <a:pt x="106" y="4"/>
                </a:cubicBezTo>
                <a:cubicBezTo>
                  <a:pt x="93" y="8"/>
                  <a:pt x="56" y="25"/>
                  <a:pt x="17" y="86"/>
                </a:cubicBezTo>
                <a:cubicBezTo>
                  <a:pt x="18" y="86"/>
                  <a:pt x="18" y="86"/>
                  <a:pt x="18" y="86"/>
                </a:cubicBezTo>
                <a:cubicBezTo>
                  <a:pt x="14" y="86"/>
                  <a:pt x="10" y="89"/>
                  <a:pt x="10" y="94"/>
                </a:cubicBezTo>
                <a:cubicBezTo>
                  <a:pt x="10" y="269"/>
                  <a:pt x="10" y="269"/>
                  <a:pt x="10" y="269"/>
                </a:cubicBezTo>
                <a:cubicBezTo>
                  <a:pt x="0" y="269"/>
                  <a:pt x="0" y="269"/>
                  <a:pt x="0" y="269"/>
                </a:cubicBezTo>
                <a:cubicBezTo>
                  <a:pt x="0" y="302"/>
                  <a:pt x="0" y="302"/>
                  <a:pt x="0" y="302"/>
                </a:cubicBezTo>
                <a:cubicBezTo>
                  <a:pt x="37" y="302"/>
                  <a:pt x="37" y="302"/>
                  <a:pt x="37" y="302"/>
                </a:cubicBezTo>
                <a:cubicBezTo>
                  <a:pt x="37" y="294"/>
                  <a:pt x="37" y="294"/>
                  <a:pt x="37" y="294"/>
                </a:cubicBezTo>
                <a:cubicBezTo>
                  <a:pt x="95" y="294"/>
                  <a:pt x="95" y="294"/>
                  <a:pt x="95" y="294"/>
                </a:cubicBezTo>
                <a:cubicBezTo>
                  <a:pt x="95" y="320"/>
                  <a:pt x="117" y="342"/>
                  <a:pt x="144" y="342"/>
                </a:cubicBezTo>
                <a:cubicBezTo>
                  <a:pt x="170" y="342"/>
                  <a:pt x="192" y="320"/>
                  <a:pt x="193" y="294"/>
                </a:cubicBezTo>
                <a:cubicBezTo>
                  <a:pt x="230" y="294"/>
                  <a:pt x="230" y="294"/>
                  <a:pt x="230" y="294"/>
                </a:cubicBezTo>
                <a:cubicBezTo>
                  <a:pt x="230" y="283"/>
                  <a:pt x="230" y="283"/>
                  <a:pt x="230" y="283"/>
                </a:cubicBezTo>
                <a:cubicBezTo>
                  <a:pt x="403" y="283"/>
                  <a:pt x="403" y="283"/>
                  <a:pt x="403" y="283"/>
                </a:cubicBezTo>
                <a:cubicBezTo>
                  <a:pt x="402" y="286"/>
                  <a:pt x="402" y="289"/>
                  <a:pt x="402" y="293"/>
                </a:cubicBezTo>
                <a:cubicBezTo>
                  <a:pt x="402" y="320"/>
                  <a:pt x="424" y="342"/>
                  <a:pt x="451" y="342"/>
                </a:cubicBezTo>
                <a:cubicBezTo>
                  <a:pt x="478" y="342"/>
                  <a:pt x="500" y="320"/>
                  <a:pt x="500" y="293"/>
                </a:cubicBezTo>
                <a:cubicBezTo>
                  <a:pt x="500" y="289"/>
                  <a:pt x="499" y="286"/>
                  <a:pt x="499" y="283"/>
                </a:cubicBezTo>
                <a:cubicBezTo>
                  <a:pt x="803" y="283"/>
                  <a:pt x="803" y="283"/>
                  <a:pt x="803" y="283"/>
                </a:cubicBezTo>
                <a:cubicBezTo>
                  <a:pt x="803" y="286"/>
                  <a:pt x="802" y="289"/>
                  <a:pt x="802" y="293"/>
                </a:cubicBezTo>
                <a:cubicBezTo>
                  <a:pt x="802" y="320"/>
                  <a:pt x="824" y="342"/>
                  <a:pt x="851" y="342"/>
                </a:cubicBezTo>
                <a:cubicBezTo>
                  <a:pt x="878" y="342"/>
                  <a:pt x="900" y="320"/>
                  <a:pt x="900" y="293"/>
                </a:cubicBezTo>
                <a:cubicBezTo>
                  <a:pt x="900" y="289"/>
                  <a:pt x="900" y="286"/>
                  <a:pt x="899" y="283"/>
                </a:cubicBezTo>
                <a:cubicBezTo>
                  <a:pt x="911" y="283"/>
                  <a:pt x="911" y="283"/>
                  <a:pt x="911" y="283"/>
                </a:cubicBezTo>
                <a:cubicBezTo>
                  <a:pt x="910" y="286"/>
                  <a:pt x="910" y="289"/>
                  <a:pt x="910" y="293"/>
                </a:cubicBezTo>
                <a:cubicBezTo>
                  <a:pt x="910" y="320"/>
                  <a:pt x="932" y="342"/>
                  <a:pt x="959" y="342"/>
                </a:cubicBezTo>
                <a:cubicBezTo>
                  <a:pt x="986" y="342"/>
                  <a:pt x="1008" y="320"/>
                  <a:pt x="1008" y="293"/>
                </a:cubicBezTo>
                <a:cubicBezTo>
                  <a:pt x="1008" y="289"/>
                  <a:pt x="1008" y="286"/>
                  <a:pt x="1007" y="283"/>
                </a:cubicBezTo>
                <a:cubicBezTo>
                  <a:pt x="1021" y="283"/>
                  <a:pt x="1021" y="283"/>
                  <a:pt x="1021" y="283"/>
                </a:cubicBezTo>
                <a:cubicBezTo>
                  <a:pt x="1021" y="286"/>
                  <a:pt x="1020" y="289"/>
                  <a:pt x="1020" y="293"/>
                </a:cubicBezTo>
                <a:cubicBezTo>
                  <a:pt x="1020" y="320"/>
                  <a:pt x="1042" y="342"/>
                  <a:pt x="1069" y="342"/>
                </a:cubicBezTo>
                <a:cubicBezTo>
                  <a:pt x="1096" y="342"/>
                  <a:pt x="1118" y="320"/>
                  <a:pt x="1118" y="293"/>
                </a:cubicBezTo>
                <a:cubicBezTo>
                  <a:pt x="1118" y="289"/>
                  <a:pt x="1118" y="286"/>
                  <a:pt x="1118" y="283"/>
                </a:cubicBezTo>
                <a:cubicBezTo>
                  <a:pt x="1153" y="283"/>
                  <a:pt x="1153" y="283"/>
                  <a:pt x="1153" y="283"/>
                </a:cubicBezTo>
                <a:lnTo>
                  <a:pt x="1153" y="239"/>
                </a:lnTo>
                <a:close/>
                <a:moveTo>
                  <a:pt x="134" y="152"/>
                </a:moveTo>
                <a:cubicBezTo>
                  <a:pt x="35" y="170"/>
                  <a:pt x="35" y="170"/>
                  <a:pt x="35" y="170"/>
                </a:cubicBezTo>
                <a:cubicBezTo>
                  <a:pt x="35" y="103"/>
                  <a:pt x="35" y="103"/>
                  <a:pt x="35" y="103"/>
                </a:cubicBezTo>
                <a:cubicBezTo>
                  <a:pt x="134" y="103"/>
                  <a:pt x="134" y="103"/>
                  <a:pt x="134" y="103"/>
                </a:cubicBezTo>
                <a:lnTo>
                  <a:pt x="134" y="152"/>
                </a:lnTo>
                <a:close/>
                <a:moveTo>
                  <a:pt x="1171" y="115"/>
                </a:moveTo>
                <a:cubicBezTo>
                  <a:pt x="1171" y="174"/>
                  <a:pt x="1131" y="221"/>
                  <a:pt x="1082" y="221"/>
                </a:cubicBezTo>
                <a:cubicBezTo>
                  <a:pt x="281" y="221"/>
                  <a:pt x="281" y="221"/>
                  <a:pt x="281" y="221"/>
                </a:cubicBezTo>
                <a:cubicBezTo>
                  <a:pt x="344" y="79"/>
                  <a:pt x="344" y="79"/>
                  <a:pt x="344" y="79"/>
                </a:cubicBezTo>
                <a:cubicBezTo>
                  <a:pt x="344" y="79"/>
                  <a:pt x="344" y="79"/>
                  <a:pt x="344" y="79"/>
                </a:cubicBezTo>
                <a:cubicBezTo>
                  <a:pt x="357" y="39"/>
                  <a:pt x="390" y="10"/>
                  <a:pt x="429" y="10"/>
                </a:cubicBezTo>
                <a:cubicBezTo>
                  <a:pt x="482" y="10"/>
                  <a:pt x="482" y="10"/>
                  <a:pt x="482" y="10"/>
                </a:cubicBezTo>
                <a:cubicBezTo>
                  <a:pt x="482" y="0"/>
                  <a:pt x="482" y="0"/>
                  <a:pt x="482" y="0"/>
                </a:cubicBezTo>
                <a:cubicBezTo>
                  <a:pt x="547" y="0"/>
                  <a:pt x="547" y="0"/>
                  <a:pt x="547" y="0"/>
                </a:cubicBezTo>
                <a:cubicBezTo>
                  <a:pt x="547" y="10"/>
                  <a:pt x="547" y="10"/>
                  <a:pt x="547" y="10"/>
                </a:cubicBezTo>
                <a:cubicBezTo>
                  <a:pt x="730" y="10"/>
                  <a:pt x="730" y="10"/>
                  <a:pt x="730" y="10"/>
                </a:cubicBezTo>
                <a:cubicBezTo>
                  <a:pt x="730" y="0"/>
                  <a:pt x="730" y="0"/>
                  <a:pt x="730" y="0"/>
                </a:cubicBezTo>
                <a:cubicBezTo>
                  <a:pt x="795" y="0"/>
                  <a:pt x="795" y="0"/>
                  <a:pt x="795" y="0"/>
                </a:cubicBezTo>
                <a:cubicBezTo>
                  <a:pt x="795" y="10"/>
                  <a:pt x="795" y="10"/>
                  <a:pt x="795" y="10"/>
                </a:cubicBezTo>
                <a:cubicBezTo>
                  <a:pt x="968" y="10"/>
                  <a:pt x="968" y="10"/>
                  <a:pt x="968" y="10"/>
                </a:cubicBezTo>
                <a:cubicBezTo>
                  <a:pt x="968" y="0"/>
                  <a:pt x="968" y="0"/>
                  <a:pt x="968" y="0"/>
                </a:cubicBezTo>
                <a:cubicBezTo>
                  <a:pt x="1034" y="0"/>
                  <a:pt x="1034" y="0"/>
                  <a:pt x="1034" y="0"/>
                </a:cubicBezTo>
                <a:cubicBezTo>
                  <a:pt x="1034" y="10"/>
                  <a:pt x="1034" y="10"/>
                  <a:pt x="1034" y="10"/>
                </a:cubicBezTo>
                <a:cubicBezTo>
                  <a:pt x="1082" y="10"/>
                  <a:pt x="1082" y="10"/>
                  <a:pt x="1082" y="10"/>
                </a:cubicBezTo>
                <a:cubicBezTo>
                  <a:pt x="1131" y="10"/>
                  <a:pt x="1171" y="57"/>
                  <a:pt x="1171" y="11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de-DE"/>
          </a:p>
        </p:txBody>
      </p:sp>
      <p:sp>
        <p:nvSpPr>
          <p:cNvPr id="43" name="Freeform 56">
            <a:extLst>
              <a:ext uri="{FF2B5EF4-FFF2-40B4-BE49-F238E27FC236}">
                <a16:creationId xmlns:a16="http://schemas.microsoft.com/office/drawing/2014/main" id="{27D4F8CA-1722-6AA3-798C-19019227C1E1}"/>
              </a:ext>
            </a:extLst>
          </p:cNvPr>
          <p:cNvSpPr>
            <a:spLocks noEditPoints="1"/>
          </p:cNvSpPr>
          <p:nvPr/>
        </p:nvSpPr>
        <p:spPr bwMode="auto">
          <a:xfrm>
            <a:off x="4906894" y="4161026"/>
            <a:ext cx="821486" cy="230481"/>
          </a:xfrm>
          <a:custGeom>
            <a:avLst/>
            <a:gdLst>
              <a:gd name="T0" fmla="*/ 230 w 1171"/>
              <a:gd name="T1" fmla="*/ 239 h 342"/>
              <a:gd name="T2" fmla="*/ 221 w 1171"/>
              <a:gd name="T3" fmla="*/ 1 h 342"/>
              <a:gd name="T4" fmla="*/ 106 w 1171"/>
              <a:gd name="T5" fmla="*/ 4 h 342"/>
              <a:gd name="T6" fmla="*/ 18 w 1171"/>
              <a:gd name="T7" fmla="*/ 86 h 342"/>
              <a:gd name="T8" fmla="*/ 10 w 1171"/>
              <a:gd name="T9" fmla="*/ 269 h 342"/>
              <a:gd name="T10" fmla="*/ 0 w 1171"/>
              <a:gd name="T11" fmla="*/ 302 h 342"/>
              <a:gd name="T12" fmla="*/ 37 w 1171"/>
              <a:gd name="T13" fmla="*/ 294 h 342"/>
              <a:gd name="T14" fmla="*/ 144 w 1171"/>
              <a:gd name="T15" fmla="*/ 342 h 342"/>
              <a:gd name="T16" fmla="*/ 230 w 1171"/>
              <a:gd name="T17" fmla="*/ 294 h 342"/>
              <a:gd name="T18" fmla="*/ 403 w 1171"/>
              <a:gd name="T19" fmla="*/ 283 h 342"/>
              <a:gd name="T20" fmla="*/ 451 w 1171"/>
              <a:gd name="T21" fmla="*/ 342 h 342"/>
              <a:gd name="T22" fmla="*/ 499 w 1171"/>
              <a:gd name="T23" fmla="*/ 283 h 342"/>
              <a:gd name="T24" fmla="*/ 802 w 1171"/>
              <a:gd name="T25" fmla="*/ 293 h 342"/>
              <a:gd name="T26" fmla="*/ 900 w 1171"/>
              <a:gd name="T27" fmla="*/ 293 h 342"/>
              <a:gd name="T28" fmla="*/ 911 w 1171"/>
              <a:gd name="T29" fmla="*/ 283 h 342"/>
              <a:gd name="T30" fmla="*/ 959 w 1171"/>
              <a:gd name="T31" fmla="*/ 342 h 342"/>
              <a:gd name="T32" fmla="*/ 1007 w 1171"/>
              <a:gd name="T33" fmla="*/ 283 h 342"/>
              <a:gd name="T34" fmla="*/ 1020 w 1171"/>
              <a:gd name="T35" fmla="*/ 293 h 342"/>
              <a:gd name="T36" fmla="*/ 1118 w 1171"/>
              <a:gd name="T37" fmla="*/ 293 h 342"/>
              <a:gd name="T38" fmla="*/ 1153 w 1171"/>
              <a:gd name="T39" fmla="*/ 283 h 342"/>
              <a:gd name="T40" fmla="*/ 134 w 1171"/>
              <a:gd name="T41" fmla="*/ 152 h 342"/>
              <a:gd name="T42" fmla="*/ 35 w 1171"/>
              <a:gd name="T43" fmla="*/ 103 h 342"/>
              <a:gd name="T44" fmla="*/ 134 w 1171"/>
              <a:gd name="T45" fmla="*/ 152 h 342"/>
              <a:gd name="T46" fmla="*/ 1082 w 1171"/>
              <a:gd name="T47" fmla="*/ 221 h 342"/>
              <a:gd name="T48" fmla="*/ 344 w 1171"/>
              <a:gd name="T49" fmla="*/ 79 h 342"/>
              <a:gd name="T50" fmla="*/ 429 w 1171"/>
              <a:gd name="T51" fmla="*/ 10 h 342"/>
              <a:gd name="T52" fmla="*/ 482 w 1171"/>
              <a:gd name="T53" fmla="*/ 0 h 342"/>
              <a:gd name="T54" fmla="*/ 547 w 1171"/>
              <a:gd name="T55" fmla="*/ 10 h 342"/>
              <a:gd name="T56" fmla="*/ 730 w 1171"/>
              <a:gd name="T57" fmla="*/ 0 h 342"/>
              <a:gd name="T58" fmla="*/ 795 w 1171"/>
              <a:gd name="T59" fmla="*/ 10 h 342"/>
              <a:gd name="T60" fmla="*/ 968 w 1171"/>
              <a:gd name="T61" fmla="*/ 0 h 342"/>
              <a:gd name="T62" fmla="*/ 1034 w 1171"/>
              <a:gd name="T63" fmla="*/ 10 h 342"/>
              <a:gd name="T64" fmla="*/ 1171 w 1171"/>
              <a:gd name="T65" fmla="*/ 115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71" h="342">
                <a:moveTo>
                  <a:pt x="1153" y="239"/>
                </a:moveTo>
                <a:cubicBezTo>
                  <a:pt x="230" y="239"/>
                  <a:pt x="230" y="239"/>
                  <a:pt x="230" y="239"/>
                </a:cubicBezTo>
                <a:cubicBezTo>
                  <a:pt x="230" y="9"/>
                  <a:pt x="230" y="9"/>
                  <a:pt x="230" y="9"/>
                </a:cubicBezTo>
                <a:cubicBezTo>
                  <a:pt x="230" y="4"/>
                  <a:pt x="226" y="1"/>
                  <a:pt x="221" y="1"/>
                </a:cubicBezTo>
                <a:cubicBezTo>
                  <a:pt x="113" y="1"/>
                  <a:pt x="113" y="1"/>
                  <a:pt x="113" y="1"/>
                </a:cubicBezTo>
                <a:cubicBezTo>
                  <a:pt x="110" y="1"/>
                  <a:pt x="108" y="2"/>
                  <a:pt x="106" y="4"/>
                </a:cubicBezTo>
                <a:cubicBezTo>
                  <a:pt x="93" y="8"/>
                  <a:pt x="56" y="25"/>
                  <a:pt x="17" y="86"/>
                </a:cubicBezTo>
                <a:cubicBezTo>
                  <a:pt x="18" y="86"/>
                  <a:pt x="18" y="86"/>
                  <a:pt x="18" y="86"/>
                </a:cubicBezTo>
                <a:cubicBezTo>
                  <a:pt x="14" y="86"/>
                  <a:pt x="10" y="89"/>
                  <a:pt x="10" y="94"/>
                </a:cubicBezTo>
                <a:cubicBezTo>
                  <a:pt x="10" y="269"/>
                  <a:pt x="10" y="269"/>
                  <a:pt x="10" y="269"/>
                </a:cubicBezTo>
                <a:cubicBezTo>
                  <a:pt x="0" y="269"/>
                  <a:pt x="0" y="269"/>
                  <a:pt x="0" y="269"/>
                </a:cubicBezTo>
                <a:cubicBezTo>
                  <a:pt x="0" y="302"/>
                  <a:pt x="0" y="302"/>
                  <a:pt x="0" y="302"/>
                </a:cubicBezTo>
                <a:cubicBezTo>
                  <a:pt x="37" y="302"/>
                  <a:pt x="37" y="302"/>
                  <a:pt x="37" y="302"/>
                </a:cubicBezTo>
                <a:cubicBezTo>
                  <a:pt x="37" y="294"/>
                  <a:pt x="37" y="294"/>
                  <a:pt x="37" y="294"/>
                </a:cubicBezTo>
                <a:cubicBezTo>
                  <a:pt x="95" y="294"/>
                  <a:pt x="95" y="294"/>
                  <a:pt x="95" y="294"/>
                </a:cubicBezTo>
                <a:cubicBezTo>
                  <a:pt x="95" y="320"/>
                  <a:pt x="117" y="342"/>
                  <a:pt x="144" y="342"/>
                </a:cubicBezTo>
                <a:cubicBezTo>
                  <a:pt x="170" y="342"/>
                  <a:pt x="192" y="320"/>
                  <a:pt x="193" y="294"/>
                </a:cubicBezTo>
                <a:cubicBezTo>
                  <a:pt x="230" y="294"/>
                  <a:pt x="230" y="294"/>
                  <a:pt x="230" y="294"/>
                </a:cubicBezTo>
                <a:cubicBezTo>
                  <a:pt x="230" y="283"/>
                  <a:pt x="230" y="283"/>
                  <a:pt x="230" y="283"/>
                </a:cubicBezTo>
                <a:cubicBezTo>
                  <a:pt x="403" y="283"/>
                  <a:pt x="403" y="283"/>
                  <a:pt x="403" y="283"/>
                </a:cubicBezTo>
                <a:cubicBezTo>
                  <a:pt x="402" y="286"/>
                  <a:pt x="402" y="289"/>
                  <a:pt x="402" y="293"/>
                </a:cubicBezTo>
                <a:cubicBezTo>
                  <a:pt x="402" y="320"/>
                  <a:pt x="424" y="342"/>
                  <a:pt x="451" y="342"/>
                </a:cubicBezTo>
                <a:cubicBezTo>
                  <a:pt x="478" y="342"/>
                  <a:pt x="500" y="320"/>
                  <a:pt x="500" y="293"/>
                </a:cubicBezTo>
                <a:cubicBezTo>
                  <a:pt x="500" y="289"/>
                  <a:pt x="499" y="286"/>
                  <a:pt x="499" y="283"/>
                </a:cubicBezTo>
                <a:cubicBezTo>
                  <a:pt x="803" y="283"/>
                  <a:pt x="803" y="283"/>
                  <a:pt x="803" y="283"/>
                </a:cubicBezTo>
                <a:cubicBezTo>
                  <a:pt x="803" y="286"/>
                  <a:pt x="802" y="289"/>
                  <a:pt x="802" y="293"/>
                </a:cubicBezTo>
                <a:cubicBezTo>
                  <a:pt x="802" y="320"/>
                  <a:pt x="824" y="342"/>
                  <a:pt x="851" y="342"/>
                </a:cubicBezTo>
                <a:cubicBezTo>
                  <a:pt x="878" y="342"/>
                  <a:pt x="900" y="320"/>
                  <a:pt x="900" y="293"/>
                </a:cubicBezTo>
                <a:cubicBezTo>
                  <a:pt x="900" y="289"/>
                  <a:pt x="900" y="286"/>
                  <a:pt x="899" y="283"/>
                </a:cubicBezTo>
                <a:cubicBezTo>
                  <a:pt x="911" y="283"/>
                  <a:pt x="911" y="283"/>
                  <a:pt x="911" y="283"/>
                </a:cubicBezTo>
                <a:cubicBezTo>
                  <a:pt x="910" y="286"/>
                  <a:pt x="910" y="289"/>
                  <a:pt x="910" y="293"/>
                </a:cubicBezTo>
                <a:cubicBezTo>
                  <a:pt x="910" y="320"/>
                  <a:pt x="932" y="342"/>
                  <a:pt x="959" y="342"/>
                </a:cubicBezTo>
                <a:cubicBezTo>
                  <a:pt x="986" y="342"/>
                  <a:pt x="1008" y="320"/>
                  <a:pt x="1008" y="293"/>
                </a:cubicBezTo>
                <a:cubicBezTo>
                  <a:pt x="1008" y="289"/>
                  <a:pt x="1008" y="286"/>
                  <a:pt x="1007" y="283"/>
                </a:cubicBezTo>
                <a:cubicBezTo>
                  <a:pt x="1021" y="283"/>
                  <a:pt x="1021" y="283"/>
                  <a:pt x="1021" y="283"/>
                </a:cubicBezTo>
                <a:cubicBezTo>
                  <a:pt x="1021" y="286"/>
                  <a:pt x="1020" y="289"/>
                  <a:pt x="1020" y="293"/>
                </a:cubicBezTo>
                <a:cubicBezTo>
                  <a:pt x="1020" y="320"/>
                  <a:pt x="1042" y="342"/>
                  <a:pt x="1069" y="342"/>
                </a:cubicBezTo>
                <a:cubicBezTo>
                  <a:pt x="1096" y="342"/>
                  <a:pt x="1118" y="320"/>
                  <a:pt x="1118" y="293"/>
                </a:cubicBezTo>
                <a:cubicBezTo>
                  <a:pt x="1118" y="289"/>
                  <a:pt x="1118" y="286"/>
                  <a:pt x="1118" y="283"/>
                </a:cubicBezTo>
                <a:cubicBezTo>
                  <a:pt x="1153" y="283"/>
                  <a:pt x="1153" y="283"/>
                  <a:pt x="1153" y="283"/>
                </a:cubicBezTo>
                <a:lnTo>
                  <a:pt x="1153" y="239"/>
                </a:lnTo>
                <a:close/>
                <a:moveTo>
                  <a:pt x="134" y="152"/>
                </a:moveTo>
                <a:cubicBezTo>
                  <a:pt x="35" y="170"/>
                  <a:pt x="35" y="170"/>
                  <a:pt x="35" y="170"/>
                </a:cubicBezTo>
                <a:cubicBezTo>
                  <a:pt x="35" y="103"/>
                  <a:pt x="35" y="103"/>
                  <a:pt x="35" y="103"/>
                </a:cubicBezTo>
                <a:cubicBezTo>
                  <a:pt x="134" y="103"/>
                  <a:pt x="134" y="103"/>
                  <a:pt x="134" y="103"/>
                </a:cubicBezTo>
                <a:lnTo>
                  <a:pt x="134" y="152"/>
                </a:lnTo>
                <a:close/>
                <a:moveTo>
                  <a:pt x="1171" y="115"/>
                </a:moveTo>
                <a:cubicBezTo>
                  <a:pt x="1171" y="174"/>
                  <a:pt x="1131" y="221"/>
                  <a:pt x="1082" y="221"/>
                </a:cubicBezTo>
                <a:cubicBezTo>
                  <a:pt x="281" y="221"/>
                  <a:pt x="281" y="221"/>
                  <a:pt x="281" y="221"/>
                </a:cubicBezTo>
                <a:cubicBezTo>
                  <a:pt x="344" y="79"/>
                  <a:pt x="344" y="79"/>
                  <a:pt x="344" y="79"/>
                </a:cubicBezTo>
                <a:cubicBezTo>
                  <a:pt x="344" y="79"/>
                  <a:pt x="344" y="79"/>
                  <a:pt x="344" y="79"/>
                </a:cubicBezTo>
                <a:cubicBezTo>
                  <a:pt x="357" y="39"/>
                  <a:pt x="390" y="10"/>
                  <a:pt x="429" y="10"/>
                </a:cubicBezTo>
                <a:cubicBezTo>
                  <a:pt x="482" y="10"/>
                  <a:pt x="482" y="10"/>
                  <a:pt x="482" y="10"/>
                </a:cubicBezTo>
                <a:cubicBezTo>
                  <a:pt x="482" y="0"/>
                  <a:pt x="482" y="0"/>
                  <a:pt x="482" y="0"/>
                </a:cubicBezTo>
                <a:cubicBezTo>
                  <a:pt x="547" y="0"/>
                  <a:pt x="547" y="0"/>
                  <a:pt x="547" y="0"/>
                </a:cubicBezTo>
                <a:cubicBezTo>
                  <a:pt x="547" y="10"/>
                  <a:pt x="547" y="10"/>
                  <a:pt x="547" y="10"/>
                </a:cubicBezTo>
                <a:cubicBezTo>
                  <a:pt x="730" y="10"/>
                  <a:pt x="730" y="10"/>
                  <a:pt x="730" y="10"/>
                </a:cubicBezTo>
                <a:cubicBezTo>
                  <a:pt x="730" y="0"/>
                  <a:pt x="730" y="0"/>
                  <a:pt x="730" y="0"/>
                </a:cubicBezTo>
                <a:cubicBezTo>
                  <a:pt x="795" y="0"/>
                  <a:pt x="795" y="0"/>
                  <a:pt x="795" y="0"/>
                </a:cubicBezTo>
                <a:cubicBezTo>
                  <a:pt x="795" y="10"/>
                  <a:pt x="795" y="10"/>
                  <a:pt x="795" y="10"/>
                </a:cubicBezTo>
                <a:cubicBezTo>
                  <a:pt x="968" y="10"/>
                  <a:pt x="968" y="10"/>
                  <a:pt x="968" y="10"/>
                </a:cubicBezTo>
                <a:cubicBezTo>
                  <a:pt x="968" y="0"/>
                  <a:pt x="968" y="0"/>
                  <a:pt x="968" y="0"/>
                </a:cubicBezTo>
                <a:cubicBezTo>
                  <a:pt x="1034" y="0"/>
                  <a:pt x="1034" y="0"/>
                  <a:pt x="1034" y="0"/>
                </a:cubicBezTo>
                <a:cubicBezTo>
                  <a:pt x="1034" y="10"/>
                  <a:pt x="1034" y="10"/>
                  <a:pt x="1034" y="10"/>
                </a:cubicBezTo>
                <a:cubicBezTo>
                  <a:pt x="1082" y="10"/>
                  <a:pt x="1082" y="10"/>
                  <a:pt x="1082" y="10"/>
                </a:cubicBezTo>
                <a:cubicBezTo>
                  <a:pt x="1131" y="10"/>
                  <a:pt x="1171" y="57"/>
                  <a:pt x="1171" y="11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de-DE"/>
          </a:p>
        </p:txBody>
      </p:sp>
    </p:spTree>
    <p:extLst>
      <p:ext uri="{BB962C8B-B14F-4D97-AF65-F5344CB8AC3E}">
        <p14:creationId xmlns:p14="http://schemas.microsoft.com/office/powerpoint/2010/main" val="1470330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de-DE" dirty="0"/>
              <a:t>Solution Method</a:t>
            </a:r>
          </a:p>
        </p:txBody>
      </p:sp>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49" y="1350963"/>
            <a:ext cx="10416117" cy="4702704"/>
          </a:xfrm>
        </p:spPr>
        <p:txBody>
          <a:bodyPr/>
          <a:lstStyle/>
          <a:p>
            <a:r>
              <a:rPr lang="en-US" b="0" u="sng" dirty="0"/>
              <a:t>Linear Assignment Problem:</a:t>
            </a:r>
          </a:p>
          <a:p>
            <a:endParaRPr lang="en-US" b="0" dirty="0"/>
          </a:p>
          <a:p>
            <a:r>
              <a:rPr lang="en-US" b="0" dirty="0"/>
              <a:t>Cost table</a:t>
            </a:r>
          </a:p>
        </p:txBody>
      </p:sp>
      <p:graphicFrame>
        <p:nvGraphicFramePr>
          <p:cNvPr id="4" name="Tabelle 3">
            <a:extLst>
              <a:ext uri="{FF2B5EF4-FFF2-40B4-BE49-F238E27FC236}">
                <a16:creationId xmlns:a16="http://schemas.microsoft.com/office/drawing/2014/main" id="{9FCD9658-4209-74C4-F715-D4D649C0CCD3}"/>
              </a:ext>
            </a:extLst>
          </p:cNvPr>
          <p:cNvGraphicFramePr>
            <a:graphicFrameLocks noGrp="1"/>
          </p:cNvGraphicFramePr>
          <p:nvPr>
            <p:extLst>
              <p:ext uri="{D42A27DB-BD31-4B8C-83A1-F6EECF244321}">
                <p14:modId xmlns:p14="http://schemas.microsoft.com/office/powerpoint/2010/main" val="3405727851"/>
              </p:ext>
            </p:extLst>
          </p:nvPr>
        </p:nvGraphicFramePr>
        <p:xfrm>
          <a:off x="1673498" y="2915741"/>
          <a:ext cx="6682304" cy="1744072"/>
        </p:xfrm>
        <a:graphic>
          <a:graphicData uri="http://schemas.openxmlformats.org/drawingml/2006/table">
            <a:tbl>
              <a:tblPr firstRow="1" bandRow="1">
                <a:tableStyleId>{2D5ABB26-0587-4C30-8999-92F81FD0307C}</a:tableStyleId>
              </a:tblPr>
              <a:tblGrid>
                <a:gridCol w="1197821">
                  <a:extLst>
                    <a:ext uri="{9D8B030D-6E8A-4147-A177-3AD203B41FA5}">
                      <a16:colId xmlns:a16="http://schemas.microsoft.com/office/drawing/2014/main" val="20000"/>
                    </a:ext>
                  </a:extLst>
                </a:gridCol>
                <a:gridCol w="220837">
                  <a:extLst>
                    <a:ext uri="{9D8B030D-6E8A-4147-A177-3AD203B41FA5}">
                      <a16:colId xmlns:a16="http://schemas.microsoft.com/office/drawing/2014/main" val="20001"/>
                    </a:ext>
                  </a:extLst>
                </a:gridCol>
                <a:gridCol w="1386949">
                  <a:extLst>
                    <a:ext uri="{9D8B030D-6E8A-4147-A177-3AD203B41FA5}">
                      <a16:colId xmlns:a16="http://schemas.microsoft.com/office/drawing/2014/main" val="20002"/>
                    </a:ext>
                  </a:extLst>
                </a:gridCol>
                <a:gridCol w="220837">
                  <a:extLst>
                    <a:ext uri="{9D8B030D-6E8A-4147-A177-3AD203B41FA5}">
                      <a16:colId xmlns:a16="http://schemas.microsoft.com/office/drawing/2014/main" val="20003"/>
                    </a:ext>
                  </a:extLst>
                </a:gridCol>
                <a:gridCol w="220837">
                  <a:extLst>
                    <a:ext uri="{9D8B030D-6E8A-4147-A177-3AD203B41FA5}">
                      <a16:colId xmlns:a16="http://schemas.microsoft.com/office/drawing/2014/main" val="20004"/>
                    </a:ext>
                  </a:extLst>
                </a:gridCol>
                <a:gridCol w="1432459">
                  <a:extLst>
                    <a:ext uri="{9D8B030D-6E8A-4147-A177-3AD203B41FA5}">
                      <a16:colId xmlns:a16="http://schemas.microsoft.com/office/drawing/2014/main" val="20005"/>
                    </a:ext>
                  </a:extLst>
                </a:gridCol>
                <a:gridCol w="220837">
                  <a:extLst>
                    <a:ext uri="{9D8B030D-6E8A-4147-A177-3AD203B41FA5}">
                      <a16:colId xmlns:a16="http://schemas.microsoft.com/office/drawing/2014/main" val="20006"/>
                    </a:ext>
                  </a:extLst>
                </a:gridCol>
                <a:gridCol w="220837">
                  <a:extLst>
                    <a:ext uri="{9D8B030D-6E8A-4147-A177-3AD203B41FA5}">
                      <a16:colId xmlns:a16="http://schemas.microsoft.com/office/drawing/2014/main" val="20007"/>
                    </a:ext>
                  </a:extLst>
                </a:gridCol>
                <a:gridCol w="1560890">
                  <a:extLst>
                    <a:ext uri="{9D8B030D-6E8A-4147-A177-3AD203B41FA5}">
                      <a16:colId xmlns:a16="http://schemas.microsoft.com/office/drawing/2014/main" val="20008"/>
                    </a:ext>
                  </a:extLst>
                </a:gridCol>
              </a:tblGrid>
              <a:tr h="370840">
                <a:tc>
                  <a:txBody>
                    <a:bodyPr/>
                    <a:lstStyle/>
                    <a:p>
                      <a:endParaRPr lang="de-DE" dirty="0">
                        <a:solidFill>
                          <a:schemeClr val="tx1"/>
                        </a:solidFill>
                      </a:endParaRPr>
                    </a:p>
                  </a:txBody>
                  <a:tcPr>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dirty="0">
                          <a:solidFill>
                            <a:schemeClr val="tx1"/>
                          </a:solidFill>
                        </a:rPr>
                        <a:t>Truck A</a:t>
                      </a: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dirty="0">
                          <a:solidFill>
                            <a:schemeClr val="tx1"/>
                          </a:solidFill>
                        </a:rPr>
                        <a:t>Truck B</a:t>
                      </a: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dirty="0">
                          <a:solidFill>
                            <a:schemeClr val="tx1"/>
                          </a:solidFill>
                        </a:rPr>
                        <a:t>Truck</a:t>
                      </a:r>
                      <a:r>
                        <a:rPr lang="de-DE" baseline="0" dirty="0">
                          <a:solidFill>
                            <a:schemeClr val="tx1"/>
                          </a:solidFill>
                        </a:rPr>
                        <a:t> C</a:t>
                      </a:r>
                      <a:endParaRPr lang="de-DE" dirty="0">
                        <a:solidFill>
                          <a:schemeClr val="tx1"/>
                        </a:solidFill>
                      </a:endParaRP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33216">
                <a:tc>
                  <a:txBody>
                    <a:bodyPr/>
                    <a:lstStyle/>
                    <a:p>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27496">
                <a:tc>
                  <a:txBody>
                    <a:bodyPr/>
                    <a:lstStyle/>
                    <a:p>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r>
                        <a:rPr lang="de-DE" dirty="0">
                          <a:solidFill>
                            <a:schemeClr val="tx1"/>
                          </a:solidFill>
                        </a:rPr>
                        <a:t>Order A</a:t>
                      </a:r>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de-DE" i="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de-DE" dirty="0">
                          <a:solidFill>
                            <a:schemeClr val="tx1"/>
                          </a:solidFill>
                        </a:rPr>
                        <a:t>15 km</a:t>
                      </a:r>
                    </a:p>
                  </a:txBody>
                  <a:tcPr>
                    <a:lnT w="12700" cap="flat" cmpd="sng" algn="ctr">
                      <a:noFill/>
                      <a:prstDash val="solid"/>
                      <a:round/>
                      <a:headEnd type="none" w="med" len="med"/>
                      <a:tailEnd type="none" w="med" len="med"/>
                    </a:lnT>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de-DE" dirty="0">
                          <a:solidFill>
                            <a:schemeClr val="tx1"/>
                          </a:solidFill>
                        </a:rPr>
                        <a:t>40 km</a:t>
                      </a:r>
                    </a:p>
                  </a:txBody>
                  <a:tcPr>
                    <a:lnT w="12700" cap="flat" cmpd="sng" algn="ctr">
                      <a:noFill/>
                      <a:prstDash val="solid"/>
                      <a:round/>
                      <a:headEnd type="none" w="med" len="med"/>
                      <a:tailEnd type="none" w="med" len="med"/>
                    </a:lnT>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de-DE" dirty="0">
                          <a:solidFill>
                            <a:schemeClr val="tx1"/>
                          </a:solidFill>
                        </a:rPr>
                        <a:t>90 km</a:t>
                      </a:r>
                    </a:p>
                  </a:txBody>
                  <a:tcPr>
                    <a:lnT w="12700" cap="flat" cmpd="sng" algn="ctr">
                      <a:no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r>
                        <a:rPr lang="de-DE" dirty="0">
                          <a:solidFill>
                            <a:schemeClr val="tx1"/>
                          </a:solidFill>
                        </a:rPr>
                        <a:t>Order B</a:t>
                      </a: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95 km</a:t>
                      </a:r>
                    </a:p>
                  </a:txBody>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50 km</a:t>
                      </a:r>
                    </a:p>
                  </a:txBody>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20 km</a:t>
                      </a:r>
                    </a:p>
                  </a:txBody>
                  <a:tcPr/>
                </a:tc>
                <a:extLst>
                  <a:ext uri="{0D108BD9-81ED-4DB2-BD59-A6C34878D82A}">
                    <a16:rowId xmlns:a16="http://schemas.microsoft.com/office/drawing/2014/main" val="10004"/>
                  </a:ext>
                </a:extLst>
              </a:tr>
              <a:tr h="370840">
                <a:tc>
                  <a:txBody>
                    <a:bodyPr/>
                    <a:lstStyle/>
                    <a:p>
                      <a:r>
                        <a:rPr lang="de-DE" dirty="0">
                          <a:solidFill>
                            <a:schemeClr val="tx1"/>
                          </a:solidFill>
                        </a:rPr>
                        <a:t>Order C</a:t>
                      </a: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10 km</a:t>
                      </a:r>
                    </a:p>
                  </a:txBody>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20 km</a:t>
                      </a:r>
                    </a:p>
                  </a:txBody>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80 km</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914799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de-DE" dirty="0"/>
              <a:t>Solution Method</a:t>
            </a:r>
          </a:p>
        </p:txBody>
      </p:sp>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49" y="1350963"/>
            <a:ext cx="10416117" cy="4702704"/>
          </a:xfrm>
        </p:spPr>
        <p:txBody>
          <a:bodyPr/>
          <a:lstStyle/>
          <a:p>
            <a:r>
              <a:rPr lang="en-US" b="0" u="sng" dirty="0"/>
              <a:t>Linear Assignment Problem:</a:t>
            </a:r>
          </a:p>
          <a:p>
            <a:endParaRPr lang="en-US" b="0" dirty="0"/>
          </a:p>
          <a:p>
            <a:r>
              <a:rPr lang="en-US" b="0" dirty="0"/>
              <a:t>Cost table</a:t>
            </a:r>
          </a:p>
        </p:txBody>
      </p:sp>
      <p:graphicFrame>
        <p:nvGraphicFramePr>
          <p:cNvPr id="4" name="Tabelle 3">
            <a:extLst>
              <a:ext uri="{FF2B5EF4-FFF2-40B4-BE49-F238E27FC236}">
                <a16:creationId xmlns:a16="http://schemas.microsoft.com/office/drawing/2014/main" id="{9FCD9658-4209-74C4-F715-D4D649C0CCD3}"/>
              </a:ext>
            </a:extLst>
          </p:cNvPr>
          <p:cNvGraphicFramePr>
            <a:graphicFrameLocks noGrp="1"/>
          </p:cNvGraphicFramePr>
          <p:nvPr>
            <p:extLst>
              <p:ext uri="{D42A27DB-BD31-4B8C-83A1-F6EECF244321}">
                <p14:modId xmlns:p14="http://schemas.microsoft.com/office/powerpoint/2010/main" val="2092561486"/>
              </p:ext>
            </p:extLst>
          </p:nvPr>
        </p:nvGraphicFramePr>
        <p:xfrm>
          <a:off x="1673498" y="2915741"/>
          <a:ext cx="6682304" cy="1744072"/>
        </p:xfrm>
        <a:graphic>
          <a:graphicData uri="http://schemas.openxmlformats.org/drawingml/2006/table">
            <a:tbl>
              <a:tblPr firstRow="1" bandRow="1">
                <a:tableStyleId>{2D5ABB26-0587-4C30-8999-92F81FD0307C}</a:tableStyleId>
              </a:tblPr>
              <a:tblGrid>
                <a:gridCol w="1197821">
                  <a:extLst>
                    <a:ext uri="{9D8B030D-6E8A-4147-A177-3AD203B41FA5}">
                      <a16:colId xmlns:a16="http://schemas.microsoft.com/office/drawing/2014/main" val="20000"/>
                    </a:ext>
                  </a:extLst>
                </a:gridCol>
                <a:gridCol w="220837">
                  <a:extLst>
                    <a:ext uri="{9D8B030D-6E8A-4147-A177-3AD203B41FA5}">
                      <a16:colId xmlns:a16="http://schemas.microsoft.com/office/drawing/2014/main" val="20001"/>
                    </a:ext>
                  </a:extLst>
                </a:gridCol>
                <a:gridCol w="1386949">
                  <a:extLst>
                    <a:ext uri="{9D8B030D-6E8A-4147-A177-3AD203B41FA5}">
                      <a16:colId xmlns:a16="http://schemas.microsoft.com/office/drawing/2014/main" val="20002"/>
                    </a:ext>
                  </a:extLst>
                </a:gridCol>
                <a:gridCol w="220837">
                  <a:extLst>
                    <a:ext uri="{9D8B030D-6E8A-4147-A177-3AD203B41FA5}">
                      <a16:colId xmlns:a16="http://schemas.microsoft.com/office/drawing/2014/main" val="20003"/>
                    </a:ext>
                  </a:extLst>
                </a:gridCol>
                <a:gridCol w="220837">
                  <a:extLst>
                    <a:ext uri="{9D8B030D-6E8A-4147-A177-3AD203B41FA5}">
                      <a16:colId xmlns:a16="http://schemas.microsoft.com/office/drawing/2014/main" val="20004"/>
                    </a:ext>
                  </a:extLst>
                </a:gridCol>
                <a:gridCol w="1432459">
                  <a:extLst>
                    <a:ext uri="{9D8B030D-6E8A-4147-A177-3AD203B41FA5}">
                      <a16:colId xmlns:a16="http://schemas.microsoft.com/office/drawing/2014/main" val="20005"/>
                    </a:ext>
                  </a:extLst>
                </a:gridCol>
                <a:gridCol w="220837">
                  <a:extLst>
                    <a:ext uri="{9D8B030D-6E8A-4147-A177-3AD203B41FA5}">
                      <a16:colId xmlns:a16="http://schemas.microsoft.com/office/drawing/2014/main" val="20006"/>
                    </a:ext>
                  </a:extLst>
                </a:gridCol>
                <a:gridCol w="220837">
                  <a:extLst>
                    <a:ext uri="{9D8B030D-6E8A-4147-A177-3AD203B41FA5}">
                      <a16:colId xmlns:a16="http://schemas.microsoft.com/office/drawing/2014/main" val="20007"/>
                    </a:ext>
                  </a:extLst>
                </a:gridCol>
                <a:gridCol w="1560890">
                  <a:extLst>
                    <a:ext uri="{9D8B030D-6E8A-4147-A177-3AD203B41FA5}">
                      <a16:colId xmlns:a16="http://schemas.microsoft.com/office/drawing/2014/main" val="20008"/>
                    </a:ext>
                  </a:extLst>
                </a:gridCol>
              </a:tblGrid>
              <a:tr h="370840">
                <a:tc>
                  <a:txBody>
                    <a:bodyPr/>
                    <a:lstStyle/>
                    <a:p>
                      <a:endParaRPr lang="de-DE" dirty="0">
                        <a:solidFill>
                          <a:schemeClr val="tx1"/>
                        </a:solidFill>
                      </a:endParaRPr>
                    </a:p>
                  </a:txBody>
                  <a:tcPr>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dirty="0">
                          <a:solidFill>
                            <a:schemeClr val="tx1"/>
                          </a:solidFill>
                        </a:rPr>
                        <a:t>Truck A</a:t>
                      </a: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dirty="0">
                          <a:solidFill>
                            <a:schemeClr val="tx1"/>
                          </a:solidFill>
                        </a:rPr>
                        <a:t>Truck B</a:t>
                      </a: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dirty="0">
                          <a:solidFill>
                            <a:schemeClr val="tx1"/>
                          </a:solidFill>
                        </a:rPr>
                        <a:t>Truck</a:t>
                      </a:r>
                      <a:r>
                        <a:rPr lang="de-DE" baseline="0" dirty="0">
                          <a:solidFill>
                            <a:schemeClr val="tx1"/>
                          </a:solidFill>
                        </a:rPr>
                        <a:t> C</a:t>
                      </a:r>
                      <a:endParaRPr lang="de-DE" dirty="0">
                        <a:solidFill>
                          <a:schemeClr val="tx1"/>
                        </a:solidFill>
                      </a:endParaRP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33216">
                <a:tc>
                  <a:txBody>
                    <a:bodyPr/>
                    <a:lstStyle/>
                    <a:p>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27496">
                <a:tc>
                  <a:txBody>
                    <a:bodyPr/>
                    <a:lstStyle/>
                    <a:p>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r>
                        <a:rPr lang="de-DE" dirty="0">
                          <a:solidFill>
                            <a:schemeClr val="tx1"/>
                          </a:solidFill>
                        </a:rPr>
                        <a:t>Order A</a:t>
                      </a:r>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de-DE" i="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de-DE" dirty="0">
                          <a:solidFill>
                            <a:schemeClr val="tx1"/>
                          </a:solidFill>
                        </a:rPr>
                        <a:t>15 km</a:t>
                      </a:r>
                    </a:p>
                  </a:txBody>
                  <a:tcPr>
                    <a:lnT w="12700" cap="flat" cmpd="sng" algn="ctr">
                      <a:noFill/>
                      <a:prstDash val="solid"/>
                      <a:round/>
                      <a:headEnd type="none" w="med" len="med"/>
                      <a:tailEnd type="none" w="med" len="med"/>
                    </a:lnT>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de-DE" dirty="0">
                          <a:solidFill>
                            <a:schemeClr val="tx1"/>
                          </a:solidFill>
                        </a:rPr>
                        <a:t>40 km</a:t>
                      </a:r>
                    </a:p>
                  </a:txBody>
                  <a:tcPr>
                    <a:lnT w="12700" cap="flat" cmpd="sng" algn="ctr">
                      <a:noFill/>
                      <a:prstDash val="solid"/>
                      <a:round/>
                      <a:headEnd type="none" w="med" len="med"/>
                      <a:tailEnd type="none" w="med" len="med"/>
                    </a:lnT>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de-DE" dirty="0">
                          <a:solidFill>
                            <a:schemeClr val="tx1"/>
                          </a:solidFill>
                        </a:rPr>
                        <a:t>90 km</a:t>
                      </a:r>
                    </a:p>
                  </a:txBody>
                  <a:tcPr>
                    <a:lnT w="12700" cap="flat" cmpd="sng" algn="ctr">
                      <a:no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r>
                        <a:rPr lang="de-DE" dirty="0">
                          <a:solidFill>
                            <a:schemeClr val="tx1"/>
                          </a:solidFill>
                        </a:rPr>
                        <a:t>Order B</a:t>
                      </a: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95 km</a:t>
                      </a:r>
                    </a:p>
                  </a:txBody>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50 km</a:t>
                      </a:r>
                    </a:p>
                  </a:txBody>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20 km</a:t>
                      </a:r>
                    </a:p>
                  </a:txBody>
                  <a:tcPr/>
                </a:tc>
                <a:extLst>
                  <a:ext uri="{0D108BD9-81ED-4DB2-BD59-A6C34878D82A}">
                    <a16:rowId xmlns:a16="http://schemas.microsoft.com/office/drawing/2014/main" val="10004"/>
                  </a:ext>
                </a:extLst>
              </a:tr>
              <a:tr h="370840">
                <a:tc>
                  <a:txBody>
                    <a:bodyPr/>
                    <a:lstStyle/>
                    <a:p>
                      <a:r>
                        <a:rPr lang="de-DE" dirty="0">
                          <a:solidFill>
                            <a:schemeClr val="tx1"/>
                          </a:solidFill>
                        </a:rPr>
                        <a:t>Order C</a:t>
                      </a: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b="1" dirty="0">
                          <a:solidFill>
                            <a:schemeClr val="tx1"/>
                          </a:solidFill>
                        </a:rPr>
                        <a:t>10 km</a:t>
                      </a:r>
                    </a:p>
                  </a:txBody>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20 km</a:t>
                      </a:r>
                    </a:p>
                  </a:txBody>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80 km</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15299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de-DE" dirty="0"/>
              <a:t>Solution Method</a:t>
            </a:r>
          </a:p>
        </p:txBody>
      </p:sp>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49" y="1350963"/>
            <a:ext cx="10416117" cy="4702704"/>
          </a:xfrm>
        </p:spPr>
        <p:txBody>
          <a:bodyPr/>
          <a:lstStyle/>
          <a:p>
            <a:r>
              <a:rPr lang="en-US" b="0" u="sng" dirty="0"/>
              <a:t>Linear Assignment Problem:</a:t>
            </a:r>
          </a:p>
          <a:p>
            <a:endParaRPr lang="en-US" b="0" dirty="0"/>
          </a:p>
          <a:p>
            <a:r>
              <a:rPr lang="en-US" b="0" dirty="0"/>
              <a:t>Cost table</a:t>
            </a:r>
          </a:p>
        </p:txBody>
      </p:sp>
      <p:graphicFrame>
        <p:nvGraphicFramePr>
          <p:cNvPr id="4" name="Tabelle 3">
            <a:extLst>
              <a:ext uri="{FF2B5EF4-FFF2-40B4-BE49-F238E27FC236}">
                <a16:creationId xmlns:a16="http://schemas.microsoft.com/office/drawing/2014/main" id="{9FCD9658-4209-74C4-F715-D4D649C0CCD3}"/>
              </a:ext>
            </a:extLst>
          </p:cNvPr>
          <p:cNvGraphicFramePr>
            <a:graphicFrameLocks noGrp="1"/>
          </p:cNvGraphicFramePr>
          <p:nvPr>
            <p:extLst>
              <p:ext uri="{D42A27DB-BD31-4B8C-83A1-F6EECF244321}">
                <p14:modId xmlns:p14="http://schemas.microsoft.com/office/powerpoint/2010/main" val="992222306"/>
              </p:ext>
            </p:extLst>
          </p:nvPr>
        </p:nvGraphicFramePr>
        <p:xfrm>
          <a:off x="1673498" y="2915741"/>
          <a:ext cx="6682304" cy="1744072"/>
        </p:xfrm>
        <a:graphic>
          <a:graphicData uri="http://schemas.openxmlformats.org/drawingml/2006/table">
            <a:tbl>
              <a:tblPr firstRow="1" bandRow="1">
                <a:tableStyleId>{2D5ABB26-0587-4C30-8999-92F81FD0307C}</a:tableStyleId>
              </a:tblPr>
              <a:tblGrid>
                <a:gridCol w="1197821">
                  <a:extLst>
                    <a:ext uri="{9D8B030D-6E8A-4147-A177-3AD203B41FA5}">
                      <a16:colId xmlns:a16="http://schemas.microsoft.com/office/drawing/2014/main" val="20000"/>
                    </a:ext>
                  </a:extLst>
                </a:gridCol>
                <a:gridCol w="220837">
                  <a:extLst>
                    <a:ext uri="{9D8B030D-6E8A-4147-A177-3AD203B41FA5}">
                      <a16:colId xmlns:a16="http://schemas.microsoft.com/office/drawing/2014/main" val="20001"/>
                    </a:ext>
                  </a:extLst>
                </a:gridCol>
                <a:gridCol w="1386949">
                  <a:extLst>
                    <a:ext uri="{9D8B030D-6E8A-4147-A177-3AD203B41FA5}">
                      <a16:colId xmlns:a16="http://schemas.microsoft.com/office/drawing/2014/main" val="20002"/>
                    </a:ext>
                  </a:extLst>
                </a:gridCol>
                <a:gridCol w="220837">
                  <a:extLst>
                    <a:ext uri="{9D8B030D-6E8A-4147-A177-3AD203B41FA5}">
                      <a16:colId xmlns:a16="http://schemas.microsoft.com/office/drawing/2014/main" val="20003"/>
                    </a:ext>
                  </a:extLst>
                </a:gridCol>
                <a:gridCol w="220837">
                  <a:extLst>
                    <a:ext uri="{9D8B030D-6E8A-4147-A177-3AD203B41FA5}">
                      <a16:colId xmlns:a16="http://schemas.microsoft.com/office/drawing/2014/main" val="20004"/>
                    </a:ext>
                  </a:extLst>
                </a:gridCol>
                <a:gridCol w="1432459">
                  <a:extLst>
                    <a:ext uri="{9D8B030D-6E8A-4147-A177-3AD203B41FA5}">
                      <a16:colId xmlns:a16="http://schemas.microsoft.com/office/drawing/2014/main" val="20005"/>
                    </a:ext>
                  </a:extLst>
                </a:gridCol>
                <a:gridCol w="220837">
                  <a:extLst>
                    <a:ext uri="{9D8B030D-6E8A-4147-A177-3AD203B41FA5}">
                      <a16:colId xmlns:a16="http://schemas.microsoft.com/office/drawing/2014/main" val="20006"/>
                    </a:ext>
                  </a:extLst>
                </a:gridCol>
                <a:gridCol w="220837">
                  <a:extLst>
                    <a:ext uri="{9D8B030D-6E8A-4147-A177-3AD203B41FA5}">
                      <a16:colId xmlns:a16="http://schemas.microsoft.com/office/drawing/2014/main" val="20007"/>
                    </a:ext>
                  </a:extLst>
                </a:gridCol>
                <a:gridCol w="1560890">
                  <a:extLst>
                    <a:ext uri="{9D8B030D-6E8A-4147-A177-3AD203B41FA5}">
                      <a16:colId xmlns:a16="http://schemas.microsoft.com/office/drawing/2014/main" val="20008"/>
                    </a:ext>
                  </a:extLst>
                </a:gridCol>
              </a:tblGrid>
              <a:tr h="370840">
                <a:tc>
                  <a:txBody>
                    <a:bodyPr/>
                    <a:lstStyle/>
                    <a:p>
                      <a:endParaRPr lang="de-DE" dirty="0">
                        <a:solidFill>
                          <a:schemeClr val="tx1"/>
                        </a:solidFill>
                      </a:endParaRPr>
                    </a:p>
                  </a:txBody>
                  <a:tcPr>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dirty="0">
                          <a:solidFill>
                            <a:schemeClr val="tx1"/>
                          </a:solidFill>
                        </a:rPr>
                        <a:t>Truck A</a:t>
                      </a: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dirty="0">
                          <a:solidFill>
                            <a:schemeClr val="tx1"/>
                          </a:solidFill>
                        </a:rPr>
                        <a:t>Truck B</a:t>
                      </a: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dirty="0">
                          <a:solidFill>
                            <a:schemeClr val="tx1"/>
                          </a:solidFill>
                        </a:rPr>
                        <a:t>Truck</a:t>
                      </a:r>
                      <a:r>
                        <a:rPr lang="de-DE" baseline="0" dirty="0">
                          <a:solidFill>
                            <a:schemeClr val="tx1"/>
                          </a:solidFill>
                        </a:rPr>
                        <a:t> C</a:t>
                      </a:r>
                      <a:endParaRPr lang="de-DE" dirty="0">
                        <a:solidFill>
                          <a:schemeClr val="tx1"/>
                        </a:solidFill>
                      </a:endParaRP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33216">
                <a:tc>
                  <a:txBody>
                    <a:bodyPr/>
                    <a:lstStyle/>
                    <a:p>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27496">
                <a:tc>
                  <a:txBody>
                    <a:bodyPr/>
                    <a:lstStyle/>
                    <a:p>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r>
                        <a:rPr lang="de-DE" dirty="0">
                          <a:solidFill>
                            <a:schemeClr val="tx1"/>
                          </a:solidFill>
                        </a:rPr>
                        <a:t>Order A</a:t>
                      </a:r>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de-DE" i="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de-DE" dirty="0">
                          <a:solidFill>
                            <a:schemeClr val="tx1"/>
                          </a:solidFill>
                        </a:rPr>
                        <a:t>15 km</a:t>
                      </a:r>
                    </a:p>
                  </a:txBody>
                  <a:tcPr>
                    <a:lnT w="12700" cap="flat" cmpd="sng" algn="ctr">
                      <a:noFill/>
                      <a:prstDash val="solid"/>
                      <a:round/>
                      <a:headEnd type="none" w="med" len="med"/>
                      <a:tailEnd type="none" w="med" len="med"/>
                    </a:lnT>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de-DE" dirty="0">
                          <a:solidFill>
                            <a:schemeClr val="tx1"/>
                          </a:solidFill>
                        </a:rPr>
                        <a:t>40 km</a:t>
                      </a:r>
                    </a:p>
                  </a:txBody>
                  <a:tcPr>
                    <a:lnT w="12700" cap="flat" cmpd="sng" algn="ctr">
                      <a:noFill/>
                      <a:prstDash val="solid"/>
                      <a:round/>
                      <a:headEnd type="none" w="med" len="med"/>
                      <a:tailEnd type="none" w="med" len="med"/>
                    </a:lnT>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de-DE" dirty="0">
                          <a:solidFill>
                            <a:schemeClr val="tx1"/>
                          </a:solidFill>
                        </a:rPr>
                        <a:t>90 km</a:t>
                      </a:r>
                    </a:p>
                  </a:txBody>
                  <a:tcPr>
                    <a:lnT w="12700" cap="flat" cmpd="sng" algn="ctr">
                      <a:no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r>
                        <a:rPr lang="de-DE" dirty="0">
                          <a:solidFill>
                            <a:schemeClr val="tx1"/>
                          </a:solidFill>
                        </a:rPr>
                        <a:t>Order B</a:t>
                      </a: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95 km</a:t>
                      </a:r>
                    </a:p>
                  </a:txBody>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50 km</a:t>
                      </a:r>
                    </a:p>
                  </a:txBody>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b="1" dirty="0">
                          <a:solidFill>
                            <a:schemeClr val="tx1"/>
                          </a:solidFill>
                        </a:rPr>
                        <a:t>20 km</a:t>
                      </a:r>
                    </a:p>
                  </a:txBody>
                  <a:tcPr/>
                </a:tc>
                <a:extLst>
                  <a:ext uri="{0D108BD9-81ED-4DB2-BD59-A6C34878D82A}">
                    <a16:rowId xmlns:a16="http://schemas.microsoft.com/office/drawing/2014/main" val="10004"/>
                  </a:ext>
                </a:extLst>
              </a:tr>
              <a:tr h="370840">
                <a:tc>
                  <a:txBody>
                    <a:bodyPr/>
                    <a:lstStyle/>
                    <a:p>
                      <a:r>
                        <a:rPr lang="de-DE" dirty="0">
                          <a:solidFill>
                            <a:schemeClr val="tx1"/>
                          </a:solidFill>
                        </a:rPr>
                        <a:t>Order C</a:t>
                      </a: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b="1" dirty="0">
                          <a:solidFill>
                            <a:schemeClr val="tx1"/>
                          </a:solidFill>
                        </a:rPr>
                        <a:t>10 km</a:t>
                      </a:r>
                    </a:p>
                  </a:txBody>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20 km</a:t>
                      </a:r>
                    </a:p>
                  </a:txBody>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80 km</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778959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de-DE" dirty="0"/>
              <a:t>Solution Method</a:t>
            </a:r>
          </a:p>
        </p:txBody>
      </p:sp>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49" y="1350963"/>
            <a:ext cx="10416117" cy="4702704"/>
          </a:xfrm>
        </p:spPr>
        <p:txBody>
          <a:bodyPr/>
          <a:lstStyle/>
          <a:p>
            <a:r>
              <a:rPr lang="en-US" b="0" u="sng" dirty="0"/>
              <a:t>Linear Assignment Problem:</a:t>
            </a:r>
          </a:p>
          <a:p>
            <a:endParaRPr lang="en-US" b="0" dirty="0"/>
          </a:p>
          <a:p>
            <a:r>
              <a:rPr lang="en-US" b="0" dirty="0"/>
              <a:t>Cost table</a:t>
            </a:r>
          </a:p>
        </p:txBody>
      </p:sp>
      <p:graphicFrame>
        <p:nvGraphicFramePr>
          <p:cNvPr id="4" name="Tabelle 3">
            <a:extLst>
              <a:ext uri="{FF2B5EF4-FFF2-40B4-BE49-F238E27FC236}">
                <a16:creationId xmlns:a16="http://schemas.microsoft.com/office/drawing/2014/main" id="{9FCD9658-4209-74C4-F715-D4D649C0CCD3}"/>
              </a:ext>
            </a:extLst>
          </p:cNvPr>
          <p:cNvGraphicFramePr>
            <a:graphicFrameLocks noGrp="1"/>
          </p:cNvGraphicFramePr>
          <p:nvPr>
            <p:extLst>
              <p:ext uri="{D42A27DB-BD31-4B8C-83A1-F6EECF244321}">
                <p14:modId xmlns:p14="http://schemas.microsoft.com/office/powerpoint/2010/main" val="3150864627"/>
              </p:ext>
            </p:extLst>
          </p:nvPr>
        </p:nvGraphicFramePr>
        <p:xfrm>
          <a:off x="1673498" y="2915741"/>
          <a:ext cx="6682304" cy="1744072"/>
        </p:xfrm>
        <a:graphic>
          <a:graphicData uri="http://schemas.openxmlformats.org/drawingml/2006/table">
            <a:tbl>
              <a:tblPr firstRow="1" bandRow="1">
                <a:tableStyleId>{2D5ABB26-0587-4C30-8999-92F81FD0307C}</a:tableStyleId>
              </a:tblPr>
              <a:tblGrid>
                <a:gridCol w="1197821">
                  <a:extLst>
                    <a:ext uri="{9D8B030D-6E8A-4147-A177-3AD203B41FA5}">
                      <a16:colId xmlns:a16="http://schemas.microsoft.com/office/drawing/2014/main" val="20000"/>
                    </a:ext>
                  </a:extLst>
                </a:gridCol>
                <a:gridCol w="220837">
                  <a:extLst>
                    <a:ext uri="{9D8B030D-6E8A-4147-A177-3AD203B41FA5}">
                      <a16:colId xmlns:a16="http://schemas.microsoft.com/office/drawing/2014/main" val="20001"/>
                    </a:ext>
                  </a:extLst>
                </a:gridCol>
                <a:gridCol w="1386949">
                  <a:extLst>
                    <a:ext uri="{9D8B030D-6E8A-4147-A177-3AD203B41FA5}">
                      <a16:colId xmlns:a16="http://schemas.microsoft.com/office/drawing/2014/main" val="20002"/>
                    </a:ext>
                  </a:extLst>
                </a:gridCol>
                <a:gridCol w="220837">
                  <a:extLst>
                    <a:ext uri="{9D8B030D-6E8A-4147-A177-3AD203B41FA5}">
                      <a16:colId xmlns:a16="http://schemas.microsoft.com/office/drawing/2014/main" val="20003"/>
                    </a:ext>
                  </a:extLst>
                </a:gridCol>
                <a:gridCol w="220837">
                  <a:extLst>
                    <a:ext uri="{9D8B030D-6E8A-4147-A177-3AD203B41FA5}">
                      <a16:colId xmlns:a16="http://schemas.microsoft.com/office/drawing/2014/main" val="20004"/>
                    </a:ext>
                  </a:extLst>
                </a:gridCol>
                <a:gridCol w="1432459">
                  <a:extLst>
                    <a:ext uri="{9D8B030D-6E8A-4147-A177-3AD203B41FA5}">
                      <a16:colId xmlns:a16="http://schemas.microsoft.com/office/drawing/2014/main" val="20005"/>
                    </a:ext>
                  </a:extLst>
                </a:gridCol>
                <a:gridCol w="220837">
                  <a:extLst>
                    <a:ext uri="{9D8B030D-6E8A-4147-A177-3AD203B41FA5}">
                      <a16:colId xmlns:a16="http://schemas.microsoft.com/office/drawing/2014/main" val="20006"/>
                    </a:ext>
                  </a:extLst>
                </a:gridCol>
                <a:gridCol w="220837">
                  <a:extLst>
                    <a:ext uri="{9D8B030D-6E8A-4147-A177-3AD203B41FA5}">
                      <a16:colId xmlns:a16="http://schemas.microsoft.com/office/drawing/2014/main" val="20007"/>
                    </a:ext>
                  </a:extLst>
                </a:gridCol>
                <a:gridCol w="1560890">
                  <a:extLst>
                    <a:ext uri="{9D8B030D-6E8A-4147-A177-3AD203B41FA5}">
                      <a16:colId xmlns:a16="http://schemas.microsoft.com/office/drawing/2014/main" val="20008"/>
                    </a:ext>
                  </a:extLst>
                </a:gridCol>
              </a:tblGrid>
              <a:tr h="370840">
                <a:tc>
                  <a:txBody>
                    <a:bodyPr/>
                    <a:lstStyle/>
                    <a:p>
                      <a:endParaRPr lang="de-DE" dirty="0">
                        <a:solidFill>
                          <a:schemeClr val="tx1"/>
                        </a:solidFill>
                      </a:endParaRPr>
                    </a:p>
                  </a:txBody>
                  <a:tcPr>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dirty="0">
                          <a:solidFill>
                            <a:schemeClr val="tx1"/>
                          </a:solidFill>
                        </a:rPr>
                        <a:t>Truck A</a:t>
                      </a: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dirty="0">
                          <a:solidFill>
                            <a:schemeClr val="tx1"/>
                          </a:solidFill>
                        </a:rPr>
                        <a:t>Truck B</a:t>
                      </a: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dirty="0">
                          <a:solidFill>
                            <a:schemeClr val="tx1"/>
                          </a:solidFill>
                        </a:rPr>
                        <a:t>Truck</a:t>
                      </a:r>
                      <a:r>
                        <a:rPr lang="de-DE" baseline="0" dirty="0">
                          <a:solidFill>
                            <a:schemeClr val="tx1"/>
                          </a:solidFill>
                        </a:rPr>
                        <a:t> C</a:t>
                      </a:r>
                      <a:endParaRPr lang="de-DE" dirty="0">
                        <a:solidFill>
                          <a:schemeClr val="tx1"/>
                        </a:solidFill>
                      </a:endParaRP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33216">
                <a:tc>
                  <a:txBody>
                    <a:bodyPr/>
                    <a:lstStyle/>
                    <a:p>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27496">
                <a:tc>
                  <a:txBody>
                    <a:bodyPr/>
                    <a:lstStyle/>
                    <a:p>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r>
                        <a:rPr lang="de-DE" dirty="0">
                          <a:solidFill>
                            <a:schemeClr val="tx1"/>
                          </a:solidFill>
                        </a:rPr>
                        <a:t>Order A</a:t>
                      </a:r>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de-DE" i="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de-DE" dirty="0">
                          <a:solidFill>
                            <a:schemeClr val="tx1"/>
                          </a:solidFill>
                        </a:rPr>
                        <a:t>15 km</a:t>
                      </a:r>
                    </a:p>
                  </a:txBody>
                  <a:tcPr>
                    <a:lnT w="12700" cap="flat" cmpd="sng" algn="ctr">
                      <a:noFill/>
                      <a:prstDash val="solid"/>
                      <a:round/>
                      <a:headEnd type="none" w="med" len="med"/>
                      <a:tailEnd type="none" w="med" len="med"/>
                    </a:lnT>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de-DE" b="1" dirty="0">
                          <a:solidFill>
                            <a:schemeClr val="tx1"/>
                          </a:solidFill>
                        </a:rPr>
                        <a:t>40 km</a:t>
                      </a:r>
                    </a:p>
                  </a:txBody>
                  <a:tcPr>
                    <a:lnT w="12700" cap="flat" cmpd="sng" algn="ctr">
                      <a:noFill/>
                      <a:prstDash val="solid"/>
                      <a:round/>
                      <a:headEnd type="none" w="med" len="med"/>
                      <a:tailEnd type="none" w="med" len="med"/>
                    </a:lnT>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de-DE" dirty="0">
                          <a:solidFill>
                            <a:schemeClr val="tx1"/>
                          </a:solidFill>
                        </a:rPr>
                        <a:t>90 km</a:t>
                      </a:r>
                    </a:p>
                  </a:txBody>
                  <a:tcPr>
                    <a:lnT w="12700" cap="flat" cmpd="sng" algn="ctr">
                      <a:no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r>
                        <a:rPr lang="de-DE" dirty="0">
                          <a:solidFill>
                            <a:schemeClr val="tx1"/>
                          </a:solidFill>
                        </a:rPr>
                        <a:t>Order B</a:t>
                      </a: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95 km</a:t>
                      </a:r>
                    </a:p>
                  </a:txBody>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50 km</a:t>
                      </a:r>
                    </a:p>
                  </a:txBody>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b="1" dirty="0">
                          <a:solidFill>
                            <a:schemeClr val="tx1"/>
                          </a:solidFill>
                        </a:rPr>
                        <a:t>20 km</a:t>
                      </a:r>
                    </a:p>
                  </a:txBody>
                  <a:tcPr/>
                </a:tc>
                <a:extLst>
                  <a:ext uri="{0D108BD9-81ED-4DB2-BD59-A6C34878D82A}">
                    <a16:rowId xmlns:a16="http://schemas.microsoft.com/office/drawing/2014/main" val="10004"/>
                  </a:ext>
                </a:extLst>
              </a:tr>
              <a:tr h="370840">
                <a:tc>
                  <a:txBody>
                    <a:bodyPr/>
                    <a:lstStyle/>
                    <a:p>
                      <a:r>
                        <a:rPr lang="de-DE" dirty="0">
                          <a:solidFill>
                            <a:schemeClr val="tx1"/>
                          </a:solidFill>
                        </a:rPr>
                        <a:t>Order C</a:t>
                      </a: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b="1" dirty="0">
                          <a:solidFill>
                            <a:schemeClr val="tx1"/>
                          </a:solidFill>
                        </a:rPr>
                        <a:t>10 km</a:t>
                      </a:r>
                    </a:p>
                  </a:txBody>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20 km</a:t>
                      </a:r>
                    </a:p>
                  </a:txBody>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80 km</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3263475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de-DE" dirty="0"/>
              <a:t>Solution Method</a:t>
            </a:r>
          </a:p>
        </p:txBody>
      </p:sp>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49" y="1350963"/>
            <a:ext cx="10416117" cy="4702704"/>
          </a:xfrm>
        </p:spPr>
        <p:txBody>
          <a:bodyPr/>
          <a:lstStyle/>
          <a:p>
            <a:r>
              <a:rPr lang="en-US" b="0" u="sng" dirty="0"/>
              <a:t>Linear Assignment Problem:</a:t>
            </a:r>
          </a:p>
          <a:p>
            <a:endParaRPr lang="en-US" b="0" dirty="0"/>
          </a:p>
          <a:p>
            <a:r>
              <a:rPr lang="en-US" b="0" dirty="0"/>
              <a:t>Cost table</a:t>
            </a:r>
          </a:p>
          <a:p>
            <a:endParaRPr lang="en-US" b="0" dirty="0"/>
          </a:p>
          <a:p>
            <a:endParaRPr lang="en-US" b="0" dirty="0"/>
          </a:p>
          <a:p>
            <a:endParaRPr lang="en-US" b="0" dirty="0"/>
          </a:p>
          <a:p>
            <a:endParaRPr lang="en-US" b="0" dirty="0"/>
          </a:p>
          <a:p>
            <a:endParaRPr lang="en-US" b="0" dirty="0"/>
          </a:p>
          <a:p>
            <a:endParaRPr lang="en-US" b="0" dirty="0"/>
          </a:p>
          <a:p>
            <a:endParaRPr lang="en-US" b="0" dirty="0"/>
          </a:p>
          <a:p>
            <a:endParaRPr lang="en-US" b="0" dirty="0"/>
          </a:p>
          <a:p>
            <a:endParaRPr lang="en-US" b="0" dirty="0"/>
          </a:p>
          <a:p>
            <a:endParaRPr lang="en-US" b="0" dirty="0"/>
          </a:p>
          <a:p>
            <a:endParaRPr lang="en-US" b="0" dirty="0"/>
          </a:p>
          <a:p>
            <a:r>
              <a:rPr lang="en-US" b="0" u="sng" dirty="0"/>
              <a:t>Note:</a:t>
            </a:r>
            <a:r>
              <a:rPr lang="en-US" b="0" dirty="0"/>
              <a:t> The cost table must be recalculated after each iteration.</a:t>
            </a:r>
          </a:p>
        </p:txBody>
      </p:sp>
      <p:graphicFrame>
        <p:nvGraphicFramePr>
          <p:cNvPr id="4" name="Tabelle 3">
            <a:extLst>
              <a:ext uri="{FF2B5EF4-FFF2-40B4-BE49-F238E27FC236}">
                <a16:creationId xmlns:a16="http://schemas.microsoft.com/office/drawing/2014/main" id="{9FCD9658-4209-74C4-F715-D4D649C0CCD3}"/>
              </a:ext>
            </a:extLst>
          </p:cNvPr>
          <p:cNvGraphicFramePr>
            <a:graphicFrameLocks noGrp="1"/>
          </p:cNvGraphicFramePr>
          <p:nvPr>
            <p:extLst>
              <p:ext uri="{D42A27DB-BD31-4B8C-83A1-F6EECF244321}">
                <p14:modId xmlns:p14="http://schemas.microsoft.com/office/powerpoint/2010/main" val="2120430641"/>
              </p:ext>
            </p:extLst>
          </p:nvPr>
        </p:nvGraphicFramePr>
        <p:xfrm>
          <a:off x="1673498" y="2915741"/>
          <a:ext cx="6682304" cy="1744072"/>
        </p:xfrm>
        <a:graphic>
          <a:graphicData uri="http://schemas.openxmlformats.org/drawingml/2006/table">
            <a:tbl>
              <a:tblPr firstRow="1" bandRow="1">
                <a:tableStyleId>{2D5ABB26-0587-4C30-8999-92F81FD0307C}</a:tableStyleId>
              </a:tblPr>
              <a:tblGrid>
                <a:gridCol w="1197821">
                  <a:extLst>
                    <a:ext uri="{9D8B030D-6E8A-4147-A177-3AD203B41FA5}">
                      <a16:colId xmlns:a16="http://schemas.microsoft.com/office/drawing/2014/main" val="20000"/>
                    </a:ext>
                  </a:extLst>
                </a:gridCol>
                <a:gridCol w="220837">
                  <a:extLst>
                    <a:ext uri="{9D8B030D-6E8A-4147-A177-3AD203B41FA5}">
                      <a16:colId xmlns:a16="http://schemas.microsoft.com/office/drawing/2014/main" val="20001"/>
                    </a:ext>
                  </a:extLst>
                </a:gridCol>
                <a:gridCol w="1386949">
                  <a:extLst>
                    <a:ext uri="{9D8B030D-6E8A-4147-A177-3AD203B41FA5}">
                      <a16:colId xmlns:a16="http://schemas.microsoft.com/office/drawing/2014/main" val="20002"/>
                    </a:ext>
                  </a:extLst>
                </a:gridCol>
                <a:gridCol w="220837">
                  <a:extLst>
                    <a:ext uri="{9D8B030D-6E8A-4147-A177-3AD203B41FA5}">
                      <a16:colId xmlns:a16="http://schemas.microsoft.com/office/drawing/2014/main" val="20003"/>
                    </a:ext>
                  </a:extLst>
                </a:gridCol>
                <a:gridCol w="220837">
                  <a:extLst>
                    <a:ext uri="{9D8B030D-6E8A-4147-A177-3AD203B41FA5}">
                      <a16:colId xmlns:a16="http://schemas.microsoft.com/office/drawing/2014/main" val="20004"/>
                    </a:ext>
                  </a:extLst>
                </a:gridCol>
                <a:gridCol w="1432459">
                  <a:extLst>
                    <a:ext uri="{9D8B030D-6E8A-4147-A177-3AD203B41FA5}">
                      <a16:colId xmlns:a16="http://schemas.microsoft.com/office/drawing/2014/main" val="20005"/>
                    </a:ext>
                  </a:extLst>
                </a:gridCol>
                <a:gridCol w="220837">
                  <a:extLst>
                    <a:ext uri="{9D8B030D-6E8A-4147-A177-3AD203B41FA5}">
                      <a16:colId xmlns:a16="http://schemas.microsoft.com/office/drawing/2014/main" val="20006"/>
                    </a:ext>
                  </a:extLst>
                </a:gridCol>
                <a:gridCol w="220837">
                  <a:extLst>
                    <a:ext uri="{9D8B030D-6E8A-4147-A177-3AD203B41FA5}">
                      <a16:colId xmlns:a16="http://schemas.microsoft.com/office/drawing/2014/main" val="20007"/>
                    </a:ext>
                  </a:extLst>
                </a:gridCol>
                <a:gridCol w="1560890">
                  <a:extLst>
                    <a:ext uri="{9D8B030D-6E8A-4147-A177-3AD203B41FA5}">
                      <a16:colId xmlns:a16="http://schemas.microsoft.com/office/drawing/2014/main" val="20008"/>
                    </a:ext>
                  </a:extLst>
                </a:gridCol>
              </a:tblGrid>
              <a:tr h="370840">
                <a:tc>
                  <a:txBody>
                    <a:bodyPr/>
                    <a:lstStyle/>
                    <a:p>
                      <a:endParaRPr lang="de-DE" dirty="0">
                        <a:solidFill>
                          <a:schemeClr val="tx1"/>
                        </a:solidFill>
                      </a:endParaRPr>
                    </a:p>
                  </a:txBody>
                  <a:tcPr>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dirty="0">
                          <a:solidFill>
                            <a:schemeClr val="tx1"/>
                          </a:solidFill>
                        </a:rPr>
                        <a:t>Truck A</a:t>
                      </a: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dirty="0">
                          <a:solidFill>
                            <a:schemeClr val="tx1"/>
                          </a:solidFill>
                        </a:rPr>
                        <a:t>Truck B</a:t>
                      </a: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de-DE" dirty="0">
                          <a:solidFill>
                            <a:schemeClr val="tx1"/>
                          </a:solidFill>
                        </a:rPr>
                        <a:t>Truck</a:t>
                      </a:r>
                      <a:r>
                        <a:rPr lang="de-DE" baseline="0" dirty="0">
                          <a:solidFill>
                            <a:schemeClr val="tx1"/>
                          </a:solidFill>
                        </a:rPr>
                        <a:t> C</a:t>
                      </a:r>
                      <a:endParaRPr lang="de-DE" dirty="0">
                        <a:solidFill>
                          <a:schemeClr val="tx1"/>
                        </a:solidFill>
                      </a:endParaRPr>
                    </a:p>
                  </a:txBody>
                  <a:tcP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33216">
                <a:tc>
                  <a:txBody>
                    <a:bodyPr/>
                    <a:lstStyle/>
                    <a:p>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27496">
                <a:tc>
                  <a:txBody>
                    <a:bodyPr/>
                    <a:lstStyle/>
                    <a:p>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w="12700" cap="flat" cmpd="sng" algn="ctr">
                      <a:no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de-DE" sz="100" dirty="0">
                        <a:solidFill>
                          <a:schemeClr val="tx1"/>
                        </a:solidFill>
                      </a:endParaRPr>
                    </a:p>
                  </a:txBody>
                  <a:tcP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r>
                        <a:rPr lang="de-DE" dirty="0">
                          <a:solidFill>
                            <a:schemeClr val="tx1"/>
                          </a:solidFill>
                        </a:rPr>
                        <a:t>Order A</a:t>
                      </a:r>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de-DE" i="0"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de-DE" b="1" dirty="0">
                          <a:solidFill>
                            <a:srgbClr val="00B050"/>
                          </a:solidFill>
                        </a:rPr>
                        <a:t>15 km</a:t>
                      </a:r>
                    </a:p>
                  </a:txBody>
                  <a:tcPr>
                    <a:lnT w="12700" cap="flat" cmpd="sng" algn="ctr">
                      <a:noFill/>
                      <a:prstDash val="solid"/>
                      <a:round/>
                      <a:headEnd type="none" w="med" len="med"/>
                      <a:tailEnd type="none" w="med" len="med"/>
                    </a:lnT>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de-DE" b="1" dirty="0">
                          <a:solidFill>
                            <a:schemeClr val="tx1"/>
                          </a:solidFill>
                        </a:rPr>
                        <a:t>40 km</a:t>
                      </a:r>
                    </a:p>
                  </a:txBody>
                  <a:tcPr>
                    <a:lnT w="12700" cap="flat" cmpd="sng" algn="ctr">
                      <a:noFill/>
                      <a:prstDash val="solid"/>
                      <a:round/>
                      <a:headEnd type="none" w="med" len="med"/>
                      <a:tailEnd type="none" w="med" len="med"/>
                    </a:lnT>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de-DE" dirty="0">
                          <a:solidFill>
                            <a:schemeClr val="tx1"/>
                          </a:solidFill>
                        </a:rPr>
                        <a:t>90 km</a:t>
                      </a:r>
                    </a:p>
                  </a:txBody>
                  <a:tcPr>
                    <a:lnT w="12700" cap="flat" cmpd="sng" algn="ctr">
                      <a:no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r>
                        <a:rPr lang="de-DE" dirty="0">
                          <a:solidFill>
                            <a:schemeClr val="tx1"/>
                          </a:solidFill>
                        </a:rPr>
                        <a:t>Order B</a:t>
                      </a: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95 km</a:t>
                      </a:r>
                    </a:p>
                  </a:txBody>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50 km</a:t>
                      </a:r>
                    </a:p>
                  </a:txBody>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b="1" dirty="0">
                          <a:solidFill>
                            <a:schemeClr val="tx1"/>
                          </a:solidFill>
                        </a:rPr>
                        <a:t>20 km</a:t>
                      </a:r>
                    </a:p>
                  </a:txBody>
                  <a:tcPr/>
                </a:tc>
                <a:extLst>
                  <a:ext uri="{0D108BD9-81ED-4DB2-BD59-A6C34878D82A}">
                    <a16:rowId xmlns:a16="http://schemas.microsoft.com/office/drawing/2014/main" val="10004"/>
                  </a:ext>
                </a:extLst>
              </a:tr>
              <a:tr h="370840">
                <a:tc>
                  <a:txBody>
                    <a:bodyPr/>
                    <a:lstStyle/>
                    <a:p>
                      <a:r>
                        <a:rPr lang="de-DE" dirty="0">
                          <a:solidFill>
                            <a:schemeClr val="tx1"/>
                          </a:solidFill>
                        </a:rPr>
                        <a:t>Order C</a:t>
                      </a: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b="1" dirty="0">
                          <a:solidFill>
                            <a:schemeClr val="tx1"/>
                          </a:solidFill>
                        </a:rPr>
                        <a:t>10 km</a:t>
                      </a:r>
                    </a:p>
                  </a:txBody>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b="1" dirty="0">
                          <a:solidFill>
                            <a:srgbClr val="00B050"/>
                          </a:solidFill>
                        </a:rPr>
                        <a:t>20 km</a:t>
                      </a:r>
                    </a:p>
                  </a:txBody>
                  <a:tcPr/>
                </a:tc>
                <a:tc>
                  <a:txBody>
                    <a:bodyPr/>
                    <a:lstStyle/>
                    <a:p>
                      <a:pPr algn="ctr"/>
                      <a:endParaRPr lang="de-DE" dirty="0">
                        <a:solidFill>
                          <a:schemeClr val="tx1"/>
                        </a:solidFill>
                      </a:endParaRPr>
                    </a:p>
                  </a:txBody>
                  <a:tcPr>
                    <a:lnR w="12700" cap="flat" cmpd="sng" algn="ctr">
                      <a:solidFill>
                        <a:schemeClr val="tx1"/>
                      </a:solidFill>
                      <a:prstDash val="solid"/>
                      <a:round/>
                      <a:headEnd type="none" w="med" len="med"/>
                      <a:tailEnd type="none" w="med" len="med"/>
                    </a:lnR>
                  </a:tcPr>
                </a:tc>
                <a:tc>
                  <a:txBody>
                    <a:bodyPr/>
                    <a:lstStyle/>
                    <a:p>
                      <a:pPr algn="ctr"/>
                      <a:endParaRPr lang="de-DE" dirty="0">
                        <a:solidFill>
                          <a:schemeClr val="tx1"/>
                        </a:solidFill>
                      </a:endParaRPr>
                    </a:p>
                  </a:txBody>
                  <a:tcPr>
                    <a:lnL w="12700" cap="flat" cmpd="sng" algn="ctr">
                      <a:solidFill>
                        <a:schemeClr val="tx1"/>
                      </a:solidFill>
                      <a:prstDash val="solid"/>
                      <a:round/>
                      <a:headEnd type="none" w="med" len="med"/>
                      <a:tailEnd type="none" w="med" len="med"/>
                    </a:lnL>
                  </a:tcPr>
                </a:tc>
                <a:tc>
                  <a:txBody>
                    <a:bodyPr/>
                    <a:lstStyle/>
                    <a:p>
                      <a:pPr algn="ctr"/>
                      <a:r>
                        <a:rPr lang="de-DE" dirty="0">
                          <a:solidFill>
                            <a:schemeClr val="tx1"/>
                          </a:solidFill>
                        </a:rPr>
                        <a:t>80 km</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413203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de-DE" dirty="0" err="1"/>
              <a:t>Full</a:t>
            </a:r>
            <a:r>
              <a:rPr lang="de-DE" dirty="0"/>
              <a:t> Approach</a:t>
            </a:r>
          </a:p>
        </p:txBody>
      </p:sp>
      <p:sp>
        <p:nvSpPr>
          <p:cNvPr id="5" name="Abgerundetes Rechteck 11">
            <a:extLst>
              <a:ext uri="{FF2B5EF4-FFF2-40B4-BE49-F238E27FC236}">
                <a16:creationId xmlns:a16="http://schemas.microsoft.com/office/drawing/2014/main" id="{70C43706-082A-F24C-F00C-07E51D502823}"/>
              </a:ext>
            </a:extLst>
          </p:cNvPr>
          <p:cNvSpPr/>
          <p:nvPr/>
        </p:nvSpPr>
        <p:spPr bwMode="auto">
          <a:xfrm>
            <a:off x="7948365" y="1475581"/>
            <a:ext cx="2682839" cy="707886"/>
          </a:xfrm>
          <a:prstGeom prst="roundRect">
            <a:avLst/>
          </a:prstGeom>
          <a:noFill/>
          <a:ln w="19050" cap="flat" cmpd="sng" algn="ctr">
            <a:solidFill>
              <a:srgbClr val="C4D4DD"/>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ctr" anchorCtr="0" compatLnSpc="1">
            <a:prstTxWarp prst="textNoShape">
              <a:avLst/>
            </a:prstTxWarp>
          </a:bodyPr>
          <a:lstStyle/>
          <a:p>
            <a:pPr algn="ctr"/>
            <a:r>
              <a:rPr lang="en-US" dirty="0"/>
              <a:t>Output: Solution if no order was selected</a:t>
            </a:r>
          </a:p>
        </p:txBody>
      </p:sp>
      <p:sp>
        <p:nvSpPr>
          <p:cNvPr id="6" name="Abgerundetes Rechteck 12">
            <a:extLst>
              <a:ext uri="{FF2B5EF4-FFF2-40B4-BE49-F238E27FC236}">
                <a16:creationId xmlns:a16="http://schemas.microsoft.com/office/drawing/2014/main" id="{E66D5B58-1003-0E6B-3849-91EF9C0EA803}"/>
              </a:ext>
            </a:extLst>
          </p:cNvPr>
          <p:cNvSpPr/>
          <p:nvPr/>
        </p:nvSpPr>
        <p:spPr bwMode="auto">
          <a:xfrm>
            <a:off x="1397959" y="1617746"/>
            <a:ext cx="847083" cy="400110"/>
          </a:xfrm>
          <a:prstGeom prst="roundRect">
            <a:avLst/>
          </a:prstGeom>
          <a:noFill/>
          <a:ln w="22225" cap="flat" cmpd="sng" algn="ctr">
            <a:solidFill>
              <a:srgbClr val="C4D4DD"/>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ctr" anchorCtr="0" compatLnSpc="1">
            <a:prstTxWarp prst="textNoShape">
              <a:avLst/>
            </a:prstTxWarp>
          </a:bodyPr>
          <a:lstStyle/>
          <a:p>
            <a:pPr algn="ctr"/>
            <a:r>
              <a:rPr lang="en-US" dirty="0"/>
              <a:t>Input</a:t>
            </a:r>
            <a:endParaRPr kumimoji="0" lang="de-DE" sz="2000" b="0" i="0" u="none" strike="noStrike" cap="none" normalizeH="0" baseline="0" dirty="0">
              <a:ln>
                <a:noFill/>
              </a:ln>
              <a:effectLst/>
              <a:latin typeface="Arial" charset="0"/>
              <a:sym typeface="Monotype Sorts" pitchFamily="2" charset="2"/>
            </a:endParaRPr>
          </a:p>
        </p:txBody>
      </p:sp>
      <p:sp>
        <p:nvSpPr>
          <p:cNvPr id="7" name="Abgerundetes Rechteck 13">
            <a:extLst>
              <a:ext uri="{FF2B5EF4-FFF2-40B4-BE49-F238E27FC236}">
                <a16:creationId xmlns:a16="http://schemas.microsoft.com/office/drawing/2014/main" id="{10FA8F1C-A9C7-216E-10E7-485555F52B2B}"/>
              </a:ext>
            </a:extLst>
          </p:cNvPr>
          <p:cNvSpPr/>
          <p:nvPr/>
        </p:nvSpPr>
        <p:spPr bwMode="auto">
          <a:xfrm>
            <a:off x="4026250" y="2493565"/>
            <a:ext cx="2808312" cy="707886"/>
          </a:xfrm>
          <a:prstGeom prst="roundRect">
            <a:avLst/>
          </a:prstGeom>
          <a:noFill/>
          <a:ln w="19050" cap="flat" cmpd="sng" algn="ctr">
            <a:solidFill>
              <a:srgbClr val="008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ctr" anchorCtr="0" compatLnSpc="1">
            <a:prstTxWarp prst="textNoShape">
              <a:avLst/>
            </a:prstTxWarp>
          </a:bodyPr>
          <a:lstStyle/>
          <a:p>
            <a:pPr algn="ctr"/>
            <a:r>
              <a:rPr lang="en-US" dirty="0"/>
              <a:t>Heuristics for selection of an order subset</a:t>
            </a:r>
          </a:p>
        </p:txBody>
      </p:sp>
      <p:sp>
        <p:nvSpPr>
          <p:cNvPr id="8" name="Abgerundetes Rechteck 14">
            <a:extLst>
              <a:ext uri="{FF2B5EF4-FFF2-40B4-BE49-F238E27FC236}">
                <a16:creationId xmlns:a16="http://schemas.microsoft.com/office/drawing/2014/main" id="{5695FFA9-2D15-CBC7-8CC7-6DEF682F2056}"/>
              </a:ext>
            </a:extLst>
          </p:cNvPr>
          <p:cNvSpPr/>
          <p:nvPr/>
        </p:nvSpPr>
        <p:spPr bwMode="auto">
          <a:xfrm>
            <a:off x="677879" y="3645693"/>
            <a:ext cx="3024336" cy="707886"/>
          </a:xfrm>
          <a:prstGeom prst="roundRect">
            <a:avLst/>
          </a:prstGeom>
          <a:noFill/>
          <a:ln w="19050" cap="flat" cmpd="sng" algn="ctr">
            <a:solidFill>
              <a:srgbClr val="008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ctr" anchorCtr="0" compatLnSpc="1">
            <a:prstTxWarp prst="textNoShape">
              <a:avLst/>
            </a:prstTxWarp>
          </a:bodyPr>
          <a:lstStyle/>
          <a:p>
            <a:pPr algn="ctr"/>
            <a:r>
              <a:rPr lang="en-US" dirty="0"/>
              <a:t>Schedule the result regarding all constraints</a:t>
            </a:r>
          </a:p>
        </p:txBody>
      </p:sp>
      <p:sp>
        <p:nvSpPr>
          <p:cNvPr id="9" name="Abgerundetes Rechteck 15">
            <a:extLst>
              <a:ext uri="{FF2B5EF4-FFF2-40B4-BE49-F238E27FC236}">
                <a16:creationId xmlns:a16="http://schemas.microsoft.com/office/drawing/2014/main" id="{14EDAA21-C9DC-21C0-F95E-5B109C7B34D1}"/>
              </a:ext>
            </a:extLst>
          </p:cNvPr>
          <p:cNvSpPr/>
          <p:nvPr/>
        </p:nvSpPr>
        <p:spPr bwMode="auto">
          <a:xfrm>
            <a:off x="6940596" y="3657887"/>
            <a:ext cx="3458363" cy="707886"/>
          </a:xfrm>
          <a:prstGeom prst="roundRect">
            <a:avLst/>
          </a:prstGeom>
          <a:noFill/>
          <a:ln w="19050" cap="flat" cmpd="sng" algn="ctr">
            <a:solidFill>
              <a:srgbClr val="008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ctr" anchorCtr="0" compatLnSpc="1">
            <a:prstTxWarp prst="textNoShape">
              <a:avLst/>
            </a:prstTxWarp>
          </a:bodyPr>
          <a:lstStyle/>
          <a:p>
            <a:pPr algn="ctr"/>
            <a:r>
              <a:rPr lang="en-US" dirty="0"/>
              <a:t>Calculation of cost table regarding all constraints </a:t>
            </a:r>
          </a:p>
        </p:txBody>
      </p:sp>
      <p:sp>
        <p:nvSpPr>
          <p:cNvPr id="10" name="Abgerundetes Rechteck 16">
            <a:extLst>
              <a:ext uri="{FF2B5EF4-FFF2-40B4-BE49-F238E27FC236}">
                <a16:creationId xmlns:a16="http://schemas.microsoft.com/office/drawing/2014/main" id="{731731A9-0221-F576-D5F4-CD8F9B36D3F8}"/>
              </a:ext>
            </a:extLst>
          </p:cNvPr>
          <p:cNvSpPr/>
          <p:nvPr/>
        </p:nvSpPr>
        <p:spPr bwMode="auto">
          <a:xfrm>
            <a:off x="3920217" y="4941837"/>
            <a:ext cx="3020379" cy="576064"/>
          </a:xfrm>
          <a:prstGeom prst="roundRect">
            <a:avLst/>
          </a:prstGeom>
          <a:noFill/>
          <a:ln w="19050" cap="flat" cmpd="sng" algn="ctr">
            <a:solidFill>
              <a:srgbClr val="008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de-DE" dirty="0"/>
              <a:t>Core </a:t>
            </a:r>
            <a:r>
              <a:rPr lang="de-DE" dirty="0" err="1"/>
              <a:t>Algorithm</a:t>
            </a:r>
            <a:endParaRPr kumimoji="0" lang="de-DE" sz="2000" b="0" i="0" u="none" strike="noStrike" cap="none" normalizeH="0" baseline="0" dirty="0">
              <a:ln>
                <a:noFill/>
              </a:ln>
              <a:solidFill>
                <a:schemeClr val="bg2"/>
              </a:solidFill>
              <a:effectLst/>
              <a:latin typeface="Arial" charset="0"/>
              <a:sym typeface="Monotype Sorts" pitchFamily="2" charset="2"/>
            </a:endParaRPr>
          </a:p>
        </p:txBody>
      </p:sp>
      <p:cxnSp>
        <p:nvCxnSpPr>
          <p:cNvPr id="11" name="Gekrümmte Verbindung 25">
            <a:extLst>
              <a:ext uri="{FF2B5EF4-FFF2-40B4-BE49-F238E27FC236}">
                <a16:creationId xmlns:a16="http://schemas.microsoft.com/office/drawing/2014/main" id="{BECABE69-2726-FB43-DCEB-5CAF906B536C}"/>
              </a:ext>
            </a:extLst>
          </p:cNvPr>
          <p:cNvCxnSpPr>
            <a:stCxn id="6" idx="3"/>
            <a:endCxn id="7" idx="1"/>
          </p:cNvCxnSpPr>
          <p:nvPr/>
        </p:nvCxnSpPr>
        <p:spPr bwMode="auto">
          <a:xfrm>
            <a:off x="2245042" y="1817801"/>
            <a:ext cx="1781208" cy="1029707"/>
          </a:xfrm>
          <a:prstGeom prst="curvedConnector3">
            <a:avLst>
              <a:gd name="adj1" fmla="val 50000"/>
            </a:avLst>
          </a:prstGeom>
          <a:noFill/>
          <a:ln w="19050" cap="flat" cmpd="sng" algn="ctr">
            <a:solidFill>
              <a:srgbClr val="C4D4DD"/>
            </a:solidFill>
            <a:prstDash val="solid"/>
            <a:round/>
            <a:headEnd type="none" w="med" len="med"/>
            <a:tailEnd type="arrow"/>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4" name="Gekrümmte Verbindung 30">
            <a:extLst>
              <a:ext uri="{FF2B5EF4-FFF2-40B4-BE49-F238E27FC236}">
                <a16:creationId xmlns:a16="http://schemas.microsoft.com/office/drawing/2014/main" id="{6379E991-4CAD-7C6F-9C02-718483885DCE}"/>
              </a:ext>
            </a:extLst>
          </p:cNvPr>
          <p:cNvCxnSpPr>
            <a:stCxn id="7" idx="3"/>
            <a:endCxn id="9" idx="0"/>
          </p:cNvCxnSpPr>
          <p:nvPr/>
        </p:nvCxnSpPr>
        <p:spPr bwMode="auto">
          <a:xfrm>
            <a:off x="6834562" y="2847508"/>
            <a:ext cx="1835216" cy="810379"/>
          </a:xfrm>
          <a:prstGeom prst="curvedConnector2">
            <a:avLst/>
          </a:prstGeom>
          <a:noFill/>
          <a:ln w="19050" cap="flat" cmpd="sng" algn="ctr">
            <a:solidFill>
              <a:srgbClr val="008000"/>
            </a:solidFill>
            <a:prstDash val="solid"/>
            <a:round/>
            <a:headEnd type="none" w="med" len="med"/>
            <a:tailEnd type="arrow"/>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5" name="Gekrümmte Verbindung 38">
            <a:extLst>
              <a:ext uri="{FF2B5EF4-FFF2-40B4-BE49-F238E27FC236}">
                <a16:creationId xmlns:a16="http://schemas.microsoft.com/office/drawing/2014/main" id="{05829A0C-1928-A77D-1584-A6D53ED6DAC6}"/>
              </a:ext>
            </a:extLst>
          </p:cNvPr>
          <p:cNvCxnSpPr/>
          <p:nvPr/>
        </p:nvCxnSpPr>
        <p:spPr bwMode="auto">
          <a:xfrm flipV="1">
            <a:off x="6834562" y="1829524"/>
            <a:ext cx="1113803" cy="880067"/>
          </a:xfrm>
          <a:prstGeom prst="curvedConnector3">
            <a:avLst>
              <a:gd name="adj1" fmla="val 50000"/>
            </a:avLst>
          </a:prstGeom>
          <a:noFill/>
          <a:ln w="19050" cap="flat" cmpd="sng" algn="ctr">
            <a:solidFill>
              <a:srgbClr val="C4D4DD"/>
            </a:solidFill>
            <a:prstDash val="solid"/>
            <a:round/>
            <a:headEnd type="none" w="med" len="med"/>
            <a:tailEnd type="arrow"/>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6" name="Gekrümmte Verbindung 41">
            <a:extLst>
              <a:ext uri="{FF2B5EF4-FFF2-40B4-BE49-F238E27FC236}">
                <a16:creationId xmlns:a16="http://schemas.microsoft.com/office/drawing/2014/main" id="{AF2CD81A-BE84-CADD-A0A3-E9742F580759}"/>
              </a:ext>
            </a:extLst>
          </p:cNvPr>
          <p:cNvCxnSpPr>
            <a:stCxn id="9" idx="2"/>
            <a:endCxn id="10" idx="3"/>
          </p:cNvCxnSpPr>
          <p:nvPr/>
        </p:nvCxnSpPr>
        <p:spPr bwMode="auto">
          <a:xfrm rot="5400000">
            <a:off x="7373139" y="3933230"/>
            <a:ext cx="864096" cy="1729182"/>
          </a:xfrm>
          <a:prstGeom prst="curvedConnector2">
            <a:avLst/>
          </a:prstGeom>
          <a:noFill/>
          <a:ln w="19050" cap="flat" cmpd="sng" algn="ctr">
            <a:solidFill>
              <a:srgbClr val="008000"/>
            </a:solidFill>
            <a:prstDash val="solid"/>
            <a:round/>
            <a:headEnd type="none" w="med" len="med"/>
            <a:tailEnd type="arrow"/>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7" name="Gekrümmte Verbindung 43">
            <a:extLst>
              <a:ext uri="{FF2B5EF4-FFF2-40B4-BE49-F238E27FC236}">
                <a16:creationId xmlns:a16="http://schemas.microsoft.com/office/drawing/2014/main" id="{B49203E1-2713-BA24-D7F3-B0A0501A4D55}"/>
              </a:ext>
            </a:extLst>
          </p:cNvPr>
          <p:cNvCxnSpPr>
            <a:stCxn id="10" idx="1"/>
            <a:endCxn id="8" idx="2"/>
          </p:cNvCxnSpPr>
          <p:nvPr/>
        </p:nvCxnSpPr>
        <p:spPr bwMode="auto">
          <a:xfrm rot="10800000">
            <a:off x="2190047" y="4353579"/>
            <a:ext cx="1730170" cy="876290"/>
          </a:xfrm>
          <a:prstGeom prst="curvedConnector2">
            <a:avLst/>
          </a:prstGeom>
          <a:noFill/>
          <a:ln w="19050" cap="flat" cmpd="sng" algn="ctr">
            <a:solidFill>
              <a:srgbClr val="008000"/>
            </a:solidFill>
            <a:prstDash val="solid"/>
            <a:round/>
            <a:headEnd type="none" w="med" len="med"/>
            <a:tailEnd type="arrow"/>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8" name="Gekrümmte Verbindung 45">
            <a:extLst>
              <a:ext uri="{FF2B5EF4-FFF2-40B4-BE49-F238E27FC236}">
                <a16:creationId xmlns:a16="http://schemas.microsoft.com/office/drawing/2014/main" id="{4D9BC383-2E5A-3810-8EC9-0FEDF2FCE474}"/>
              </a:ext>
            </a:extLst>
          </p:cNvPr>
          <p:cNvCxnSpPr>
            <a:stCxn id="8" idx="0"/>
            <a:endCxn id="7" idx="1"/>
          </p:cNvCxnSpPr>
          <p:nvPr/>
        </p:nvCxnSpPr>
        <p:spPr bwMode="auto">
          <a:xfrm rot="5400000" flipH="1" flipV="1">
            <a:off x="2709056" y="2328500"/>
            <a:ext cx="798185" cy="1836203"/>
          </a:xfrm>
          <a:prstGeom prst="curvedConnector2">
            <a:avLst/>
          </a:prstGeom>
          <a:noFill/>
          <a:ln w="19050" cap="flat" cmpd="sng" algn="ctr">
            <a:solidFill>
              <a:srgbClr val="008000"/>
            </a:solidFill>
            <a:prstDash val="solid"/>
            <a:round/>
            <a:headEnd type="none" w="med" len="med"/>
            <a:tailEnd type="arrow"/>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Tree>
    <p:extLst>
      <p:ext uri="{BB962C8B-B14F-4D97-AF65-F5344CB8AC3E}">
        <p14:creationId xmlns:p14="http://schemas.microsoft.com/office/powerpoint/2010/main" val="2932598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elle 8">
            <a:extLst>
              <a:ext uri="{FF2B5EF4-FFF2-40B4-BE49-F238E27FC236}">
                <a16:creationId xmlns:a16="http://schemas.microsoft.com/office/drawing/2014/main" id="{0F981E93-F53A-7A9A-7359-0CF9DF7ECCF6}"/>
              </a:ext>
            </a:extLst>
          </p:cNvPr>
          <p:cNvGraphicFramePr>
            <a:graphicFrameLocks noGrp="1"/>
          </p:cNvGraphicFramePr>
          <p:nvPr>
            <p:extLst>
              <p:ext uri="{D42A27DB-BD31-4B8C-83A1-F6EECF244321}">
                <p14:modId xmlns:p14="http://schemas.microsoft.com/office/powerpoint/2010/main" val="3251322439"/>
              </p:ext>
            </p:extLst>
          </p:nvPr>
        </p:nvGraphicFramePr>
        <p:xfrm>
          <a:off x="440731" y="1350963"/>
          <a:ext cx="10369152" cy="4864164"/>
        </p:xfrm>
        <a:graphic>
          <a:graphicData uri="http://schemas.openxmlformats.org/drawingml/2006/table">
            <a:tbl>
              <a:tblPr firstRow="1" bandRow="1">
                <a:tableStyleId>{2D5ABB26-0587-4C30-8999-92F81FD0307C}</a:tableStyleId>
              </a:tblPr>
              <a:tblGrid>
                <a:gridCol w="3312368">
                  <a:extLst>
                    <a:ext uri="{9D8B030D-6E8A-4147-A177-3AD203B41FA5}">
                      <a16:colId xmlns:a16="http://schemas.microsoft.com/office/drawing/2014/main" val="20000"/>
                    </a:ext>
                  </a:extLst>
                </a:gridCol>
                <a:gridCol w="2952328">
                  <a:extLst>
                    <a:ext uri="{9D8B030D-6E8A-4147-A177-3AD203B41FA5}">
                      <a16:colId xmlns:a16="http://schemas.microsoft.com/office/drawing/2014/main" val="20001"/>
                    </a:ext>
                  </a:extLst>
                </a:gridCol>
                <a:gridCol w="4104456">
                  <a:extLst>
                    <a:ext uri="{9D8B030D-6E8A-4147-A177-3AD203B41FA5}">
                      <a16:colId xmlns:a16="http://schemas.microsoft.com/office/drawing/2014/main" val="20002"/>
                    </a:ext>
                  </a:extLst>
                </a:gridCol>
              </a:tblGrid>
              <a:tr h="4413026">
                <a:tc>
                  <a:txBody>
                    <a:bodyPr/>
                    <a:lstStyle/>
                    <a:p>
                      <a:pPr marL="342900" indent="-342900">
                        <a:lnSpc>
                          <a:spcPts val="2700"/>
                        </a:lnSpc>
                        <a:buFont typeface="Arial" panose="020B0604020202020204" pitchFamily="34" charset="0"/>
                        <a:buChar char="•"/>
                      </a:pPr>
                      <a:r>
                        <a:rPr lang="en-US" sz="2000" b="0" noProof="0" dirty="0">
                          <a:solidFill>
                            <a:schemeClr val="tx1"/>
                          </a:solidFill>
                        </a:rPr>
                        <a:t>Shifts of</a:t>
                      </a:r>
                      <a:r>
                        <a:rPr lang="en-US" sz="2000" b="0" baseline="0" noProof="0" dirty="0">
                          <a:solidFill>
                            <a:schemeClr val="tx1"/>
                          </a:solidFill>
                        </a:rPr>
                        <a:t> trucks</a:t>
                      </a:r>
                      <a:endParaRPr lang="en-US" sz="2000" b="0" noProof="0" dirty="0">
                        <a:solidFill>
                          <a:schemeClr val="tx1"/>
                        </a:solidFill>
                      </a:endParaRPr>
                    </a:p>
                    <a:p>
                      <a:pPr marL="342900" indent="-342900">
                        <a:lnSpc>
                          <a:spcPts val="2700"/>
                        </a:lnSpc>
                        <a:buFont typeface="Arial" panose="020B0604020202020204" pitchFamily="34" charset="0"/>
                        <a:buChar char="•"/>
                      </a:pPr>
                      <a:r>
                        <a:rPr lang="en-US" sz="2000" b="0" noProof="0" dirty="0">
                          <a:solidFill>
                            <a:schemeClr val="tx1"/>
                          </a:solidFill>
                        </a:rPr>
                        <a:t>Location opening hours</a:t>
                      </a:r>
                    </a:p>
                    <a:p>
                      <a:pPr marL="342900" indent="-342900">
                        <a:lnSpc>
                          <a:spcPts val="2700"/>
                        </a:lnSpc>
                        <a:buFont typeface="Arial" panose="020B0604020202020204" pitchFamily="34" charset="0"/>
                        <a:buChar char="•"/>
                      </a:pPr>
                      <a:r>
                        <a:rPr lang="en-US" sz="2000" b="0" noProof="0" dirty="0">
                          <a:solidFill>
                            <a:schemeClr val="tx1"/>
                          </a:solidFill>
                        </a:rPr>
                        <a:t>Order time windows</a:t>
                      </a:r>
                    </a:p>
                    <a:p>
                      <a:pPr marL="342900" indent="-342900">
                        <a:lnSpc>
                          <a:spcPts val="2700"/>
                        </a:lnSpc>
                        <a:buFont typeface="Arial" panose="020B0604020202020204" pitchFamily="34" charset="0"/>
                        <a:buChar char="•"/>
                      </a:pPr>
                      <a:r>
                        <a:rPr lang="en-US" sz="2000" b="0" noProof="0" dirty="0">
                          <a:solidFill>
                            <a:schemeClr val="tx1"/>
                          </a:solidFill>
                        </a:rPr>
                        <a:t>Orders deadlines</a:t>
                      </a:r>
                    </a:p>
                    <a:p>
                      <a:pPr marL="342900" indent="-342900">
                        <a:lnSpc>
                          <a:spcPts val="2700"/>
                        </a:lnSpc>
                        <a:buFont typeface="Arial" panose="020B0604020202020204" pitchFamily="34" charset="0"/>
                        <a:buChar char="•"/>
                      </a:pPr>
                      <a:r>
                        <a:rPr lang="en-US" sz="2000" b="0" noProof="0" dirty="0">
                          <a:solidFill>
                            <a:schemeClr val="tx1"/>
                          </a:solidFill>
                        </a:rPr>
                        <a:t>Load durations</a:t>
                      </a:r>
                    </a:p>
                    <a:p>
                      <a:pPr marL="342900" indent="-342900">
                        <a:lnSpc>
                          <a:spcPts val="2700"/>
                        </a:lnSpc>
                        <a:buFont typeface="Arial" panose="020B0604020202020204" pitchFamily="34" charset="0"/>
                        <a:buChar char="•"/>
                      </a:pPr>
                      <a:r>
                        <a:rPr lang="en-US" sz="2000" b="0" noProof="0" dirty="0">
                          <a:solidFill>
                            <a:schemeClr val="tx1"/>
                          </a:solidFill>
                        </a:rPr>
                        <a:t>Unload</a:t>
                      </a:r>
                      <a:r>
                        <a:rPr lang="en-US" sz="2000" b="0" baseline="0" noProof="0" dirty="0">
                          <a:solidFill>
                            <a:schemeClr val="tx1"/>
                          </a:solidFill>
                        </a:rPr>
                        <a:t> durations</a:t>
                      </a:r>
                      <a:endParaRPr lang="en-US" sz="2000" b="0" noProof="0" dirty="0">
                        <a:solidFill>
                          <a:schemeClr val="tx1"/>
                        </a:solidFill>
                      </a:endParaRPr>
                    </a:p>
                    <a:p>
                      <a:pPr marL="342900" indent="-342900">
                        <a:lnSpc>
                          <a:spcPts val="2700"/>
                        </a:lnSpc>
                        <a:buFont typeface="Arial" panose="020B0604020202020204" pitchFamily="34" charset="0"/>
                        <a:buChar char="•"/>
                      </a:pPr>
                      <a:r>
                        <a:rPr lang="en-US" sz="2000" b="0" noProof="0" dirty="0">
                          <a:solidFill>
                            <a:schemeClr val="tx1"/>
                          </a:solidFill>
                        </a:rPr>
                        <a:t>Preload</a:t>
                      </a:r>
                      <a:r>
                        <a:rPr lang="en-US" sz="2000" b="0" baseline="0" noProof="0" dirty="0">
                          <a:solidFill>
                            <a:schemeClr val="tx1"/>
                          </a:solidFill>
                        </a:rPr>
                        <a:t> orders</a:t>
                      </a:r>
                      <a:endParaRPr lang="en-US" sz="2000" b="0" noProof="0" dirty="0">
                        <a:solidFill>
                          <a:schemeClr val="tx1"/>
                        </a:solidFill>
                      </a:endParaRPr>
                    </a:p>
                    <a:p>
                      <a:pPr marL="342900" indent="-342900">
                        <a:lnSpc>
                          <a:spcPts val="2700"/>
                        </a:lnSpc>
                        <a:buFont typeface="Arial" panose="020B0604020202020204" pitchFamily="34" charset="0"/>
                        <a:buChar char="•"/>
                      </a:pPr>
                      <a:r>
                        <a:rPr lang="en-US" sz="2000" b="0" noProof="0" dirty="0" err="1">
                          <a:solidFill>
                            <a:schemeClr val="tx1"/>
                          </a:solidFill>
                        </a:rPr>
                        <a:t>Predrive</a:t>
                      </a:r>
                      <a:r>
                        <a:rPr lang="en-US" sz="2000" b="0" baseline="0" noProof="0" dirty="0">
                          <a:solidFill>
                            <a:schemeClr val="tx1"/>
                          </a:solidFill>
                        </a:rPr>
                        <a:t> orders</a:t>
                      </a:r>
                      <a:endParaRPr lang="en-US" sz="2000" b="0" noProof="0" dirty="0">
                        <a:solidFill>
                          <a:schemeClr val="tx1"/>
                        </a:solidFill>
                      </a:endParaRPr>
                    </a:p>
                    <a:p>
                      <a:pPr marL="342900" indent="-342900">
                        <a:lnSpc>
                          <a:spcPts val="2700"/>
                        </a:lnSpc>
                        <a:buFont typeface="Arial" panose="020B0604020202020204" pitchFamily="34" charset="0"/>
                        <a:buChar char="•"/>
                      </a:pPr>
                      <a:r>
                        <a:rPr lang="en-US" sz="2000" b="0" noProof="0" dirty="0">
                          <a:solidFill>
                            <a:schemeClr val="tx1"/>
                          </a:solidFill>
                        </a:rPr>
                        <a:t>Work duration of shifts</a:t>
                      </a:r>
                    </a:p>
                    <a:p>
                      <a:pPr marL="342900" indent="-342900">
                        <a:lnSpc>
                          <a:spcPts val="2700"/>
                        </a:lnSpc>
                        <a:buFont typeface="Arial" panose="020B0604020202020204" pitchFamily="34" charset="0"/>
                        <a:buChar char="•"/>
                      </a:pPr>
                      <a:r>
                        <a:rPr lang="en-US" sz="2000" b="0" noProof="0" dirty="0">
                          <a:solidFill>
                            <a:schemeClr val="tx1"/>
                          </a:solidFill>
                        </a:rPr>
                        <a:t>Drive duration of shifts</a:t>
                      </a:r>
                    </a:p>
                    <a:p>
                      <a:pPr marL="342900" indent="-342900">
                        <a:lnSpc>
                          <a:spcPts val="2700"/>
                        </a:lnSpc>
                        <a:buFont typeface="Arial" panose="020B0604020202020204" pitchFamily="34" charset="0"/>
                        <a:buChar char="•"/>
                      </a:pPr>
                      <a:r>
                        <a:rPr lang="en-US" sz="2000" b="0" noProof="0" dirty="0">
                          <a:solidFill>
                            <a:schemeClr val="tx1"/>
                          </a:solidFill>
                        </a:rPr>
                        <a:t>Roaming trucks</a:t>
                      </a:r>
                    </a:p>
                    <a:p>
                      <a:pPr marL="342900" indent="-342900">
                        <a:lnSpc>
                          <a:spcPts val="2700"/>
                        </a:lnSpc>
                        <a:buFont typeface="Arial" panose="020B0604020202020204" pitchFamily="34" charset="0"/>
                        <a:buChar char="•"/>
                      </a:pPr>
                      <a:r>
                        <a:rPr lang="en-US" sz="2000" b="0" noProof="0" dirty="0">
                          <a:solidFill>
                            <a:schemeClr val="tx1"/>
                          </a:solidFill>
                        </a:rPr>
                        <a:t>Stationed</a:t>
                      </a:r>
                      <a:r>
                        <a:rPr lang="en-US" sz="2000" b="0" baseline="0" noProof="0" dirty="0">
                          <a:solidFill>
                            <a:schemeClr val="tx1"/>
                          </a:solidFill>
                        </a:rPr>
                        <a:t> trucks</a:t>
                      </a:r>
                      <a:endParaRPr lang="en-US" sz="2000" b="0"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42900" indent="-342900">
                        <a:lnSpc>
                          <a:spcPts val="2700"/>
                        </a:lnSpc>
                        <a:buFont typeface="Arial" panose="020B0604020202020204" pitchFamily="34" charset="0"/>
                        <a:buChar char="•"/>
                      </a:pPr>
                      <a:r>
                        <a:rPr lang="en-US" sz="2000" b="0" noProof="0" dirty="0">
                          <a:solidFill>
                            <a:schemeClr val="tx1"/>
                          </a:solidFill>
                        </a:rPr>
                        <a:t>Loaded parking</a:t>
                      </a:r>
                    </a:p>
                    <a:p>
                      <a:pPr marL="342900" indent="-342900">
                        <a:lnSpc>
                          <a:spcPts val="2700"/>
                        </a:lnSpc>
                        <a:buFont typeface="Arial" panose="020B0604020202020204" pitchFamily="34" charset="0"/>
                        <a:buChar char="•"/>
                      </a:pPr>
                      <a:r>
                        <a:rPr lang="en-US" sz="2000" b="0" noProof="0" dirty="0">
                          <a:solidFill>
                            <a:schemeClr val="tx1"/>
                          </a:solidFill>
                        </a:rPr>
                        <a:t>Start drive threshold</a:t>
                      </a:r>
                    </a:p>
                    <a:p>
                      <a:pPr marL="342900" marR="0" indent="-342900" algn="l" defTabSz="914400" rtl="0" eaLnBrk="1" fontAlgn="auto" latinLnBrk="0" hangingPunct="1">
                        <a:lnSpc>
                          <a:spcPts val="2700"/>
                        </a:lnSpc>
                        <a:spcBef>
                          <a:spcPts val="0"/>
                        </a:spcBef>
                        <a:spcAft>
                          <a:spcPts val="0"/>
                        </a:spcAft>
                        <a:buClrTx/>
                        <a:buSzTx/>
                        <a:buFont typeface="Arial" panose="020B0604020202020204" pitchFamily="34" charset="0"/>
                        <a:buChar char="•"/>
                        <a:tabLst/>
                        <a:defRPr/>
                      </a:pPr>
                      <a:r>
                        <a:rPr lang="en-US" sz="2000" b="0" noProof="0" dirty="0">
                          <a:solidFill>
                            <a:schemeClr val="tx1"/>
                          </a:solidFill>
                        </a:rPr>
                        <a:t>Order priorities</a:t>
                      </a:r>
                    </a:p>
                    <a:p>
                      <a:pPr marL="342900" indent="-342900">
                        <a:lnSpc>
                          <a:spcPts val="2700"/>
                        </a:lnSpc>
                        <a:buFont typeface="Arial" panose="020B0604020202020204" pitchFamily="34" charset="0"/>
                        <a:buChar char="•"/>
                      </a:pPr>
                      <a:r>
                        <a:rPr lang="en-US" sz="2000" b="0" noProof="0" dirty="0">
                          <a:solidFill>
                            <a:schemeClr val="tx1"/>
                          </a:solidFill>
                        </a:rPr>
                        <a:t>Truck priorities</a:t>
                      </a:r>
                    </a:p>
                    <a:p>
                      <a:pPr marL="342900" marR="0" indent="-342900" algn="l" defTabSz="914400" rtl="0" eaLnBrk="1" fontAlgn="auto" latinLnBrk="0" hangingPunct="1">
                        <a:lnSpc>
                          <a:spcPts val="2700"/>
                        </a:lnSpc>
                        <a:spcBef>
                          <a:spcPts val="0"/>
                        </a:spcBef>
                        <a:spcAft>
                          <a:spcPts val="0"/>
                        </a:spcAft>
                        <a:buClrTx/>
                        <a:buSzTx/>
                        <a:buFont typeface="Arial" panose="020B0604020202020204" pitchFamily="34" charset="0"/>
                        <a:buChar char="•"/>
                        <a:tabLst/>
                        <a:defRPr/>
                      </a:pPr>
                      <a:r>
                        <a:rPr lang="en-US" sz="2000" b="0" noProof="0" dirty="0">
                          <a:solidFill>
                            <a:schemeClr val="tx1"/>
                          </a:solidFill>
                        </a:rPr>
                        <a:t>Exclusions</a:t>
                      </a:r>
                    </a:p>
                    <a:p>
                      <a:pPr marL="342900" marR="0" indent="-342900" algn="l" defTabSz="914400" rtl="0" eaLnBrk="1" fontAlgn="auto" latinLnBrk="0" hangingPunct="1">
                        <a:lnSpc>
                          <a:spcPts val="2700"/>
                        </a:lnSpc>
                        <a:spcBef>
                          <a:spcPts val="0"/>
                        </a:spcBef>
                        <a:spcAft>
                          <a:spcPts val="0"/>
                        </a:spcAft>
                        <a:buClrTx/>
                        <a:buSzTx/>
                        <a:buFont typeface="Arial" panose="020B0604020202020204" pitchFamily="34" charset="0"/>
                        <a:buChar char="•"/>
                        <a:tabLst/>
                        <a:defRPr/>
                      </a:pPr>
                      <a:r>
                        <a:rPr lang="en-US" sz="2000" b="0" noProof="0" dirty="0">
                          <a:solidFill>
                            <a:schemeClr val="tx1"/>
                          </a:solidFill>
                        </a:rPr>
                        <a:t>Properties</a:t>
                      </a:r>
                    </a:p>
                    <a:p>
                      <a:pPr marL="342900" indent="-342900">
                        <a:lnSpc>
                          <a:spcPts val="2700"/>
                        </a:lnSpc>
                        <a:buFont typeface="Arial" panose="020B0604020202020204" pitchFamily="34" charset="0"/>
                        <a:buChar char="•"/>
                      </a:pPr>
                      <a:r>
                        <a:rPr lang="en-US" sz="2000" b="0" noProof="0" dirty="0">
                          <a:solidFill>
                            <a:schemeClr val="tx1"/>
                          </a:solidFill>
                        </a:rPr>
                        <a:t>Capacities</a:t>
                      </a:r>
                    </a:p>
                    <a:p>
                      <a:pPr marL="342900" indent="-342900">
                        <a:lnSpc>
                          <a:spcPts val="2700"/>
                        </a:lnSpc>
                        <a:buFont typeface="Arial" panose="020B0604020202020204" pitchFamily="34" charset="0"/>
                        <a:buChar char="•"/>
                      </a:pPr>
                      <a:r>
                        <a:rPr lang="en-US" sz="2000" b="0" baseline="0" noProof="0" dirty="0">
                          <a:solidFill>
                            <a:schemeClr val="tx1"/>
                          </a:solidFill>
                        </a:rPr>
                        <a:t>Assigned Schedule Handling</a:t>
                      </a:r>
                    </a:p>
                    <a:p>
                      <a:pPr marL="342900" indent="-342900">
                        <a:lnSpc>
                          <a:spcPts val="2700"/>
                        </a:lnSpc>
                        <a:buFont typeface="Arial" panose="020B0604020202020204" pitchFamily="34" charset="0"/>
                        <a:buChar char="•"/>
                      </a:pPr>
                      <a:r>
                        <a:rPr lang="en-US" sz="2000" b="0" baseline="0" noProof="0" dirty="0">
                          <a:solidFill>
                            <a:schemeClr val="tx1"/>
                          </a:solidFill>
                        </a:rPr>
                        <a:t>SAS handling</a:t>
                      </a:r>
                    </a:p>
                    <a:p>
                      <a:pPr marL="342900" indent="-342900">
                        <a:lnSpc>
                          <a:spcPts val="2700"/>
                        </a:lnSpc>
                        <a:buFont typeface="Arial" panose="020B0604020202020204" pitchFamily="34" charset="0"/>
                        <a:buChar char="•"/>
                      </a:pPr>
                      <a:r>
                        <a:rPr lang="en-US" sz="2000" b="0" baseline="0" noProof="0" dirty="0">
                          <a:solidFill>
                            <a:schemeClr val="tx1"/>
                          </a:solidFill>
                        </a:rPr>
                        <a:t>FAS handling</a:t>
                      </a:r>
                    </a:p>
                    <a:p>
                      <a:pPr marL="342900" indent="-342900">
                        <a:lnSpc>
                          <a:spcPts val="2700"/>
                        </a:lnSpc>
                        <a:buFont typeface="Arial" panose="020B0604020202020204" pitchFamily="34" charset="0"/>
                        <a:buChar char="•"/>
                      </a:pPr>
                      <a:r>
                        <a:rPr lang="en-US" sz="2000" b="0" baseline="0" noProof="0" dirty="0">
                          <a:solidFill>
                            <a:schemeClr val="tx1"/>
                          </a:solidFill>
                        </a:rPr>
                        <a:t>Remaining orders</a:t>
                      </a:r>
                    </a:p>
                    <a:p>
                      <a:pPr marL="342900" marR="0" indent="-342900" algn="l" defTabSz="914400" rtl="0" eaLnBrk="1" fontAlgn="auto" latinLnBrk="0" hangingPunct="1">
                        <a:lnSpc>
                          <a:spcPts val="2700"/>
                        </a:lnSpc>
                        <a:spcBef>
                          <a:spcPts val="0"/>
                        </a:spcBef>
                        <a:spcAft>
                          <a:spcPts val="0"/>
                        </a:spcAft>
                        <a:buClrTx/>
                        <a:buSzTx/>
                        <a:buFont typeface="Arial" panose="020B0604020202020204" pitchFamily="34" charset="0"/>
                        <a:buChar char="•"/>
                        <a:tabLst/>
                        <a:defRPr/>
                      </a:pPr>
                      <a:endParaRPr lang="en-US" sz="2000" b="0" noProof="0" dirty="0">
                        <a:solidFill>
                          <a:schemeClr val="tx1"/>
                        </a:solidFill>
                      </a:endParaRPr>
                    </a:p>
                    <a:p>
                      <a:pPr marL="342900" indent="-342900">
                        <a:lnSpc>
                          <a:spcPts val="2700"/>
                        </a:lnSpc>
                        <a:buFont typeface="Arial" panose="020B0604020202020204" pitchFamily="34" charset="0"/>
                        <a:buChar char="•"/>
                      </a:pPr>
                      <a:endParaRPr lang="en-US" sz="2000" b="0"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342900" indent="-342900">
                        <a:lnSpc>
                          <a:spcPts val="2700"/>
                        </a:lnSpc>
                        <a:buFont typeface="Arial" panose="020B0604020202020204" pitchFamily="34" charset="0"/>
                        <a:buChar char="•"/>
                      </a:pPr>
                      <a:r>
                        <a:rPr lang="en-US" sz="2000" b="0" noProof="0" dirty="0">
                          <a:solidFill>
                            <a:schemeClr val="tx1"/>
                          </a:solidFill>
                        </a:rPr>
                        <a:t>Parameter control:</a:t>
                      </a:r>
                    </a:p>
                    <a:p>
                      <a:pPr marL="432000" marR="0" indent="-342900" algn="l" defTabSz="914400" rtl="0" eaLnBrk="1" fontAlgn="auto" latinLnBrk="0" hangingPunct="1">
                        <a:lnSpc>
                          <a:spcPts val="2700"/>
                        </a:lnSpc>
                        <a:spcBef>
                          <a:spcPts val="0"/>
                        </a:spcBef>
                        <a:spcAft>
                          <a:spcPts val="0"/>
                        </a:spcAft>
                        <a:buClrTx/>
                        <a:buSzTx/>
                        <a:buFont typeface="Arial" panose="020B0604020202020204" pitchFamily="34" charset="0"/>
                        <a:buChar char="•"/>
                        <a:tabLst/>
                        <a:defRPr/>
                      </a:pPr>
                      <a:r>
                        <a:rPr lang="en-US" sz="2000" b="0" baseline="0" noProof="0" dirty="0">
                          <a:solidFill>
                            <a:schemeClr val="tx1"/>
                          </a:solidFill>
                        </a:rPr>
                        <a:t>Minimizing remaining orders</a:t>
                      </a:r>
                      <a:endParaRPr lang="en-US" sz="2000" b="0" noProof="0" dirty="0">
                        <a:solidFill>
                          <a:schemeClr val="tx1"/>
                        </a:solidFill>
                      </a:endParaRPr>
                    </a:p>
                    <a:p>
                      <a:pPr marL="432000" marR="0" indent="-342900" algn="l" defTabSz="914400" rtl="0" eaLnBrk="1" fontAlgn="auto" latinLnBrk="0" hangingPunct="1">
                        <a:lnSpc>
                          <a:spcPts val="2700"/>
                        </a:lnSpc>
                        <a:spcBef>
                          <a:spcPts val="0"/>
                        </a:spcBef>
                        <a:spcAft>
                          <a:spcPts val="0"/>
                        </a:spcAft>
                        <a:buClrTx/>
                        <a:buSzTx/>
                        <a:buFont typeface="Arial" panose="020B0604020202020204" pitchFamily="34" charset="0"/>
                        <a:buChar char="•"/>
                        <a:tabLst/>
                        <a:defRPr/>
                      </a:pPr>
                      <a:r>
                        <a:rPr lang="en-US" sz="2000" b="0" noProof="0" dirty="0">
                          <a:solidFill>
                            <a:schemeClr val="tx1"/>
                          </a:solidFill>
                        </a:rPr>
                        <a:t>Minimizing empty</a:t>
                      </a:r>
                      <a:r>
                        <a:rPr lang="en-US" sz="2000" b="0" baseline="0" noProof="0" dirty="0">
                          <a:solidFill>
                            <a:schemeClr val="tx1"/>
                          </a:solidFill>
                        </a:rPr>
                        <a:t> distance</a:t>
                      </a:r>
                    </a:p>
                    <a:p>
                      <a:pPr marL="432000" marR="0" indent="-342900" algn="l" defTabSz="914400" rtl="0" eaLnBrk="1" fontAlgn="auto" latinLnBrk="0" hangingPunct="1">
                        <a:lnSpc>
                          <a:spcPts val="2700"/>
                        </a:lnSpc>
                        <a:spcBef>
                          <a:spcPts val="0"/>
                        </a:spcBef>
                        <a:spcAft>
                          <a:spcPts val="0"/>
                        </a:spcAft>
                        <a:buClrTx/>
                        <a:buSzTx/>
                        <a:buFont typeface="Arial" panose="020B0604020202020204" pitchFamily="34" charset="0"/>
                        <a:buChar char="•"/>
                        <a:tabLst/>
                        <a:defRPr/>
                      </a:pPr>
                      <a:r>
                        <a:rPr lang="en-US" sz="2000" b="0" noProof="0" dirty="0">
                          <a:solidFill>
                            <a:schemeClr val="tx1"/>
                          </a:solidFill>
                        </a:rPr>
                        <a:t>Minimizing delays</a:t>
                      </a:r>
                    </a:p>
                    <a:p>
                      <a:pPr marL="432000" indent="-342900">
                        <a:lnSpc>
                          <a:spcPts val="2700"/>
                        </a:lnSpc>
                        <a:buFont typeface="Arial" panose="020B0604020202020204" pitchFamily="34" charset="0"/>
                        <a:buChar char="•"/>
                      </a:pPr>
                      <a:r>
                        <a:rPr lang="en-US" sz="2000" b="0" noProof="0" dirty="0">
                          <a:solidFill>
                            <a:schemeClr val="tx1"/>
                          </a:solidFill>
                        </a:rPr>
                        <a:t>Minimizing wasted worktime</a:t>
                      </a:r>
                      <a:endParaRPr lang="en-US" sz="2000" b="0" baseline="0" noProof="0" dirty="0">
                        <a:solidFill>
                          <a:schemeClr val="tx1"/>
                        </a:solidFill>
                      </a:endParaRPr>
                    </a:p>
                    <a:p>
                      <a:pPr marL="432000" marR="0" indent="-342900" algn="l" defTabSz="914400" rtl="0" eaLnBrk="1" fontAlgn="auto" latinLnBrk="0" hangingPunct="1">
                        <a:lnSpc>
                          <a:spcPts val="2700"/>
                        </a:lnSpc>
                        <a:spcBef>
                          <a:spcPts val="0"/>
                        </a:spcBef>
                        <a:spcAft>
                          <a:spcPts val="0"/>
                        </a:spcAft>
                        <a:buClrTx/>
                        <a:buSzTx/>
                        <a:buFont typeface="Arial" panose="020B0604020202020204" pitchFamily="34" charset="0"/>
                        <a:buChar char="•"/>
                        <a:tabLst/>
                        <a:defRPr/>
                      </a:pPr>
                      <a:r>
                        <a:rPr lang="en-US" sz="2000" b="0" noProof="0" dirty="0">
                          <a:solidFill>
                            <a:schemeClr val="tx1"/>
                          </a:solidFill>
                        </a:rPr>
                        <a:t>Prioritize</a:t>
                      </a:r>
                      <a:r>
                        <a:rPr lang="en-US" sz="2000" b="0" baseline="0" noProof="0" dirty="0">
                          <a:solidFill>
                            <a:schemeClr val="tx1"/>
                          </a:solidFill>
                        </a:rPr>
                        <a:t> short time windows</a:t>
                      </a:r>
                      <a:endParaRPr lang="en-US" sz="2000" b="0" noProof="0" dirty="0">
                        <a:solidFill>
                          <a:schemeClr val="tx1"/>
                        </a:solidFill>
                      </a:endParaRPr>
                    </a:p>
                    <a:p>
                      <a:pPr marL="0" indent="0">
                        <a:lnSpc>
                          <a:spcPts val="2700"/>
                        </a:lnSpc>
                        <a:buFont typeface="Arial" panose="020B0604020202020204" pitchFamily="34" charset="0"/>
                        <a:buNone/>
                      </a:pPr>
                      <a:endParaRPr lang="en-US" sz="2000" b="0" noProof="0" dirty="0">
                        <a:solidFill>
                          <a:schemeClr val="tx1"/>
                        </a:solidFill>
                      </a:endParaRPr>
                    </a:p>
                    <a:p>
                      <a:pPr marL="342900" indent="-342900">
                        <a:lnSpc>
                          <a:spcPts val="2700"/>
                        </a:lnSpc>
                        <a:buFont typeface="Arial" panose="020B0604020202020204" pitchFamily="34" charset="0"/>
                        <a:buChar char="•"/>
                      </a:pPr>
                      <a:endParaRPr lang="en-US" sz="2000" b="0" noProof="0"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de-DE" dirty="0" err="1"/>
              <a:t>Constraints</a:t>
            </a:r>
            <a:endParaRPr lang="de-DE" dirty="0"/>
          </a:p>
        </p:txBody>
      </p:sp>
    </p:spTree>
    <p:extLst>
      <p:ext uri="{BB962C8B-B14F-4D97-AF65-F5344CB8AC3E}">
        <p14:creationId xmlns:p14="http://schemas.microsoft.com/office/powerpoint/2010/main" val="4232647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de-DE" dirty="0"/>
              <a:t>Extension</a:t>
            </a:r>
            <a:br>
              <a:rPr lang="de-DE" dirty="0"/>
            </a:br>
            <a:r>
              <a:rPr lang="de-DE" dirty="0"/>
              <a:t>Set </a:t>
            </a:r>
            <a:r>
              <a:rPr lang="de-DE" dirty="0" err="1"/>
              <a:t>Partitioning</a:t>
            </a:r>
            <a:r>
              <a:rPr lang="de-DE" dirty="0"/>
              <a:t> (SP)</a:t>
            </a:r>
          </a:p>
        </p:txBody>
      </p:sp>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50" y="1350963"/>
            <a:ext cx="10433050" cy="4445000"/>
          </a:xfrm>
        </p:spPr>
        <p:txBody>
          <a:bodyPr/>
          <a:lstStyle/>
          <a:p>
            <a:pPr algn="just"/>
            <a:r>
              <a:rPr lang="en-US" b="0" dirty="0" err="1"/>
              <a:t>Coflo</a:t>
            </a:r>
            <a:r>
              <a:rPr lang="en-US" b="0" dirty="0"/>
              <a:t> generates a number of solutions = a set of independent vehicle routes, where an order can be served by at most one truck</a:t>
            </a:r>
          </a:p>
          <a:p>
            <a:pPr algn="just"/>
            <a:endParaRPr lang="en-US" b="0" dirty="0"/>
          </a:p>
          <a:p>
            <a:pPr algn="just"/>
            <a:r>
              <a:rPr lang="en-US" b="0" dirty="0"/>
              <a:t>Store all generated routes for each truck</a:t>
            </a:r>
          </a:p>
          <a:p>
            <a:pPr algn="just"/>
            <a:endParaRPr lang="en-US" b="0" dirty="0"/>
          </a:p>
          <a:p>
            <a:pPr algn="just"/>
            <a:r>
              <a:rPr lang="en-US" b="0" dirty="0"/>
              <a:t>Formulate a Mixed-Integer-Programming (MIP) Formulation and use a solver (SCIP or CBC) to generate combined solution</a:t>
            </a:r>
            <a:r>
              <a:rPr lang="de-DE" b="0" dirty="0"/>
              <a:t> </a:t>
            </a:r>
            <a:r>
              <a:rPr lang="de-DE" b="0" dirty="0" err="1"/>
              <a:t>given</a:t>
            </a:r>
            <a:r>
              <a:rPr lang="de-DE" b="0" dirty="0"/>
              <a:t> all </a:t>
            </a:r>
            <a:r>
              <a:rPr lang="de-DE" b="0" dirty="0" err="1"/>
              <a:t>routes</a:t>
            </a:r>
            <a:r>
              <a:rPr lang="de-DE" b="0" dirty="0"/>
              <a:t> </a:t>
            </a:r>
            <a:r>
              <a:rPr lang="de-DE" b="0" dirty="0" err="1"/>
              <a:t>generated</a:t>
            </a:r>
            <a:endParaRPr lang="en-US" b="0" dirty="0"/>
          </a:p>
        </p:txBody>
      </p:sp>
    </p:spTree>
    <p:extLst>
      <p:ext uri="{BB962C8B-B14F-4D97-AF65-F5344CB8AC3E}">
        <p14:creationId xmlns:p14="http://schemas.microsoft.com/office/powerpoint/2010/main" val="2492990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de-DE" dirty="0"/>
              <a:t>Extension</a:t>
            </a:r>
          </a:p>
        </p:txBody>
      </p:sp>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50" y="1350963"/>
            <a:ext cx="10433050" cy="4445000"/>
          </a:xfrm>
        </p:spPr>
        <p:txBody>
          <a:bodyPr/>
          <a:lstStyle/>
          <a:p>
            <a:r>
              <a:rPr lang="en-US" b="0" u="sng" dirty="0">
                <a:cs typeface="Times New Roman" panose="02020603050405020304" pitchFamily="18" charset="0"/>
              </a:rPr>
              <a:t>Parameters:</a:t>
            </a:r>
          </a:p>
          <a:p>
            <a:endParaRPr lang="de-DE" b="0" dirty="0"/>
          </a:p>
          <a:p>
            <a:endParaRPr lang="de-DE" b="0" dirty="0"/>
          </a:p>
          <a:p>
            <a:endParaRPr lang="en-US" b="0" dirty="0"/>
          </a:p>
          <a:p>
            <a:r>
              <a:rPr lang="en-US" b="0" u="sng" dirty="0">
                <a:cs typeface="Times New Roman" panose="02020603050405020304" pitchFamily="18" charset="0"/>
              </a:rPr>
              <a:t>Decision variables:</a:t>
            </a:r>
          </a:p>
        </p:txBody>
      </p:sp>
      <p:grpSp>
        <p:nvGrpSpPr>
          <p:cNvPr id="4" name="Gruppieren 3">
            <a:extLst>
              <a:ext uri="{FF2B5EF4-FFF2-40B4-BE49-F238E27FC236}">
                <a16:creationId xmlns:a16="http://schemas.microsoft.com/office/drawing/2014/main" id="{4D01AF95-6BF4-7DA5-4467-B04E51BA46C1}"/>
              </a:ext>
            </a:extLst>
          </p:cNvPr>
          <p:cNvGrpSpPr/>
          <p:nvPr/>
        </p:nvGrpSpPr>
        <p:grpSpPr>
          <a:xfrm>
            <a:off x="1706739" y="3713779"/>
            <a:ext cx="5631434" cy="2703106"/>
            <a:chOff x="971600" y="2397474"/>
            <a:chExt cx="5631434" cy="2703106"/>
          </a:xfrm>
        </p:grpSpPr>
        <mc:AlternateContent xmlns:mc="http://schemas.openxmlformats.org/markup-compatibility/2006">
          <mc:Choice xmlns:a14="http://schemas.microsoft.com/office/drawing/2010/main" Requires="a14">
            <p:sp>
              <p:nvSpPr>
                <p:cNvPr id="5" name="Textfeld 4">
                  <a:extLst>
                    <a:ext uri="{FF2B5EF4-FFF2-40B4-BE49-F238E27FC236}">
                      <a16:creationId xmlns:a16="http://schemas.microsoft.com/office/drawing/2014/main" id="{F53808C9-6996-60C4-B514-B858F41C1662}"/>
                    </a:ext>
                  </a:extLst>
                </p:cNvPr>
                <p:cNvSpPr txBox="1"/>
                <p:nvPr/>
              </p:nvSpPr>
              <p:spPr>
                <a:xfrm>
                  <a:off x="2521048" y="2397474"/>
                  <a:ext cx="3193759" cy="7648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𝑚𝑖𝑛</m:t>
                        </m:r>
                        <m:nary>
                          <m:naryPr>
                            <m:chr m:val="∑"/>
                            <m:supHide m:val="on"/>
                            <m:ctrlPr>
                              <a:rPr lang="en-US" b="0" i="1" smtClean="0">
                                <a:latin typeface="Cambria Math" panose="02040503050406030204" pitchFamily="18" charset="0"/>
                              </a:rPr>
                            </m:ctrlPr>
                          </m:naryPr>
                          <m:sub>
                            <m:r>
                              <m:rPr>
                                <m:brk m:alnAt="7"/>
                              </m:rPr>
                              <a:rPr lang="en-US" b="0" i="1" smtClean="0">
                                <a:latin typeface="Cambria Math"/>
                              </a:rPr>
                              <m:t>𝑠</m:t>
                            </m:r>
                            <m:r>
                              <a:rPr lang="en-US" b="0" i="1" smtClean="0">
                                <a:latin typeface="Cambria Math"/>
                              </a:rPr>
                              <m:t> ∈</m:t>
                            </m:r>
                            <m:r>
                              <a:rPr lang="en-US" b="0" i="1" smtClean="0">
                                <a:latin typeface="Cambria Math"/>
                                <a:ea typeface="Cambria Math"/>
                              </a:rPr>
                              <m:t>𝑆</m:t>
                            </m:r>
                          </m:sub>
                          <m:sup/>
                          <m:e>
                            <m:nary>
                              <m:naryPr>
                                <m:chr m:val="∑"/>
                                <m:supHide m:val="on"/>
                                <m:ctrlPr>
                                  <a:rPr lang="en-US" b="0" i="1" smtClean="0">
                                    <a:latin typeface="Cambria Math" panose="02040503050406030204" pitchFamily="18" charset="0"/>
                                  </a:rPr>
                                </m:ctrlPr>
                              </m:naryPr>
                              <m:sub>
                                <m:r>
                                  <m:rPr>
                                    <m:brk m:alnAt="7"/>
                                  </m:rPr>
                                  <a:rPr lang="en-US" b="0" i="1" smtClean="0">
                                    <a:latin typeface="Cambria Math"/>
                                  </a:rPr>
                                  <m:t>𝑟</m:t>
                                </m:r>
                                <m:r>
                                  <a:rPr lang="en-US" b="0" i="1" smtClean="0">
                                    <a:latin typeface="Cambria Math"/>
                                    <a:ea typeface="Cambria Math"/>
                                  </a:rPr>
                                  <m:t>∈</m:t>
                                </m:r>
                                <m:r>
                                  <a:rPr lang="en-US" b="0" i="1" smtClean="0">
                                    <a:latin typeface="Cambria Math"/>
                                    <a:ea typeface="Cambria Math"/>
                                  </a:rPr>
                                  <m:t>𝑅</m:t>
                                </m:r>
                              </m:sub>
                              <m:sup/>
                              <m:e>
                                <m:sSub>
                                  <m:sSubPr>
                                    <m:ctrlPr>
                                      <a:rPr lang="en-US" b="0" i="1" smtClean="0">
                                        <a:latin typeface="Cambria Math" panose="02040503050406030204" pitchFamily="18" charset="0"/>
                                      </a:rPr>
                                    </m:ctrlPr>
                                  </m:sSubPr>
                                  <m:e>
                                    <m:r>
                                      <a:rPr lang="en-US" b="0" i="1" smtClean="0">
                                        <a:latin typeface="Cambria Math"/>
                                      </a:rPr>
                                      <m:t>𝑐</m:t>
                                    </m:r>
                                  </m:e>
                                  <m:sub>
                                    <m:r>
                                      <a:rPr lang="en-US" b="0" i="1" smtClean="0">
                                        <a:latin typeface="Cambria Math"/>
                                      </a:rPr>
                                      <m:t>𝑟</m:t>
                                    </m:r>
                                    <m:r>
                                      <a:rPr lang="en-US" b="0" i="1" smtClean="0">
                                        <a:latin typeface="Cambria Math"/>
                                      </a:rPr>
                                      <m:t>,</m:t>
                                    </m:r>
                                    <m:r>
                                      <a:rPr lang="en-US" b="0" i="1" smtClean="0">
                                        <a:latin typeface="Cambria Math"/>
                                      </a:rPr>
                                      <m:t>𝑠</m:t>
                                    </m:r>
                                  </m:sub>
                                </m:sSub>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𝑟</m:t>
                                    </m:r>
                                    <m:r>
                                      <a:rPr lang="en-US" b="0" i="1" smtClean="0">
                                        <a:latin typeface="Cambria Math"/>
                                      </a:rPr>
                                      <m:t>,</m:t>
                                    </m:r>
                                    <m:r>
                                      <a:rPr lang="en-US" b="0" i="1" smtClean="0">
                                        <a:latin typeface="Cambria Math"/>
                                      </a:rPr>
                                      <m:t>𝑠</m:t>
                                    </m:r>
                                  </m:sub>
                                </m:sSub>
                                <m:r>
                                  <a:rPr lang="en-US" b="0" i="1" smtClean="0">
                                    <a:latin typeface="Cambria Math"/>
                                  </a:rPr>
                                  <m:t>+</m:t>
                                </m:r>
                                <m:r>
                                  <a:rPr lang="en-US" b="0" i="1" smtClean="0">
                                    <a:latin typeface="Cambria Math"/>
                                  </a:rPr>
                                  <m:t>𝑀</m:t>
                                </m:r>
                                <m:nary>
                                  <m:naryPr>
                                    <m:chr m:val="∑"/>
                                    <m:supHide m:val="on"/>
                                    <m:ctrlPr>
                                      <a:rPr lang="en-US" b="0" i="1" smtClean="0">
                                        <a:latin typeface="Cambria Math" panose="02040503050406030204" pitchFamily="18" charset="0"/>
                                      </a:rPr>
                                    </m:ctrlPr>
                                  </m:naryPr>
                                  <m:sub>
                                    <m:r>
                                      <m:rPr>
                                        <m:brk m:alnAt="7"/>
                                      </m:rPr>
                                      <a:rPr lang="en-US" b="0" i="1" smtClean="0">
                                        <a:latin typeface="Cambria Math"/>
                                      </a:rPr>
                                      <m:t>𝑜</m:t>
                                    </m:r>
                                    <m:r>
                                      <a:rPr lang="en-US" b="0" i="1" smtClean="0">
                                        <a:latin typeface="Cambria Math"/>
                                        <a:ea typeface="Cambria Math"/>
                                      </a:rPr>
                                      <m:t>∈</m:t>
                                    </m:r>
                                    <m:r>
                                      <a:rPr lang="en-US" b="0" i="1" smtClean="0">
                                        <a:latin typeface="Cambria Math"/>
                                        <a:ea typeface="Cambria Math"/>
                                      </a:rPr>
                                      <m:t>𝑂</m:t>
                                    </m:r>
                                  </m:sub>
                                  <m:sup/>
                                  <m:e>
                                    <m:sSub>
                                      <m:sSubPr>
                                        <m:ctrlPr>
                                          <a:rPr lang="en-US" b="0" i="1" smtClean="0">
                                            <a:latin typeface="Cambria Math" panose="02040503050406030204" pitchFamily="18" charset="0"/>
                                          </a:rPr>
                                        </m:ctrlPr>
                                      </m:sSubPr>
                                      <m:e>
                                        <m:r>
                                          <a:rPr lang="en-US" b="0" i="1" smtClean="0">
                                            <a:latin typeface="Cambria Math"/>
                                          </a:rPr>
                                          <m:t>𝑦</m:t>
                                        </m:r>
                                      </m:e>
                                      <m:sub>
                                        <m:r>
                                          <a:rPr lang="en-US" b="0" i="1" smtClean="0">
                                            <a:latin typeface="Cambria Math"/>
                                          </a:rPr>
                                          <m:t>𝑜</m:t>
                                        </m:r>
                                      </m:sub>
                                    </m:sSub>
                                  </m:e>
                                </m:nary>
                              </m:e>
                            </m:nary>
                          </m:e>
                        </m:nary>
                      </m:oMath>
                    </m:oMathPara>
                  </a14:m>
                  <a:endParaRPr lang="de-DE" dirty="0">
                    <a:cs typeface="Times New Roman" panose="02020603050405020304" pitchFamily="18" charset="0"/>
                  </a:endParaRPr>
                </a:p>
              </p:txBody>
            </p:sp>
          </mc:Choice>
          <mc:Fallback>
            <p:sp>
              <p:nvSpPr>
                <p:cNvPr id="5" name="Textfeld 4">
                  <a:extLst>
                    <a:ext uri="{FF2B5EF4-FFF2-40B4-BE49-F238E27FC236}">
                      <a16:creationId xmlns:a16="http://schemas.microsoft.com/office/drawing/2014/main" id="{F53808C9-6996-60C4-B514-B858F41C1662}"/>
                    </a:ext>
                  </a:extLst>
                </p:cNvPr>
                <p:cNvSpPr txBox="1">
                  <a:spLocks noRot="1" noChangeAspect="1" noMove="1" noResize="1" noEditPoints="1" noAdjustHandles="1" noChangeArrowheads="1" noChangeShapeType="1" noTextEdit="1"/>
                </p:cNvSpPr>
                <p:nvPr/>
              </p:nvSpPr>
              <p:spPr>
                <a:xfrm>
                  <a:off x="2521048" y="2397474"/>
                  <a:ext cx="3193759" cy="764825"/>
                </a:xfrm>
                <a:prstGeom prst="rect">
                  <a:avLst/>
                </a:prstGeom>
                <a:blipFill>
                  <a:blip r:embed="rId2"/>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6" name="Textfeld 5">
                  <a:extLst>
                    <a:ext uri="{FF2B5EF4-FFF2-40B4-BE49-F238E27FC236}">
                      <a16:creationId xmlns:a16="http://schemas.microsoft.com/office/drawing/2014/main" id="{A3F619D8-E7C9-4645-3FC6-97331B173C1F}"/>
                    </a:ext>
                  </a:extLst>
                </p:cNvPr>
                <p:cNvSpPr txBox="1"/>
                <p:nvPr/>
              </p:nvSpPr>
              <p:spPr>
                <a:xfrm>
                  <a:off x="971600" y="3479533"/>
                  <a:ext cx="4041992" cy="398314"/>
                </a:xfrm>
                <a:prstGeom prst="rect">
                  <a:avLst/>
                </a:prstGeom>
                <a:noFill/>
              </p:spPr>
              <p:txBody>
                <a:bodyPr wrap="square" rtlCol="0">
                  <a:spAutoFit/>
                </a:bodyPr>
                <a:lstStyle/>
                <a:p>
                  <a14:m>
                    <m:oMath xmlns:m="http://schemas.openxmlformats.org/officeDocument/2006/math">
                      <m:nary>
                        <m:naryPr>
                          <m:chr m:val="∑"/>
                          <m:supHide m:val="on"/>
                          <m:ctrlPr>
                            <a:rPr lang="de-DE" i="1" smtClean="0">
                              <a:latin typeface="Cambria Math" panose="02040503050406030204" pitchFamily="18" charset="0"/>
                            </a:rPr>
                          </m:ctrlPr>
                        </m:naryPr>
                        <m:sub>
                          <m:r>
                            <m:rPr>
                              <m:brk m:alnAt="7"/>
                            </m:rPr>
                            <a:rPr lang="en-US" b="0" i="1" smtClean="0">
                              <a:latin typeface="Cambria Math"/>
                            </a:rPr>
                            <m:t>𝑠</m:t>
                          </m:r>
                          <m:r>
                            <a:rPr lang="en-US" b="0" i="1" smtClean="0">
                              <a:latin typeface="Cambria Math"/>
                              <a:ea typeface="Cambria Math"/>
                            </a:rPr>
                            <m:t>∈</m:t>
                          </m:r>
                          <m:r>
                            <a:rPr lang="en-US" b="0" i="1" smtClean="0">
                              <a:latin typeface="Cambria Math"/>
                              <a:ea typeface="Cambria Math"/>
                            </a:rPr>
                            <m:t>𝑆</m:t>
                          </m:r>
                        </m:sub>
                        <m:sup/>
                        <m:e>
                          <m:nary>
                            <m:naryPr>
                              <m:chr m:val="∑"/>
                              <m:supHide m:val="on"/>
                              <m:ctrlPr>
                                <a:rPr lang="de-DE" i="1" smtClean="0">
                                  <a:latin typeface="Cambria Math" panose="02040503050406030204" pitchFamily="18" charset="0"/>
                                </a:rPr>
                              </m:ctrlPr>
                            </m:naryPr>
                            <m:sub>
                              <m:r>
                                <m:rPr>
                                  <m:brk m:alnAt="7"/>
                                </m:rPr>
                                <a:rPr lang="en-US" b="0" i="1" smtClean="0">
                                  <a:latin typeface="Cambria Math"/>
                                </a:rPr>
                                <m:t>𝑟</m:t>
                              </m:r>
                              <m:r>
                                <a:rPr lang="en-US" b="0" i="1" smtClean="0">
                                  <a:latin typeface="Cambria Math"/>
                                  <a:ea typeface="Cambria Math"/>
                                </a:rPr>
                                <m:t>∈</m:t>
                              </m:r>
                              <m:r>
                                <a:rPr lang="en-US" b="0" i="1" smtClean="0">
                                  <a:latin typeface="Cambria Math"/>
                                  <a:ea typeface="Cambria Math"/>
                                </a:rPr>
                                <m:t>𝑅</m:t>
                              </m:r>
                            </m:sub>
                            <m:sup/>
                            <m:e>
                              <m:sSub>
                                <m:sSubPr>
                                  <m:ctrlPr>
                                    <a:rPr lang="de-DE" i="1" smtClean="0">
                                      <a:latin typeface="Cambria Math" panose="02040503050406030204" pitchFamily="18" charset="0"/>
                                    </a:rPr>
                                  </m:ctrlPr>
                                </m:sSubPr>
                                <m:e>
                                  <m:r>
                                    <a:rPr lang="en-US" b="0" i="1" smtClean="0">
                                      <a:latin typeface="Cambria Math"/>
                                    </a:rPr>
                                    <m:t>𝑎</m:t>
                                  </m:r>
                                </m:e>
                                <m:sub>
                                  <m:r>
                                    <a:rPr lang="en-US" b="0" i="1" smtClean="0">
                                      <a:latin typeface="Cambria Math"/>
                                    </a:rPr>
                                    <m:t>𝑠</m:t>
                                  </m:r>
                                  <m:r>
                                    <a:rPr lang="en-US" b="0" i="1" smtClean="0">
                                      <a:latin typeface="Cambria Math"/>
                                    </a:rPr>
                                    <m:t>,</m:t>
                                  </m:r>
                                  <m:r>
                                    <a:rPr lang="en-US" b="0" i="1" smtClean="0">
                                      <a:latin typeface="Cambria Math"/>
                                    </a:rPr>
                                    <m:t>𝑟</m:t>
                                  </m:r>
                                  <m:r>
                                    <a:rPr lang="en-US" b="0" i="1" smtClean="0">
                                      <a:latin typeface="Cambria Math"/>
                                    </a:rPr>
                                    <m:t>,</m:t>
                                  </m:r>
                                  <m:r>
                                    <a:rPr lang="en-US" b="0" i="1" smtClean="0">
                                      <a:latin typeface="Cambria Math"/>
                                    </a:rPr>
                                    <m:t>𝑜</m:t>
                                  </m:r>
                                </m:sub>
                              </m:sSub>
                            </m:e>
                          </m:nary>
                        </m:e>
                      </m:nary>
                      <m:sSub>
                        <m:sSubPr>
                          <m:ctrlPr>
                            <a:rPr lang="de-DE" i="1" smtClean="0">
                              <a:latin typeface="Cambria Math" panose="02040503050406030204" pitchFamily="18" charset="0"/>
                            </a:rPr>
                          </m:ctrlPr>
                        </m:sSubPr>
                        <m:e>
                          <m:r>
                            <a:rPr lang="en-US" b="0" i="1" smtClean="0">
                              <a:latin typeface="Cambria Math"/>
                            </a:rPr>
                            <m:t>𝑥</m:t>
                          </m:r>
                        </m:e>
                        <m:sub>
                          <m:r>
                            <a:rPr lang="en-US" b="0" i="1" smtClean="0">
                              <a:latin typeface="Cambria Math"/>
                            </a:rPr>
                            <m:t>𝑠</m:t>
                          </m:r>
                          <m:r>
                            <a:rPr lang="en-US" b="0" i="1" smtClean="0">
                              <a:latin typeface="Cambria Math"/>
                            </a:rPr>
                            <m:t>,</m:t>
                          </m:r>
                          <m:r>
                            <a:rPr lang="en-US" b="0" i="1" smtClean="0">
                              <a:latin typeface="Cambria Math"/>
                            </a:rPr>
                            <m:t>𝑟</m:t>
                          </m:r>
                        </m:sub>
                      </m:sSub>
                    </m:oMath>
                  </a14:m>
                  <a:r>
                    <a:rPr lang="de-DE" dirty="0">
                      <a:cs typeface="Times New Roman" panose="02020603050405020304" pitchFamily="18" charset="0"/>
                    </a:rPr>
                    <a:t> + </a:t>
                  </a:r>
                  <a14:m>
                    <m:oMath xmlns:m="http://schemas.openxmlformats.org/officeDocument/2006/math">
                      <m:sSub>
                        <m:sSubPr>
                          <m:ctrlPr>
                            <a:rPr lang="de-DE" i="1" smtClean="0">
                              <a:latin typeface="Cambria Math" panose="02040503050406030204" pitchFamily="18" charset="0"/>
                            </a:rPr>
                          </m:ctrlPr>
                        </m:sSubPr>
                        <m:e>
                          <m:r>
                            <a:rPr lang="en-US" b="0" i="1" smtClean="0">
                              <a:latin typeface="Cambria Math"/>
                            </a:rPr>
                            <m:t>𝑦</m:t>
                          </m:r>
                        </m:e>
                        <m:sub>
                          <m:r>
                            <a:rPr lang="en-US" b="0" i="1" smtClean="0">
                              <a:latin typeface="Cambria Math"/>
                            </a:rPr>
                            <m:t>𝑜</m:t>
                          </m:r>
                        </m:sub>
                      </m:sSub>
                      <m:r>
                        <a:rPr lang="en-US" b="0" i="1" smtClean="0">
                          <a:latin typeface="Cambria Math"/>
                        </a:rPr>
                        <m:t>=1, </m:t>
                      </m:r>
                      <m:r>
                        <a:rPr lang="en-US" b="0" i="1" smtClean="0">
                          <a:latin typeface="Cambria Math"/>
                          <a:ea typeface="Cambria Math"/>
                        </a:rPr>
                        <m:t>∀ </m:t>
                      </m:r>
                      <m:r>
                        <a:rPr lang="en-US" b="0" i="1" smtClean="0">
                          <a:latin typeface="Cambria Math"/>
                          <a:ea typeface="Cambria Math"/>
                        </a:rPr>
                        <m:t>𝑜</m:t>
                      </m:r>
                      <m:r>
                        <a:rPr lang="en-US" b="0" i="1" smtClean="0">
                          <a:latin typeface="Cambria Math"/>
                          <a:ea typeface="Cambria Math"/>
                        </a:rPr>
                        <m:t> ∈</m:t>
                      </m:r>
                      <m:r>
                        <a:rPr lang="en-US" b="0" i="1" smtClean="0">
                          <a:latin typeface="Cambria Math"/>
                          <a:ea typeface="Cambria Math"/>
                        </a:rPr>
                        <m:t>𝑂</m:t>
                      </m:r>
                    </m:oMath>
                  </a14:m>
                  <a:endParaRPr lang="de-DE" dirty="0">
                    <a:cs typeface="Times New Roman" panose="02020603050405020304" pitchFamily="18" charset="0"/>
                  </a:endParaRPr>
                </a:p>
              </p:txBody>
            </p:sp>
          </mc:Choice>
          <mc:Fallback xmlns="">
            <p:sp>
              <p:nvSpPr>
                <p:cNvPr id="7" name="Textfeld 6"/>
                <p:cNvSpPr txBox="1">
                  <a:spLocks noRot="1" noChangeAspect="1" noMove="1" noResize="1" noEditPoints="1" noAdjustHandles="1" noChangeArrowheads="1" noChangeShapeType="1" noTextEdit="1"/>
                </p:cNvSpPr>
                <p:nvPr/>
              </p:nvSpPr>
              <p:spPr>
                <a:xfrm>
                  <a:off x="971600" y="3479533"/>
                  <a:ext cx="4041992" cy="398314"/>
                </a:xfrm>
                <a:prstGeom prst="rect">
                  <a:avLst/>
                </a:prstGeom>
                <a:blipFill rotWithShape="1">
                  <a:blip r:embed="rId4"/>
                  <a:stretch>
                    <a:fillRect l="-8296" t="-109091" b="-163636"/>
                  </a:stretch>
                </a:blipFill>
              </p:spPr>
              <p:txBody>
                <a:bodyPr/>
                <a:lstStyle/>
                <a:p>
                  <a:r>
                    <a:rPr lang="de-DE">
                      <a:noFill/>
                    </a:rPr>
                    <a:t> </a:t>
                  </a:r>
                </a:p>
              </p:txBody>
            </p:sp>
          </mc:Fallback>
        </mc:AlternateContent>
        <p:sp>
          <p:nvSpPr>
            <p:cNvPr id="7" name="Textfeld 6">
              <a:extLst>
                <a:ext uri="{FF2B5EF4-FFF2-40B4-BE49-F238E27FC236}">
                  <a16:creationId xmlns:a16="http://schemas.microsoft.com/office/drawing/2014/main" id="{B8CD870A-C0A6-14DE-2D5B-DEB75A30325E}"/>
                </a:ext>
              </a:extLst>
            </p:cNvPr>
            <p:cNvSpPr txBox="1"/>
            <p:nvPr/>
          </p:nvSpPr>
          <p:spPr>
            <a:xfrm>
              <a:off x="1512028" y="3088640"/>
              <a:ext cx="1210588" cy="369332"/>
            </a:xfrm>
            <a:prstGeom prst="rect">
              <a:avLst/>
            </a:prstGeom>
            <a:noFill/>
          </p:spPr>
          <p:txBody>
            <a:bodyPr wrap="none" rtlCol="0">
              <a:spAutoFit/>
            </a:bodyPr>
            <a:lstStyle/>
            <a:p>
              <a:r>
                <a:rPr lang="en-US" dirty="0">
                  <a:cs typeface="Times New Roman" panose="02020603050405020304" pitchFamily="18" charset="0"/>
                </a:rPr>
                <a:t>Subject to</a:t>
              </a:r>
              <a:endParaRPr lang="de-DE" dirty="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Textfeld 7">
                  <a:extLst>
                    <a:ext uri="{FF2B5EF4-FFF2-40B4-BE49-F238E27FC236}">
                      <a16:creationId xmlns:a16="http://schemas.microsoft.com/office/drawing/2014/main" id="{848B085A-BB90-F5CC-EB9E-015C1668169B}"/>
                    </a:ext>
                  </a:extLst>
                </p:cNvPr>
                <p:cNvSpPr txBox="1"/>
                <p:nvPr/>
              </p:nvSpPr>
              <p:spPr>
                <a:xfrm>
                  <a:off x="2561042" y="3899149"/>
                  <a:ext cx="4041992" cy="381515"/>
                </a:xfrm>
                <a:prstGeom prst="rect">
                  <a:avLst/>
                </a:prstGeom>
                <a:noFill/>
              </p:spPr>
              <p:txBody>
                <a:bodyPr wrap="square" rtlCol="0">
                  <a:spAutoFit/>
                </a:bodyPr>
                <a:lstStyle/>
                <a:p>
                  <a14:m>
                    <m:oMath xmlns:m="http://schemas.openxmlformats.org/officeDocument/2006/math">
                      <m:nary>
                        <m:naryPr>
                          <m:chr m:val="∑"/>
                          <m:supHide m:val="on"/>
                          <m:ctrlPr>
                            <a:rPr lang="de-DE" i="1" smtClean="0">
                              <a:latin typeface="Cambria Math" panose="02040503050406030204" pitchFamily="18" charset="0"/>
                            </a:rPr>
                          </m:ctrlPr>
                        </m:naryPr>
                        <m:sub>
                          <m:r>
                            <m:rPr>
                              <m:brk m:alnAt="7"/>
                            </m:rPr>
                            <a:rPr lang="en-US" b="0" i="1" smtClean="0">
                              <a:latin typeface="Cambria Math"/>
                            </a:rPr>
                            <m:t>𝑠</m:t>
                          </m:r>
                          <m:r>
                            <a:rPr lang="en-US" b="0" i="1" smtClean="0">
                              <a:latin typeface="Cambria Math"/>
                              <a:ea typeface="Cambria Math"/>
                            </a:rPr>
                            <m:t>∈</m:t>
                          </m:r>
                          <m:r>
                            <a:rPr lang="en-US" b="0" i="1" smtClean="0">
                              <a:latin typeface="Cambria Math"/>
                              <a:ea typeface="Cambria Math"/>
                            </a:rPr>
                            <m:t>𝑆</m:t>
                          </m:r>
                        </m:sub>
                        <m:sup/>
                        <m:e>
                          <m:sSub>
                            <m:sSubPr>
                              <m:ctrlPr>
                                <a:rPr lang="de-DE" i="1">
                                  <a:latin typeface="Cambria Math" panose="02040503050406030204" pitchFamily="18" charset="0"/>
                                </a:rPr>
                              </m:ctrlPr>
                            </m:sSubPr>
                            <m:e>
                              <m:r>
                                <a:rPr lang="en-US" i="1">
                                  <a:latin typeface="Cambria Math"/>
                                </a:rPr>
                                <m:t>𝑥</m:t>
                              </m:r>
                            </m:e>
                            <m:sub>
                              <m:r>
                                <a:rPr lang="en-US" i="1">
                                  <a:latin typeface="Cambria Math"/>
                                </a:rPr>
                                <m:t>𝑠</m:t>
                              </m:r>
                              <m:r>
                                <a:rPr lang="en-US" i="1">
                                  <a:latin typeface="Cambria Math"/>
                                </a:rPr>
                                <m:t>,</m:t>
                              </m:r>
                              <m:r>
                                <a:rPr lang="en-US" i="1">
                                  <a:latin typeface="Cambria Math"/>
                                </a:rPr>
                                <m:t>𝑟</m:t>
                              </m:r>
                            </m:sub>
                          </m:sSub>
                        </m:e>
                      </m:nary>
                    </m:oMath>
                  </a14:m>
                  <a:r>
                    <a:rPr lang="de-DE" dirty="0">
                      <a:cs typeface="Times New Roman" panose="02020603050405020304" pitchFamily="18" charset="0"/>
                    </a:rPr>
                    <a:t> </a:t>
                  </a:r>
                  <a14:m>
                    <m:oMath xmlns:m="http://schemas.openxmlformats.org/officeDocument/2006/math">
                      <m:r>
                        <a:rPr lang="en-US" b="0" i="1" smtClean="0">
                          <a:latin typeface="Cambria Math"/>
                          <a:ea typeface="Cambria Math"/>
                        </a:rPr>
                        <m:t>≤</m:t>
                      </m:r>
                      <m:r>
                        <a:rPr lang="en-US" b="0" i="1" smtClean="0">
                          <a:latin typeface="Cambria Math"/>
                        </a:rPr>
                        <m:t>1, </m:t>
                      </m:r>
                      <m:r>
                        <a:rPr lang="en-US" b="0" i="1" smtClean="0">
                          <a:latin typeface="Cambria Math"/>
                          <a:ea typeface="Cambria Math"/>
                        </a:rPr>
                        <m:t>∀ </m:t>
                      </m:r>
                      <m:r>
                        <a:rPr lang="en-US" b="0" i="1" smtClean="0">
                          <a:latin typeface="Cambria Math"/>
                          <a:ea typeface="Cambria Math"/>
                        </a:rPr>
                        <m:t>𝑟</m:t>
                      </m:r>
                      <m:r>
                        <a:rPr lang="en-US" b="0" i="1" smtClean="0">
                          <a:latin typeface="Cambria Math"/>
                          <a:ea typeface="Cambria Math"/>
                        </a:rPr>
                        <m:t> ∈</m:t>
                      </m:r>
                      <m:r>
                        <a:rPr lang="en-US" b="0" i="1" smtClean="0">
                          <a:latin typeface="Cambria Math"/>
                          <a:ea typeface="Cambria Math"/>
                        </a:rPr>
                        <m:t>𝑅</m:t>
                      </m:r>
                    </m:oMath>
                  </a14:m>
                  <a:endParaRPr lang="de-DE" dirty="0">
                    <a:cs typeface="Times New Roman" panose="02020603050405020304" pitchFamily="18" charset="0"/>
                  </a:endParaRPr>
                </a:p>
              </p:txBody>
            </p:sp>
          </mc:Choice>
          <mc:Fallback xmlns="">
            <p:sp>
              <p:nvSpPr>
                <p:cNvPr id="9" name="Textfeld 8"/>
                <p:cNvSpPr txBox="1">
                  <a:spLocks noRot="1" noChangeAspect="1" noMove="1" noResize="1" noEditPoints="1" noAdjustHandles="1" noChangeArrowheads="1" noChangeShapeType="1" noTextEdit="1"/>
                </p:cNvSpPr>
                <p:nvPr/>
              </p:nvSpPr>
              <p:spPr>
                <a:xfrm>
                  <a:off x="2561042" y="3899149"/>
                  <a:ext cx="4041992" cy="381515"/>
                </a:xfrm>
                <a:prstGeom prst="rect">
                  <a:avLst/>
                </a:prstGeom>
                <a:blipFill rotWithShape="1">
                  <a:blip r:embed="rId5"/>
                  <a:stretch>
                    <a:fillRect l="-8446" t="-114286" b="-176190"/>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9" name="Textfeld 8">
                  <a:extLst>
                    <a:ext uri="{FF2B5EF4-FFF2-40B4-BE49-F238E27FC236}">
                      <a16:creationId xmlns:a16="http://schemas.microsoft.com/office/drawing/2014/main" id="{345906F8-D63E-A090-36AE-C2DD5367E083}"/>
                    </a:ext>
                  </a:extLst>
                </p:cNvPr>
                <p:cNvSpPr txBox="1"/>
                <p:nvPr/>
              </p:nvSpPr>
              <p:spPr>
                <a:xfrm>
                  <a:off x="2280659" y="4271621"/>
                  <a:ext cx="3674538" cy="38151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a:rPr>
                            </m:ctrlPr>
                          </m:sSubPr>
                          <m:e>
                            <m:r>
                              <a:rPr lang="en-US" b="0" i="1" smtClean="0">
                                <a:latin typeface="Cambria Math"/>
                                <a:ea typeface="Cambria Math"/>
                              </a:rPr>
                              <m:t>𝑥</m:t>
                            </m:r>
                          </m:e>
                          <m:sub>
                            <m:r>
                              <a:rPr lang="en-US" b="0" i="1" smtClean="0">
                                <a:latin typeface="Cambria Math"/>
                                <a:ea typeface="Cambria Math"/>
                              </a:rPr>
                              <m:t>𝑠</m:t>
                            </m:r>
                            <m:r>
                              <a:rPr lang="en-US" b="0" i="1" smtClean="0">
                                <a:latin typeface="Cambria Math"/>
                                <a:ea typeface="Cambria Math"/>
                              </a:rPr>
                              <m:t>, </m:t>
                            </m:r>
                            <m:r>
                              <a:rPr lang="en-US" b="0" i="1" smtClean="0">
                                <a:latin typeface="Cambria Math"/>
                                <a:ea typeface="Cambria Math"/>
                              </a:rPr>
                              <m:t>𝑟</m:t>
                            </m:r>
                          </m:sub>
                        </m:sSub>
                        <m:r>
                          <a:rPr lang="en-US" b="0" i="1" smtClean="0">
                            <a:latin typeface="Cambria Math"/>
                            <a:ea typeface="Cambria Math"/>
                          </a:rPr>
                          <m:t>∈</m:t>
                        </m:r>
                        <m:d>
                          <m:dPr>
                            <m:begChr m:val="{"/>
                            <m:endChr m:val="}"/>
                            <m:ctrlPr>
                              <a:rPr lang="en-US" b="0" i="1" smtClean="0">
                                <a:latin typeface="Cambria Math" panose="02040503050406030204" pitchFamily="18" charset="0"/>
                              </a:rPr>
                            </m:ctrlPr>
                          </m:dPr>
                          <m:e>
                            <m:r>
                              <a:rPr lang="en-US" b="0" i="1" smtClean="0">
                                <a:latin typeface="Cambria Math"/>
                              </a:rPr>
                              <m:t>0, 1</m:t>
                            </m:r>
                          </m:e>
                        </m:d>
                        <m:r>
                          <a:rPr lang="en-US" b="0" i="1" smtClean="0">
                            <a:latin typeface="Cambria Math"/>
                          </a:rPr>
                          <m:t>, </m:t>
                        </m:r>
                        <m:r>
                          <a:rPr lang="en-US" b="0" i="1" smtClean="0">
                            <a:latin typeface="Cambria Math"/>
                            <a:ea typeface="Cambria Math"/>
                          </a:rPr>
                          <m:t>∀ </m:t>
                        </m:r>
                        <m:r>
                          <a:rPr lang="en-US" b="0" i="1" smtClean="0">
                            <a:latin typeface="Cambria Math"/>
                            <a:ea typeface="Cambria Math"/>
                          </a:rPr>
                          <m:t>𝑟</m:t>
                        </m:r>
                        <m:r>
                          <a:rPr lang="en-US" b="0" i="1" smtClean="0">
                            <a:latin typeface="Cambria Math"/>
                            <a:ea typeface="Cambria Math"/>
                          </a:rPr>
                          <m:t> ∈</m:t>
                        </m:r>
                        <m:r>
                          <a:rPr lang="en-US" b="0" i="1" smtClean="0">
                            <a:latin typeface="Cambria Math"/>
                            <a:ea typeface="Cambria Math"/>
                          </a:rPr>
                          <m:t>𝑅</m:t>
                        </m:r>
                        <m:r>
                          <a:rPr lang="en-US" b="0" i="1" smtClean="0">
                            <a:latin typeface="Cambria Math"/>
                            <a:ea typeface="Cambria Math"/>
                          </a:rPr>
                          <m:t>, </m:t>
                        </m:r>
                        <m:r>
                          <a:rPr lang="en-US" b="0" i="1" smtClean="0">
                            <a:latin typeface="Cambria Math"/>
                            <a:ea typeface="Cambria Math"/>
                          </a:rPr>
                          <m:t>𝑠</m:t>
                        </m:r>
                        <m:r>
                          <a:rPr lang="en-US" i="1">
                            <a:latin typeface="Cambria Math"/>
                            <a:ea typeface="Cambria Math"/>
                          </a:rPr>
                          <m:t> ∈</m:t>
                        </m:r>
                        <m:r>
                          <a:rPr lang="en-US" b="0" i="1" smtClean="0">
                            <a:latin typeface="Cambria Math"/>
                            <a:ea typeface="Cambria Math"/>
                          </a:rPr>
                          <m:t>𝑆</m:t>
                        </m:r>
                      </m:oMath>
                    </m:oMathPara>
                  </a14:m>
                  <a:endParaRPr lang="de-DE" dirty="0">
                    <a:cs typeface="Times New Roman" panose="02020603050405020304" pitchFamily="18" charset="0"/>
                  </a:endParaRPr>
                </a:p>
              </p:txBody>
            </p:sp>
          </mc:Choice>
          <mc:Fallback xmlns="">
            <p:sp>
              <p:nvSpPr>
                <p:cNvPr id="10" name="Textfeld 9"/>
                <p:cNvSpPr txBox="1">
                  <a:spLocks noRot="1" noChangeAspect="1" noMove="1" noResize="1" noEditPoints="1" noAdjustHandles="1" noChangeArrowheads="1" noChangeShapeType="1" noTextEdit="1"/>
                </p:cNvSpPr>
                <p:nvPr/>
              </p:nvSpPr>
              <p:spPr>
                <a:xfrm>
                  <a:off x="2280659" y="4271621"/>
                  <a:ext cx="3674538" cy="381515"/>
                </a:xfrm>
                <a:prstGeom prst="rect">
                  <a:avLst/>
                </a:prstGeom>
                <a:blipFill rotWithShape="1">
                  <a:blip r:embed="rId6"/>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0" name="Rechteck 9">
                  <a:extLst>
                    <a:ext uri="{FF2B5EF4-FFF2-40B4-BE49-F238E27FC236}">
                      <a16:creationId xmlns:a16="http://schemas.microsoft.com/office/drawing/2014/main" id="{CBFE84C9-3D5D-375F-4BE1-D98AB34FD508}"/>
                    </a:ext>
                  </a:extLst>
                </p:cNvPr>
                <p:cNvSpPr/>
                <p:nvPr/>
              </p:nvSpPr>
              <p:spPr>
                <a:xfrm>
                  <a:off x="2795052" y="4702266"/>
                  <a:ext cx="2157129" cy="3983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ea typeface="Cambria Math"/>
                              </a:rPr>
                            </m:ctrlPr>
                          </m:sSubPr>
                          <m:e>
                            <m:r>
                              <a:rPr lang="en-US" b="0" i="1" smtClean="0">
                                <a:latin typeface="Cambria Math"/>
                                <a:ea typeface="Cambria Math"/>
                              </a:rPr>
                              <m:t>𝑦</m:t>
                            </m:r>
                          </m:e>
                          <m:sub>
                            <m:r>
                              <a:rPr lang="en-US" b="0" i="1" smtClean="0">
                                <a:latin typeface="Cambria Math"/>
                                <a:ea typeface="Cambria Math"/>
                              </a:rPr>
                              <m:t>𝑜</m:t>
                            </m:r>
                          </m:sub>
                        </m:sSub>
                        <m:r>
                          <a:rPr lang="en-US" i="1">
                            <a:latin typeface="Cambria Math"/>
                            <a:ea typeface="Cambria Math"/>
                          </a:rPr>
                          <m:t>∈</m:t>
                        </m:r>
                        <m:d>
                          <m:dPr>
                            <m:begChr m:val="{"/>
                            <m:endChr m:val="}"/>
                            <m:ctrlPr>
                              <a:rPr lang="en-US" i="1">
                                <a:latin typeface="Cambria Math" panose="02040503050406030204" pitchFamily="18" charset="0"/>
                              </a:rPr>
                            </m:ctrlPr>
                          </m:dPr>
                          <m:e>
                            <m:r>
                              <a:rPr lang="en-US" i="1">
                                <a:latin typeface="Cambria Math"/>
                              </a:rPr>
                              <m:t>0, 1</m:t>
                            </m:r>
                          </m:e>
                        </m:d>
                        <m:r>
                          <a:rPr lang="en-US" i="1">
                            <a:latin typeface="Cambria Math"/>
                          </a:rPr>
                          <m:t>, </m:t>
                        </m:r>
                        <m:r>
                          <a:rPr lang="en-US" i="1">
                            <a:latin typeface="Cambria Math"/>
                            <a:ea typeface="Cambria Math"/>
                          </a:rPr>
                          <m:t>∀ </m:t>
                        </m:r>
                        <m:r>
                          <a:rPr lang="en-US" b="0" i="1" smtClean="0">
                            <a:latin typeface="Cambria Math"/>
                            <a:ea typeface="Cambria Math"/>
                          </a:rPr>
                          <m:t>𝑜</m:t>
                        </m:r>
                        <m:r>
                          <a:rPr lang="en-US" i="1">
                            <a:latin typeface="Cambria Math"/>
                            <a:ea typeface="Cambria Math"/>
                          </a:rPr>
                          <m:t> ∈</m:t>
                        </m:r>
                        <m:r>
                          <a:rPr lang="en-US" b="0" i="1" smtClean="0">
                            <a:latin typeface="Cambria Math"/>
                            <a:ea typeface="Cambria Math"/>
                          </a:rPr>
                          <m:t>𝑂</m:t>
                        </m:r>
                      </m:oMath>
                    </m:oMathPara>
                  </a14:m>
                  <a:endParaRPr lang="de-DE" dirty="0">
                    <a:cs typeface="Times New Roman" panose="02020603050405020304" pitchFamily="18" charset="0"/>
                  </a:endParaRPr>
                </a:p>
              </p:txBody>
            </p:sp>
          </mc:Choice>
          <mc:Fallback xmlns="">
            <p:sp>
              <p:nvSpPr>
                <p:cNvPr id="11" name="Rechteck 10"/>
                <p:cNvSpPr>
                  <a:spLocks noRot="1" noChangeAspect="1" noMove="1" noResize="1" noEditPoints="1" noAdjustHandles="1" noChangeArrowheads="1" noChangeShapeType="1" noTextEdit="1"/>
                </p:cNvSpPr>
                <p:nvPr/>
              </p:nvSpPr>
              <p:spPr>
                <a:xfrm>
                  <a:off x="2795052" y="4702266"/>
                  <a:ext cx="2157129" cy="398314"/>
                </a:xfrm>
                <a:prstGeom prst="rect">
                  <a:avLst/>
                </a:prstGeom>
                <a:blipFill rotWithShape="1">
                  <a:blip r:embed="rId7"/>
                  <a:stretch>
                    <a:fillRect/>
                  </a:stretch>
                </a:blipFill>
              </p:spPr>
              <p:txBody>
                <a:bodyPr/>
                <a:lstStyle/>
                <a:p>
                  <a:r>
                    <a:rPr lang="de-DE">
                      <a:noFill/>
                    </a:rPr>
                    <a:t> </a:t>
                  </a:r>
                </a:p>
              </p:txBody>
            </p:sp>
          </mc:Fallback>
        </mc:AlternateContent>
      </p:grpSp>
      <p:sp>
        <p:nvSpPr>
          <p:cNvPr id="11" name="Textfeld 10">
            <a:extLst>
              <a:ext uri="{FF2B5EF4-FFF2-40B4-BE49-F238E27FC236}">
                <a16:creationId xmlns:a16="http://schemas.microsoft.com/office/drawing/2014/main" id="{D15C66AC-D551-169E-0112-9007AA2FCF2F}"/>
              </a:ext>
            </a:extLst>
          </p:cNvPr>
          <p:cNvSpPr txBox="1"/>
          <p:nvPr/>
        </p:nvSpPr>
        <p:spPr>
          <a:xfrm>
            <a:off x="5843531" y="4786903"/>
            <a:ext cx="3685624" cy="369332"/>
          </a:xfrm>
          <a:prstGeom prst="rect">
            <a:avLst/>
          </a:prstGeom>
          <a:noFill/>
        </p:spPr>
        <p:txBody>
          <a:bodyPr wrap="none" rtlCol="0">
            <a:spAutoFit/>
          </a:bodyPr>
          <a:lstStyle/>
          <a:p>
            <a:r>
              <a:rPr lang="en-US" dirty="0">
                <a:solidFill>
                  <a:srgbClr val="FF0000"/>
                </a:solidFill>
                <a:cs typeface="Times New Roman" panose="02020603050405020304" pitchFamily="18" charset="0"/>
              </a:rPr>
              <a:t>Each order is served at most once</a:t>
            </a:r>
            <a:endParaRPr lang="de-DE" dirty="0">
              <a:solidFill>
                <a:srgbClr val="FF0000"/>
              </a:solidFill>
              <a:cs typeface="Times New Roman" panose="02020603050405020304" pitchFamily="18" charset="0"/>
            </a:endParaRPr>
          </a:p>
        </p:txBody>
      </p:sp>
      <p:sp>
        <p:nvSpPr>
          <p:cNvPr id="14" name="Textfeld 13">
            <a:extLst>
              <a:ext uri="{FF2B5EF4-FFF2-40B4-BE49-F238E27FC236}">
                <a16:creationId xmlns:a16="http://schemas.microsoft.com/office/drawing/2014/main" id="{4E275AF4-F31B-8586-9602-AB72A1B1C018}"/>
              </a:ext>
            </a:extLst>
          </p:cNvPr>
          <p:cNvSpPr txBox="1"/>
          <p:nvPr/>
        </p:nvSpPr>
        <p:spPr>
          <a:xfrm>
            <a:off x="5842265" y="5167815"/>
            <a:ext cx="3852337" cy="369332"/>
          </a:xfrm>
          <a:prstGeom prst="rect">
            <a:avLst/>
          </a:prstGeom>
          <a:noFill/>
        </p:spPr>
        <p:txBody>
          <a:bodyPr wrap="none" rtlCol="0">
            <a:spAutoFit/>
          </a:bodyPr>
          <a:lstStyle/>
          <a:p>
            <a:r>
              <a:rPr lang="en-US" dirty="0">
                <a:solidFill>
                  <a:srgbClr val="FF0000"/>
                </a:solidFill>
                <a:cs typeface="Times New Roman" panose="02020603050405020304" pitchFamily="18" charset="0"/>
              </a:rPr>
              <a:t>Each resource is used at most once</a:t>
            </a:r>
            <a:endParaRPr lang="de-DE" dirty="0">
              <a:solidFill>
                <a:srgbClr val="FF0000"/>
              </a:solidFill>
              <a:cs typeface="Times New Roman" panose="02020603050405020304" pitchFamily="18" charset="0"/>
            </a:endParaRPr>
          </a:p>
        </p:txBody>
      </p:sp>
      <p:sp>
        <p:nvSpPr>
          <p:cNvPr id="15" name="Textfeld 14">
            <a:extLst>
              <a:ext uri="{FF2B5EF4-FFF2-40B4-BE49-F238E27FC236}">
                <a16:creationId xmlns:a16="http://schemas.microsoft.com/office/drawing/2014/main" id="{672F0F99-5D7E-DFEB-AE13-E308FC346CC0}"/>
              </a:ext>
            </a:extLst>
          </p:cNvPr>
          <p:cNvSpPr txBox="1"/>
          <p:nvPr/>
        </p:nvSpPr>
        <p:spPr>
          <a:xfrm>
            <a:off x="3361575" y="3471346"/>
            <a:ext cx="1582484" cy="369332"/>
          </a:xfrm>
          <a:prstGeom prst="rect">
            <a:avLst/>
          </a:prstGeom>
          <a:noFill/>
        </p:spPr>
        <p:txBody>
          <a:bodyPr wrap="none" rtlCol="0">
            <a:spAutoFit/>
          </a:bodyPr>
          <a:lstStyle/>
          <a:p>
            <a:r>
              <a:rPr lang="en-US" dirty="0">
                <a:solidFill>
                  <a:srgbClr val="FF0000"/>
                </a:solidFill>
                <a:cs typeface="Times New Roman" panose="02020603050405020304" pitchFamily="18" charset="0"/>
              </a:rPr>
              <a:t>Routing costs</a:t>
            </a:r>
            <a:endParaRPr lang="de-DE" dirty="0">
              <a:solidFill>
                <a:srgbClr val="FF0000"/>
              </a:solidFill>
              <a:cs typeface="Times New Roman" panose="02020603050405020304" pitchFamily="18" charset="0"/>
            </a:endParaRPr>
          </a:p>
        </p:txBody>
      </p:sp>
      <p:sp>
        <p:nvSpPr>
          <p:cNvPr id="16" name="Textfeld 15">
            <a:extLst>
              <a:ext uri="{FF2B5EF4-FFF2-40B4-BE49-F238E27FC236}">
                <a16:creationId xmlns:a16="http://schemas.microsoft.com/office/drawing/2014/main" id="{F66A8D53-4F0A-A889-5675-07DE1154EB96}"/>
              </a:ext>
            </a:extLst>
          </p:cNvPr>
          <p:cNvSpPr txBox="1"/>
          <p:nvPr/>
        </p:nvSpPr>
        <p:spPr>
          <a:xfrm>
            <a:off x="5201890" y="3471346"/>
            <a:ext cx="2839239" cy="369332"/>
          </a:xfrm>
          <a:prstGeom prst="rect">
            <a:avLst/>
          </a:prstGeom>
          <a:noFill/>
        </p:spPr>
        <p:txBody>
          <a:bodyPr wrap="none" rtlCol="0">
            <a:spAutoFit/>
          </a:bodyPr>
          <a:lstStyle/>
          <a:p>
            <a:r>
              <a:rPr lang="en-US" dirty="0">
                <a:solidFill>
                  <a:srgbClr val="FF0000"/>
                </a:solidFill>
                <a:cs typeface="Times New Roman" panose="02020603050405020304" pitchFamily="18" charset="0"/>
              </a:rPr>
              <a:t>Costs for unserved orders</a:t>
            </a:r>
            <a:endParaRPr lang="de-DE" dirty="0">
              <a:solidFill>
                <a:srgbClr val="FF0000"/>
              </a:solidFill>
              <a:cs typeface="Times New Roman" panose="02020603050405020304" pitchFamily="18" charset="0"/>
            </a:endParaRPr>
          </a:p>
        </p:txBody>
      </p:sp>
      <p:sp>
        <p:nvSpPr>
          <p:cNvPr id="17" name="Textfeld 16">
            <a:extLst>
              <a:ext uri="{FF2B5EF4-FFF2-40B4-BE49-F238E27FC236}">
                <a16:creationId xmlns:a16="http://schemas.microsoft.com/office/drawing/2014/main" id="{2AEF994E-60E2-12F3-CEFE-C95104A8F854}"/>
              </a:ext>
            </a:extLst>
          </p:cNvPr>
          <p:cNvSpPr txBox="1"/>
          <p:nvPr/>
        </p:nvSpPr>
        <p:spPr>
          <a:xfrm>
            <a:off x="6284722" y="5833905"/>
            <a:ext cx="1992790" cy="369332"/>
          </a:xfrm>
          <a:prstGeom prst="rect">
            <a:avLst/>
          </a:prstGeom>
          <a:noFill/>
        </p:spPr>
        <p:txBody>
          <a:bodyPr wrap="none" rtlCol="0">
            <a:spAutoFit/>
          </a:bodyPr>
          <a:lstStyle/>
          <a:p>
            <a:r>
              <a:rPr lang="en-US" dirty="0">
                <a:solidFill>
                  <a:srgbClr val="FF0000"/>
                </a:solidFill>
                <a:cs typeface="Times New Roman" panose="02020603050405020304" pitchFamily="18" charset="0"/>
              </a:rPr>
              <a:t>Variables’ domain</a:t>
            </a:r>
            <a:endParaRPr lang="de-DE" dirty="0">
              <a:solidFill>
                <a:srgbClr val="FF0000"/>
              </a:solidFill>
              <a:cs typeface="Times New Roman" panose="02020603050405020304" pitchFamily="18" charset="0"/>
            </a:endParaRPr>
          </a:p>
        </p:txBody>
      </p:sp>
      <mc:AlternateContent xmlns:mc="http://schemas.openxmlformats.org/markup-compatibility/2006">
        <mc:Choice xmlns:a14="http://schemas.microsoft.com/office/drawing/2010/main" Requires="a14">
          <p:graphicFrame>
            <p:nvGraphicFramePr>
              <p:cNvPr id="2" name="Tabelle 2">
                <a:extLst>
                  <a:ext uri="{FF2B5EF4-FFF2-40B4-BE49-F238E27FC236}">
                    <a16:creationId xmlns:a16="http://schemas.microsoft.com/office/drawing/2014/main" id="{03F87EC5-8C96-1D18-1FB3-961DE9D2380C}"/>
                  </a:ext>
                </a:extLst>
              </p:cNvPr>
              <p:cNvGraphicFramePr>
                <a:graphicFrameLocks noGrp="1"/>
              </p:cNvGraphicFramePr>
              <p:nvPr>
                <p:extLst>
                  <p:ext uri="{D42A27DB-BD31-4B8C-83A1-F6EECF244321}">
                    <p14:modId xmlns:p14="http://schemas.microsoft.com/office/powerpoint/2010/main" val="2332556682"/>
                  </p:ext>
                </p:extLst>
              </p:nvPr>
            </p:nvGraphicFramePr>
            <p:xfrm>
              <a:off x="547688" y="1584882"/>
              <a:ext cx="10425112" cy="741680"/>
            </p:xfrm>
            <a:graphic>
              <a:graphicData uri="http://schemas.openxmlformats.org/drawingml/2006/table">
                <a:tbl>
                  <a:tblPr firstRow="1" bandRow="1">
                    <a:tableStyleId>{2D5ABB26-0587-4C30-8999-92F81FD0307C}</a:tableStyleId>
                  </a:tblPr>
                  <a:tblGrid>
                    <a:gridCol w="1414462">
                      <a:extLst>
                        <a:ext uri="{9D8B030D-6E8A-4147-A177-3AD203B41FA5}">
                          <a16:colId xmlns:a16="http://schemas.microsoft.com/office/drawing/2014/main" val="3008677837"/>
                        </a:ext>
                      </a:extLst>
                    </a:gridCol>
                    <a:gridCol w="9010650">
                      <a:extLst>
                        <a:ext uri="{9D8B030D-6E8A-4147-A177-3AD203B41FA5}">
                          <a16:colId xmlns:a16="http://schemas.microsoft.com/office/drawing/2014/main" val="3941816759"/>
                        </a:ext>
                      </a:extLst>
                    </a:gridCol>
                  </a:tblGrid>
                  <a:tr h="370840">
                    <a:tc>
                      <a:txBody>
                        <a:bodyPr/>
                        <a:lstStyle/>
                        <a:p>
                          <a:pPr/>
                          <a14:m>
                            <m:oMathPara xmlns:m="http://schemas.openxmlformats.org/officeDocument/2006/math">
                              <m:oMathParaPr>
                                <m:jc m:val="left"/>
                              </m:oMathParaPr>
                              <m:oMath xmlns:m="http://schemas.openxmlformats.org/officeDocument/2006/math">
                                <m:sSub>
                                  <m:sSubPr>
                                    <m:ctrlPr>
                                      <a:rPr lang="de-DE" b="0" i="1" smtClean="0">
                                        <a:latin typeface="Cambria Math" panose="02040503050406030204" pitchFamily="18" charset="0"/>
                                      </a:rPr>
                                    </m:ctrlPr>
                                  </m:sSubPr>
                                  <m:e>
                                    <m:r>
                                      <a:rPr lang="en-US" b="0" i="1" smtClean="0">
                                        <a:latin typeface="Cambria Math"/>
                                      </a:rPr>
                                      <m:t>𝑐</m:t>
                                    </m:r>
                                  </m:e>
                                  <m:sub>
                                    <m:r>
                                      <a:rPr lang="en-US" b="0" i="1" smtClean="0">
                                        <a:latin typeface="Cambria Math"/>
                                      </a:rPr>
                                      <m:t>𝑟</m:t>
                                    </m:r>
                                    <m:r>
                                      <a:rPr lang="en-US" b="0" i="1" smtClean="0">
                                        <a:latin typeface="Cambria Math"/>
                                      </a:rPr>
                                      <m:t>, </m:t>
                                    </m:r>
                                    <m:r>
                                      <a:rPr lang="en-US" b="0" i="1" smtClean="0">
                                        <a:latin typeface="Cambria Math"/>
                                      </a:rPr>
                                      <m:t>𝑠</m:t>
                                    </m:r>
                                  </m:sub>
                                </m:sSub>
                              </m:oMath>
                            </m:oMathPara>
                          </a14:m>
                          <a:endParaRPr lang="de-DE"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864017" rtl="0" eaLnBrk="1" fontAlgn="auto" latinLnBrk="0" hangingPunct="1">
                            <a:lnSpc>
                              <a:spcPct val="100000"/>
                            </a:lnSpc>
                            <a:spcBef>
                              <a:spcPts val="0"/>
                            </a:spcBef>
                            <a:spcAft>
                              <a:spcPts val="0"/>
                            </a:spcAft>
                            <a:buClrTx/>
                            <a:buSzTx/>
                            <a:buFontTx/>
                            <a:buNone/>
                            <a:tabLst/>
                            <a:defRPr/>
                          </a:pPr>
                          <a:r>
                            <a:rPr lang="de-DE" b="0" dirty="0" err="1">
                              <a:cs typeface="Times New Roman" panose="02020603050405020304" pitchFamily="18" charset="0"/>
                            </a:rPr>
                            <a:t>Cost</a:t>
                          </a:r>
                          <a:r>
                            <a:rPr lang="de-DE" b="0" dirty="0">
                              <a:cs typeface="Times New Roman" panose="02020603050405020304" pitchFamily="18" charset="0"/>
                            </a:rPr>
                            <a:t> </a:t>
                          </a:r>
                          <a:r>
                            <a:rPr lang="de-DE" b="0" dirty="0" err="1">
                              <a:cs typeface="Times New Roman" panose="02020603050405020304" pitchFamily="18" charset="0"/>
                            </a:rPr>
                            <a:t>of</a:t>
                          </a:r>
                          <a:r>
                            <a:rPr lang="de-DE" b="0" dirty="0">
                              <a:cs typeface="Times New Roman" panose="02020603050405020304" pitchFamily="18" charset="0"/>
                            </a:rPr>
                            <a:t> route </a:t>
                          </a:r>
                          <a:r>
                            <a:rPr lang="de-DE" b="0" dirty="0" err="1">
                              <a:cs typeface="Times New Roman" panose="02020603050405020304" pitchFamily="18" charset="0"/>
                            </a:rPr>
                            <a:t>performed</a:t>
                          </a:r>
                          <a:r>
                            <a:rPr lang="de-DE" b="0" dirty="0">
                              <a:cs typeface="Times New Roman" panose="02020603050405020304" pitchFamily="18" charset="0"/>
                            </a:rPr>
                            <a:t> </a:t>
                          </a:r>
                          <a:r>
                            <a:rPr lang="de-DE" b="0" dirty="0" err="1">
                              <a:cs typeface="Times New Roman" panose="02020603050405020304" pitchFamily="18" charset="0"/>
                            </a:rPr>
                            <a:t>by</a:t>
                          </a:r>
                          <a:r>
                            <a:rPr lang="de-DE" b="0" dirty="0">
                              <a:cs typeface="Times New Roman" panose="02020603050405020304" pitchFamily="18" charset="0"/>
                            </a:rPr>
                            <a:t> </a:t>
                          </a:r>
                          <a:r>
                            <a:rPr lang="de-DE" b="0" dirty="0" err="1">
                              <a:cs typeface="Times New Roman" panose="02020603050405020304" pitchFamily="18" charset="0"/>
                            </a:rPr>
                            <a:t>Resource</a:t>
                          </a:r>
                          <a:r>
                            <a:rPr lang="de-DE" b="0" dirty="0">
                              <a:cs typeface="Times New Roman" panose="02020603050405020304" pitchFamily="18" charset="0"/>
                            </a:rPr>
                            <a:t> </a:t>
                          </a:r>
                          <a:r>
                            <a:rPr lang="de-DE" b="0" dirty="0">
                              <a:solidFill>
                                <a:srgbClr val="FF0000"/>
                              </a:solidFill>
                              <a:cs typeface="Times New Roman" panose="02020603050405020304" pitchFamily="18" charset="0"/>
                            </a:rPr>
                            <a:t>r</a:t>
                          </a:r>
                          <a:r>
                            <a:rPr lang="de-DE" b="0" dirty="0">
                              <a:cs typeface="Times New Roman" panose="02020603050405020304" pitchFamily="18" charset="0"/>
                            </a:rPr>
                            <a:t>, in </a:t>
                          </a:r>
                          <a:r>
                            <a:rPr lang="de-DE" b="0" dirty="0" err="1">
                              <a:cs typeface="Times New Roman" panose="02020603050405020304" pitchFamily="18" charset="0"/>
                            </a:rPr>
                            <a:t>solution</a:t>
                          </a:r>
                          <a:r>
                            <a:rPr lang="de-DE" b="0" dirty="0">
                              <a:cs typeface="Times New Roman" panose="02020603050405020304" pitchFamily="18" charset="0"/>
                            </a:rPr>
                            <a:t> </a:t>
                          </a:r>
                          <a:r>
                            <a:rPr lang="de-DE" b="0" dirty="0">
                              <a:solidFill>
                                <a:srgbClr val="FF0000"/>
                              </a:solidFill>
                              <a:cs typeface="Times New Roman" panose="02020603050405020304" pitchFamily="18" charset="0"/>
                            </a:rPr>
                            <a:t>s</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839648238"/>
                      </a:ext>
                    </a:extLst>
                  </a:tr>
                  <a:tr h="370840">
                    <a:tc>
                      <a:txBody>
                        <a:bodyPr/>
                        <a:lstStyle/>
                        <a:p>
                          <a:pPr/>
                          <a14:m>
                            <m:oMathPara xmlns:m="http://schemas.openxmlformats.org/officeDocument/2006/math">
                              <m:oMathParaPr>
                                <m:jc m:val="left"/>
                              </m:oMathParaPr>
                              <m:oMath xmlns:m="http://schemas.openxmlformats.org/officeDocument/2006/math">
                                <m:sSub>
                                  <m:sSubPr>
                                    <m:ctrlPr>
                                      <a:rPr lang="de-DE" b="0" i="1" smtClean="0">
                                        <a:latin typeface="Cambria Math" panose="02040503050406030204" pitchFamily="18" charset="0"/>
                                      </a:rPr>
                                    </m:ctrlPr>
                                  </m:sSubPr>
                                  <m:e>
                                    <m:r>
                                      <a:rPr lang="en-US" b="0" i="1" smtClean="0">
                                        <a:latin typeface="Cambria Math"/>
                                      </a:rPr>
                                      <m:t>𝑎</m:t>
                                    </m:r>
                                  </m:e>
                                  <m:sub>
                                    <m:r>
                                      <a:rPr lang="en-US" b="0" i="1" smtClean="0">
                                        <a:latin typeface="Cambria Math"/>
                                      </a:rPr>
                                      <m:t>𝑠</m:t>
                                    </m:r>
                                    <m:r>
                                      <a:rPr lang="en-US" b="0" i="1" smtClean="0">
                                        <a:latin typeface="Cambria Math"/>
                                      </a:rPr>
                                      <m:t>,</m:t>
                                    </m:r>
                                    <m:r>
                                      <a:rPr lang="en-US" b="0" i="1" smtClean="0">
                                        <a:latin typeface="Cambria Math"/>
                                      </a:rPr>
                                      <m:t>𝑟</m:t>
                                    </m:r>
                                    <m:r>
                                      <a:rPr lang="en-US" b="0" i="1" smtClean="0">
                                        <a:latin typeface="Cambria Math"/>
                                      </a:rPr>
                                      <m:t>,</m:t>
                                    </m:r>
                                    <m:r>
                                      <a:rPr lang="en-US" b="0" i="1" smtClean="0">
                                        <a:latin typeface="Cambria Math"/>
                                      </a:rPr>
                                      <m:t>𝑜</m:t>
                                    </m:r>
                                  </m:sub>
                                </m:sSub>
                              </m:oMath>
                            </m:oMathPara>
                          </a14:m>
                          <a:endParaRPr lang="de-DE" dirty="0"/>
                        </a:p>
                      </a:txBody>
                      <a:tcP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r>
                            <a:rPr lang="de-DE" b="0" dirty="0">
                              <a:cs typeface="Times New Roman" panose="02020603050405020304" pitchFamily="18" charset="0"/>
                            </a:rPr>
                            <a:t>Binary </a:t>
                          </a:r>
                          <a:r>
                            <a:rPr lang="de-DE" b="0" dirty="0" err="1">
                              <a:cs typeface="Times New Roman" panose="02020603050405020304" pitchFamily="18" charset="0"/>
                            </a:rPr>
                            <a:t>parameter</a:t>
                          </a:r>
                          <a:r>
                            <a:rPr lang="de-DE" b="0" dirty="0">
                              <a:cs typeface="Times New Roman" panose="02020603050405020304" pitchFamily="18" charset="0"/>
                            </a:rPr>
                            <a:t>, 1 </a:t>
                          </a:r>
                          <a:r>
                            <a:rPr lang="de-DE" b="0" dirty="0" err="1">
                              <a:cs typeface="Times New Roman" panose="02020603050405020304" pitchFamily="18" charset="0"/>
                            </a:rPr>
                            <a:t>if</a:t>
                          </a:r>
                          <a:r>
                            <a:rPr lang="de-DE" b="0" dirty="0">
                              <a:cs typeface="Times New Roman" panose="02020603050405020304" pitchFamily="18" charset="0"/>
                            </a:rPr>
                            <a:t> Order </a:t>
                          </a:r>
                          <a:r>
                            <a:rPr lang="de-DE" b="0" dirty="0">
                              <a:solidFill>
                                <a:srgbClr val="FF0000"/>
                              </a:solidFill>
                              <a:cs typeface="Times New Roman" panose="02020603050405020304" pitchFamily="18" charset="0"/>
                            </a:rPr>
                            <a:t>o</a:t>
                          </a:r>
                          <a:r>
                            <a:rPr lang="de-DE" b="0" dirty="0">
                              <a:cs typeface="Times New Roman" panose="02020603050405020304" pitchFamily="18" charset="0"/>
                            </a:rPr>
                            <a:t> </a:t>
                          </a:r>
                          <a:r>
                            <a:rPr lang="de-DE" b="0" dirty="0" err="1">
                              <a:cs typeface="Times New Roman" panose="02020603050405020304" pitchFamily="18" charset="0"/>
                            </a:rPr>
                            <a:t>is</a:t>
                          </a:r>
                          <a:r>
                            <a:rPr lang="de-DE" b="0" dirty="0">
                              <a:cs typeface="Times New Roman" panose="02020603050405020304" pitchFamily="18" charset="0"/>
                            </a:rPr>
                            <a:t> </a:t>
                          </a:r>
                          <a:r>
                            <a:rPr lang="de-DE" b="0" dirty="0" err="1">
                              <a:cs typeface="Times New Roman" panose="02020603050405020304" pitchFamily="18" charset="0"/>
                            </a:rPr>
                            <a:t>served</a:t>
                          </a:r>
                          <a:r>
                            <a:rPr lang="de-DE" b="0" dirty="0">
                              <a:cs typeface="Times New Roman" panose="02020603050405020304" pitchFamily="18" charset="0"/>
                            </a:rPr>
                            <a:t> in Route </a:t>
                          </a:r>
                          <a:r>
                            <a:rPr lang="de-DE" b="0" dirty="0">
                              <a:solidFill>
                                <a:srgbClr val="FF0000"/>
                              </a:solidFill>
                              <a:cs typeface="Times New Roman" panose="02020603050405020304" pitchFamily="18" charset="0"/>
                            </a:rPr>
                            <a:t>r</a:t>
                          </a:r>
                          <a:r>
                            <a:rPr lang="de-DE" b="0" dirty="0">
                              <a:cs typeface="Times New Roman" panose="02020603050405020304" pitchFamily="18" charset="0"/>
                            </a:rPr>
                            <a:t> in Solution </a:t>
                          </a:r>
                          <a:r>
                            <a:rPr lang="de-DE" b="0" dirty="0">
                              <a:solidFill>
                                <a:srgbClr val="FF0000"/>
                              </a:solidFill>
                              <a:cs typeface="Times New Roman" panose="02020603050405020304" pitchFamily="18" charset="0"/>
                            </a:rPr>
                            <a:t>s</a:t>
                          </a:r>
                          <a:r>
                            <a:rPr lang="de-DE" b="0" dirty="0">
                              <a:cs typeface="Times New Roman" panose="02020603050405020304" pitchFamily="18" charset="0"/>
                            </a:rPr>
                            <a:t>, 0 </a:t>
                          </a:r>
                          <a:r>
                            <a:rPr lang="de-DE" b="0" dirty="0" err="1">
                              <a:cs typeface="Times New Roman" panose="02020603050405020304" pitchFamily="18" charset="0"/>
                            </a:rPr>
                            <a:t>otherwise</a:t>
                          </a:r>
                          <a:endParaRPr lang="de-DE" dirty="0"/>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30644809"/>
                      </a:ext>
                    </a:extLst>
                  </a:tr>
                </a:tbl>
              </a:graphicData>
            </a:graphic>
          </p:graphicFrame>
        </mc:Choice>
        <mc:Fallback>
          <p:graphicFrame>
            <p:nvGraphicFramePr>
              <p:cNvPr id="2" name="Tabelle 2">
                <a:extLst>
                  <a:ext uri="{FF2B5EF4-FFF2-40B4-BE49-F238E27FC236}">
                    <a16:creationId xmlns:a16="http://schemas.microsoft.com/office/drawing/2014/main" id="{03F87EC5-8C96-1D18-1FB3-961DE9D2380C}"/>
                  </a:ext>
                </a:extLst>
              </p:cNvPr>
              <p:cNvGraphicFramePr>
                <a:graphicFrameLocks noGrp="1"/>
              </p:cNvGraphicFramePr>
              <p:nvPr>
                <p:extLst>
                  <p:ext uri="{D42A27DB-BD31-4B8C-83A1-F6EECF244321}">
                    <p14:modId xmlns:p14="http://schemas.microsoft.com/office/powerpoint/2010/main" val="2332556682"/>
                  </p:ext>
                </p:extLst>
              </p:nvPr>
            </p:nvGraphicFramePr>
            <p:xfrm>
              <a:off x="547688" y="1584882"/>
              <a:ext cx="10425112" cy="741680"/>
            </p:xfrm>
            <a:graphic>
              <a:graphicData uri="http://schemas.openxmlformats.org/drawingml/2006/table">
                <a:tbl>
                  <a:tblPr firstRow="1" bandRow="1">
                    <a:tableStyleId>{2D5ABB26-0587-4C30-8999-92F81FD0307C}</a:tableStyleId>
                  </a:tblPr>
                  <a:tblGrid>
                    <a:gridCol w="1414462">
                      <a:extLst>
                        <a:ext uri="{9D8B030D-6E8A-4147-A177-3AD203B41FA5}">
                          <a16:colId xmlns:a16="http://schemas.microsoft.com/office/drawing/2014/main" val="3008677837"/>
                        </a:ext>
                      </a:extLst>
                    </a:gridCol>
                    <a:gridCol w="9010650">
                      <a:extLst>
                        <a:ext uri="{9D8B030D-6E8A-4147-A177-3AD203B41FA5}">
                          <a16:colId xmlns:a16="http://schemas.microsoft.com/office/drawing/2014/main" val="3941816759"/>
                        </a:ext>
                      </a:extLst>
                    </a:gridCol>
                  </a:tblGrid>
                  <a:tr h="370840">
                    <a:tc>
                      <a:txBody>
                        <a:bodyPr/>
                        <a:lstStyle/>
                        <a:p>
                          <a:endParaRPr lang="de-DE"/>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8"/>
                          <a:stretch>
                            <a:fillRect t="-4839" r="-637500" b="-114516"/>
                          </a:stretch>
                        </a:blipFill>
                      </a:tcPr>
                    </a:tc>
                    <a:tc>
                      <a:txBody>
                        <a:bodyPr/>
                        <a:lstStyle/>
                        <a:p>
                          <a:pPr marL="0" marR="0" lvl="0" indent="0" algn="l" defTabSz="864017" rtl="0" eaLnBrk="1" fontAlgn="auto" latinLnBrk="0" hangingPunct="1">
                            <a:lnSpc>
                              <a:spcPct val="100000"/>
                            </a:lnSpc>
                            <a:spcBef>
                              <a:spcPts val="0"/>
                            </a:spcBef>
                            <a:spcAft>
                              <a:spcPts val="0"/>
                            </a:spcAft>
                            <a:buClrTx/>
                            <a:buSzTx/>
                            <a:buFontTx/>
                            <a:buNone/>
                            <a:tabLst/>
                            <a:defRPr/>
                          </a:pPr>
                          <a:r>
                            <a:rPr lang="de-DE" b="0" dirty="0" err="1">
                              <a:cs typeface="Times New Roman" panose="02020603050405020304" pitchFamily="18" charset="0"/>
                            </a:rPr>
                            <a:t>Cost</a:t>
                          </a:r>
                          <a:r>
                            <a:rPr lang="de-DE" b="0" dirty="0">
                              <a:cs typeface="Times New Roman" panose="02020603050405020304" pitchFamily="18" charset="0"/>
                            </a:rPr>
                            <a:t> </a:t>
                          </a:r>
                          <a:r>
                            <a:rPr lang="de-DE" b="0" dirty="0" err="1">
                              <a:cs typeface="Times New Roman" panose="02020603050405020304" pitchFamily="18" charset="0"/>
                            </a:rPr>
                            <a:t>of</a:t>
                          </a:r>
                          <a:r>
                            <a:rPr lang="de-DE" b="0" dirty="0">
                              <a:cs typeface="Times New Roman" panose="02020603050405020304" pitchFamily="18" charset="0"/>
                            </a:rPr>
                            <a:t> route </a:t>
                          </a:r>
                          <a:r>
                            <a:rPr lang="de-DE" b="0" dirty="0" err="1">
                              <a:cs typeface="Times New Roman" panose="02020603050405020304" pitchFamily="18" charset="0"/>
                            </a:rPr>
                            <a:t>performed</a:t>
                          </a:r>
                          <a:r>
                            <a:rPr lang="de-DE" b="0" dirty="0">
                              <a:cs typeface="Times New Roman" panose="02020603050405020304" pitchFamily="18" charset="0"/>
                            </a:rPr>
                            <a:t> </a:t>
                          </a:r>
                          <a:r>
                            <a:rPr lang="de-DE" b="0" dirty="0" err="1">
                              <a:cs typeface="Times New Roman" panose="02020603050405020304" pitchFamily="18" charset="0"/>
                            </a:rPr>
                            <a:t>by</a:t>
                          </a:r>
                          <a:r>
                            <a:rPr lang="de-DE" b="0" dirty="0">
                              <a:cs typeface="Times New Roman" panose="02020603050405020304" pitchFamily="18" charset="0"/>
                            </a:rPr>
                            <a:t> </a:t>
                          </a:r>
                          <a:r>
                            <a:rPr lang="de-DE" b="0" dirty="0" err="1">
                              <a:cs typeface="Times New Roman" panose="02020603050405020304" pitchFamily="18" charset="0"/>
                            </a:rPr>
                            <a:t>Resource</a:t>
                          </a:r>
                          <a:r>
                            <a:rPr lang="de-DE" b="0" dirty="0">
                              <a:cs typeface="Times New Roman" panose="02020603050405020304" pitchFamily="18" charset="0"/>
                            </a:rPr>
                            <a:t> </a:t>
                          </a:r>
                          <a:r>
                            <a:rPr lang="de-DE" b="0" dirty="0">
                              <a:solidFill>
                                <a:srgbClr val="FF0000"/>
                              </a:solidFill>
                              <a:cs typeface="Times New Roman" panose="02020603050405020304" pitchFamily="18" charset="0"/>
                            </a:rPr>
                            <a:t>r</a:t>
                          </a:r>
                          <a:r>
                            <a:rPr lang="de-DE" b="0" dirty="0">
                              <a:cs typeface="Times New Roman" panose="02020603050405020304" pitchFamily="18" charset="0"/>
                            </a:rPr>
                            <a:t>, in </a:t>
                          </a:r>
                          <a:r>
                            <a:rPr lang="de-DE" b="0" dirty="0" err="1">
                              <a:cs typeface="Times New Roman" panose="02020603050405020304" pitchFamily="18" charset="0"/>
                            </a:rPr>
                            <a:t>solution</a:t>
                          </a:r>
                          <a:r>
                            <a:rPr lang="de-DE" b="0" dirty="0">
                              <a:cs typeface="Times New Roman" panose="02020603050405020304" pitchFamily="18" charset="0"/>
                            </a:rPr>
                            <a:t> </a:t>
                          </a:r>
                          <a:r>
                            <a:rPr lang="de-DE" b="0" dirty="0">
                              <a:solidFill>
                                <a:srgbClr val="FF0000"/>
                              </a:solidFill>
                              <a:cs typeface="Times New Roman" panose="02020603050405020304" pitchFamily="18" charset="0"/>
                            </a:rPr>
                            <a:t>s</a:t>
                          </a: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839648238"/>
                      </a:ext>
                    </a:extLst>
                  </a:tr>
                  <a:tr h="370840">
                    <a:tc>
                      <a:txBody>
                        <a:bodyPr/>
                        <a:lstStyle/>
                        <a:p>
                          <a:endParaRPr lang="de-DE"/>
                        </a:p>
                      </a:txBody>
                      <a:tcP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blipFill>
                          <a:blip r:embed="rId8"/>
                          <a:stretch>
                            <a:fillRect t="-106557" r="-637500" b="-16393"/>
                          </a:stretch>
                        </a:blipFill>
                      </a:tcPr>
                    </a:tc>
                    <a:tc>
                      <a:txBody>
                        <a:bodyPr/>
                        <a:lstStyle/>
                        <a:p>
                          <a:r>
                            <a:rPr lang="de-DE" b="0" dirty="0">
                              <a:cs typeface="Times New Roman" panose="02020603050405020304" pitchFamily="18" charset="0"/>
                            </a:rPr>
                            <a:t>Binary </a:t>
                          </a:r>
                          <a:r>
                            <a:rPr lang="de-DE" b="0" dirty="0" err="1">
                              <a:cs typeface="Times New Roman" panose="02020603050405020304" pitchFamily="18" charset="0"/>
                            </a:rPr>
                            <a:t>parameter</a:t>
                          </a:r>
                          <a:r>
                            <a:rPr lang="de-DE" b="0" dirty="0">
                              <a:cs typeface="Times New Roman" panose="02020603050405020304" pitchFamily="18" charset="0"/>
                            </a:rPr>
                            <a:t>, 1 </a:t>
                          </a:r>
                          <a:r>
                            <a:rPr lang="de-DE" b="0" dirty="0" err="1">
                              <a:cs typeface="Times New Roman" panose="02020603050405020304" pitchFamily="18" charset="0"/>
                            </a:rPr>
                            <a:t>if</a:t>
                          </a:r>
                          <a:r>
                            <a:rPr lang="de-DE" b="0" dirty="0">
                              <a:cs typeface="Times New Roman" panose="02020603050405020304" pitchFamily="18" charset="0"/>
                            </a:rPr>
                            <a:t> Order </a:t>
                          </a:r>
                          <a:r>
                            <a:rPr lang="de-DE" b="0" dirty="0">
                              <a:solidFill>
                                <a:srgbClr val="FF0000"/>
                              </a:solidFill>
                              <a:cs typeface="Times New Roman" panose="02020603050405020304" pitchFamily="18" charset="0"/>
                            </a:rPr>
                            <a:t>o</a:t>
                          </a:r>
                          <a:r>
                            <a:rPr lang="de-DE" b="0" dirty="0">
                              <a:cs typeface="Times New Roman" panose="02020603050405020304" pitchFamily="18" charset="0"/>
                            </a:rPr>
                            <a:t> </a:t>
                          </a:r>
                          <a:r>
                            <a:rPr lang="de-DE" b="0" dirty="0" err="1">
                              <a:cs typeface="Times New Roman" panose="02020603050405020304" pitchFamily="18" charset="0"/>
                            </a:rPr>
                            <a:t>is</a:t>
                          </a:r>
                          <a:r>
                            <a:rPr lang="de-DE" b="0" dirty="0">
                              <a:cs typeface="Times New Roman" panose="02020603050405020304" pitchFamily="18" charset="0"/>
                            </a:rPr>
                            <a:t> </a:t>
                          </a:r>
                          <a:r>
                            <a:rPr lang="de-DE" b="0" dirty="0" err="1">
                              <a:cs typeface="Times New Roman" panose="02020603050405020304" pitchFamily="18" charset="0"/>
                            </a:rPr>
                            <a:t>served</a:t>
                          </a:r>
                          <a:r>
                            <a:rPr lang="de-DE" b="0" dirty="0">
                              <a:cs typeface="Times New Roman" panose="02020603050405020304" pitchFamily="18" charset="0"/>
                            </a:rPr>
                            <a:t> in Route </a:t>
                          </a:r>
                          <a:r>
                            <a:rPr lang="de-DE" b="0" dirty="0">
                              <a:solidFill>
                                <a:srgbClr val="FF0000"/>
                              </a:solidFill>
                              <a:cs typeface="Times New Roman" panose="02020603050405020304" pitchFamily="18" charset="0"/>
                            </a:rPr>
                            <a:t>r</a:t>
                          </a:r>
                          <a:r>
                            <a:rPr lang="de-DE" b="0" dirty="0">
                              <a:cs typeface="Times New Roman" panose="02020603050405020304" pitchFamily="18" charset="0"/>
                            </a:rPr>
                            <a:t> in Solution </a:t>
                          </a:r>
                          <a:r>
                            <a:rPr lang="de-DE" b="0" dirty="0">
                              <a:solidFill>
                                <a:srgbClr val="FF0000"/>
                              </a:solidFill>
                              <a:cs typeface="Times New Roman" panose="02020603050405020304" pitchFamily="18" charset="0"/>
                            </a:rPr>
                            <a:t>s</a:t>
                          </a:r>
                          <a:r>
                            <a:rPr lang="de-DE" b="0" dirty="0">
                              <a:cs typeface="Times New Roman" panose="02020603050405020304" pitchFamily="18" charset="0"/>
                            </a:rPr>
                            <a:t>, 0 </a:t>
                          </a:r>
                          <a:r>
                            <a:rPr lang="de-DE" b="0" dirty="0" err="1">
                              <a:cs typeface="Times New Roman" panose="02020603050405020304" pitchFamily="18" charset="0"/>
                            </a:rPr>
                            <a:t>otherwise</a:t>
                          </a:r>
                          <a:endParaRPr lang="de-DE" dirty="0"/>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30644809"/>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8" name="Tabelle 2">
                <a:extLst>
                  <a:ext uri="{FF2B5EF4-FFF2-40B4-BE49-F238E27FC236}">
                    <a16:creationId xmlns:a16="http://schemas.microsoft.com/office/drawing/2014/main" id="{1724EEA9-EF51-14C3-4E2A-F4E7D0771D1C}"/>
                  </a:ext>
                </a:extLst>
              </p:cNvPr>
              <p:cNvGraphicFramePr>
                <a:graphicFrameLocks noGrp="1"/>
              </p:cNvGraphicFramePr>
              <p:nvPr>
                <p:extLst>
                  <p:ext uri="{D42A27DB-BD31-4B8C-83A1-F6EECF244321}">
                    <p14:modId xmlns:p14="http://schemas.microsoft.com/office/powerpoint/2010/main" val="485098178"/>
                  </p:ext>
                </p:extLst>
              </p:nvPr>
            </p:nvGraphicFramePr>
            <p:xfrm>
              <a:off x="555626" y="2743766"/>
              <a:ext cx="10425112" cy="741680"/>
            </p:xfrm>
            <a:graphic>
              <a:graphicData uri="http://schemas.openxmlformats.org/drawingml/2006/table">
                <a:tbl>
                  <a:tblPr firstRow="1" bandRow="1">
                    <a:tableStyleId>{2D5ABB26-0587-4C30-8999-92F81FD0307C}</a:tableStyleId>
                  </a:tblPr>
                  <a:tblGrid>
                    <a:gridCol w="1414462">
                      <a:extLst>
                        <a:ext uri="{9D8B030D-6E8A-4147-A177-3AD203B41FA5}">
                          <a16:colId xmlns:a16="http://schemas.microsoft.com/office/drawing/2014/main" val="3008677837"/>
                        </a:ext>
                      </a:extLst>
                    </a:gridCol>
                    <a:gridCol w="9010650">
                      <a:extLst>
                        <a:ext uri="{9D8B030D-6E8A-4147-A177-3AD203B41FA5}">
                          <a16:colId xmlns:a16="http://schemas.microsoft.com/office/drawing/2014/main" val="3941816759"/>
                        </a:ext>
                      </a:extLst>
                    </a:gridCol>
                  </a:tblGrid>
                  <a:tr h="370840">
                    <a:tc>
                      <a:txBody>
                        <a:bodyPr/>
                        <a:lstStyle/>
                        <a:p>
                          <a:pPr/>
                          <a14:m>
                            <m:oMathPara xmlns:m="http://schemas.openxmlformats.org/officeDocument/2006/math">
                              <m:oMathParaPr>
                                <m:jc m:val="left"/>
                              </m:oMathParaPr>
                              <m:oMath xmlns:m="http://schemas.openxmlformats.org/officeDocument/2006/math">
                                <m:sSub>
                                  <m:sSubPr>
                                    <m:ctrlPr>
                                      <a:rPr lang="de-DE" b="0" i="1" smtClean="0">
                                        <a:latin typeface="Cambria Math" panose="02040503050406030204" pitchFamily="18" charset="0"/>
                                      </a:rPr>
                                    </m:ctrlPr>
                                  </m:sSubPr>
                                  <m:e>
                                    <m:r>
                                      <a:rPr lang="en-US" b="0" i="1" smtClean="0">
                                        <a:latin typeface="Cambria Math"/>
                                      </a:rPr>
                                      <m:t>𝑥</m:t>
                                    </m:r>
                                  </m:e>
                                  <m:sub>
                                    <m:r>
                                      <a:rPr lang="en-US" b="0" i="1" smtClean="0">
                                        <a:latin typeface="Cambria Math"/>
                                      </a:rPr>
                                      <m:t>𝑟</m:t>
                                    </m:r>
                                    <m:r>
                                      <a:rPr lang="en-US" b="0" i="1" smtClean="0">
                                        <a:latin typeface="Cambria Math"/>
                                      </a:rPr>
                                      <m:t>, </m:t>
                                    </m:r>
                                    <m:r>
                                      <a:rPr lang="en-US" b="0" i="1" smtClean="0">
                                        <a:latin typeface="Cambria Math"/>
                                      </a:rPr>
                                      <m:t>𝑠</m:t>
                                    </m:r>
                                  </m:sub>
                                </m:sSub>
                                <m:r>
                                  <m:rPr>
                                    <m:nor/>
                                  </m:rPr>
                                  <a:rPr lang="de-DE" b="0" dirty="0">
                                    <a:cs typeface="Times New Roman" panose="02020603050405020304" pitchFamily="18" charset="0"/>
                                  </a:rPr>
                                  <m:t> </m:t>
                                </m:r>
                                <m:r>
                                  <a:rPr lang="en-US" b="0" i="1" smtClean="0">
                                    <a:latin typeface="Cambria Math"/>
                                    <a:ea typeface="Cambria Math"/>
                                  </a:rPr>
                                  <m:t>∈</m:t>
                                </m:r>
                                <m:r>
                                  <m:rPr>
                                    <m:nor/>
                                  </m:rPr>
                                  <a:rPr lang="de-DE" b="0" dirty="0">
                                    <a:cs typeface="Times New Roman" panose="02020603050405020304" pitchFamily="18" charset="0"/>
                                  </a:rPr>
                                  <m:t> {0, 1}</m:t>
                                </m:r>
                              </m:oMath>
                            </m:oMathPara>
                          </a14:m>
                          <a:endParaRPr lang="de-DE"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864017" rtl="0" eaLnBrk="1" fontAlgn="auto" latinLnBrk="0" hangingPunct="1">
                            <a:lnSpc>
                              <a:spcPct val="100000"/>
                            </a:lnSpc>
                            <a:spcBef>
                              <a:spcPts val="0"/>
                            </a:spcBef>
                            <a:spcAft>
                              <a:spcPts val="0"/>
                            </a:spcAft>
                            <a:buClrTx/>
                            <a:buSzTx/>
                            <a:buFontTx/>
                            <a:buNone/>
                            <a:tabLst/>
                            <a:defRPr/>
                          </a:pPr>
                          <a:r>
                            <a:rPr lang="de-DE" b="0" dirty="0" err="1">
                              <a:cs typeface="Times New Roman" panose="02020603050405020304" pitchFamily="18" charset="0"/>
                            </a:rPr>
                            <a:t>takes</a:t>
                          </a:r>
                          <a:r>
                            <a:rPr lang="de-DE" b="0" dirty="0">
                              <a:cs typeface="Times New Roman" panose="02020603050405020304" pitchFamily="18" charset="0"/>
                            </a:rPr>
                            <a:t> </a:t>
                          </a:r>
                          <a:r>
                            <a:rPr lang="de-DE" b="0" dirty="0" err="1">
                              <a:cs typeface="Times New Roman" panose="02020603050405020304" pitchFamily="18" charset="0"/>
                            </a:rPr>
                            <a:t>value</a:t>
                          </a:r>
                          <a:r>
                            <a:rPr lang="de-DE" b="0" dirty="0">
                              <a:cs typeface="Times New Roman" panose="02020603050405020304" pitchFamily="18" charset="0"/>
                            </a:rPr>
                            <a:t> 1 </a:t>
                          </a:r>
                          <a:r>
                            <a:rPr lang="de-DE" b="0" dirty="0" err="1">
                              <a:cs typeface="Times New Roman" panose="02020603050405020304" pitchFamily="18" charset="0"/>
                            </a:rPr>
                            <a:t>if</a:t>
                          </a:r>
                          <a:r>
                            <a:rPr lang="de-DE" b="0" dirty="0">
                              <a:cs typeface="Times New Roman" panose="02020603050405020304" pitchFamily="18" charset="0"/>
                            </a:rPr>
                            <a:t> route </a:t>
                          </a:r>
                          <a:r>
                            <a:rPr lang="de-DE" b="0" dirty="0">
                              <a:solidFill>
                                <a:srgbClr val="FF0000"/>
                              </a:solidFill>
                              <a:cs typeface="Times New Roman" panose="02020603050405020304" pitchFamily="18" charset="0"/>
                            </a:rPr>
                            <a:t>r</a:t>
                          </a:r>
                          <a:r>
                            <a:rPr lang="de-DE" b="0" dirty="0">
                              <a:cs typeface="Times New Roman" panose="02020603050405020304" pitchFamily="18" charset="0"/>
                            </a:rPr>
                            <a:t>, </a:t>
                          </a:r>
                          <a:r>
                            <a:rPr lang="de-DE" b="0" dirty="0" err="1">
                              <a:cs typeface="Times New Roman" panose="02020603050405020304" pitchFamily="18" charset="0"/>
                            </a:rPr>
                            <a:t>from</a:t>
                          </a:r>
                          <a:r>
                            <a:rPr lang="de-DE" b="0" dirty="0">
                              <a:cs typeface="Times New Roman" panose="02020603050405020304" pitchFamily="18" charset="0"/>
                            </a:rPr>
                            <a:t> </a:t>
                          </a:r>
                          <a:r>
                            <a:rPr lang="de-DE" b="0" dirty="0" err="1">
                              <a:cs typeface="Times New Roman" panose="02020603050405020304" pitchFamily="18" charset="0"/>
                            </a:rPr>
                            <a:t>solution</a:t>
                          </a:r>
                          <a:r>
                            <a:rPr lang="de-DE" b="0" dirty="0">
                              <a:cs typeface="Times New Roman" panose="02020603050405020304" pitchFamily="18" charset="0"/>
                            </a:rPr>
                            <a:t> </a:t>
                          </a:r>
                          <a:r>
                            <a:rPr lang="de-DE" b="0" dirty="0">
                              <a:solidFill>
                                <a:srgbClr val="FF0000"/>
                              </a:solidFill>
                              <a:cs typeface="Times New Roman" panose="02020603050405020304" pitchFamily="18" charset="0"/>
                            </a:rPr>
                            <a:t>s</a:t>
                          </a:r>
                          <a:r>
                            <a:rPr lang="de-DE" b="0" dirty="0">
                              <a:cs typeface="Times New Roman" panose="02020603050405020304" pitchFamily="18" charset="0"/>
                            </a:rPr>
                            <a:t> </a:t>
                          </a:r>
                          <a:r>
                            <a:rPr lang="de-DE" b="0" dirty="0" err="1">
                              <a:cs typeface="Times New Roman" panose="02020603050405020304" pitchFamily="18" charset="0"/>
                            </a:rPr>
                            <a:t>is</a:t>
                          </a:r>
                          <a:r>
                            <a:rPr lang="de-DE" b="0" dirty="0">
                              <a:cs typeface="Times New Roman" panose="02020603050405020304" pitchFamily="18" charset="0"/>
                            </a:rPr>
                            <a:t> in </a:t>
                          </a:r>
                          <a:r>
                            <a:rPr lang="de-DE" b="0" dirty="0" err="1">
                              <a:cs typeface="Times New Roman" panose="02020603050405020304" pitchFamily="18" charset="0"/>
                            </a:rPr>
                            <a:t>the</a:t>
                          </a:r>
                          <a:r>
                            <a:rPr lang="de-DE" b="0" dirty="0">
                              <a:cs typeface="Times New Roman" panose="02020603050405020304" pitchFamily="18" charset="0"/>
                            </a:rPr>
                            <a:t> final </a:t>
                          </a:r>
                          <a:r>
                            <a:rPr lang="de-DE" b="0" dirty="0" err="1">
                              <a:cs typeface="Times New Roman" panose="02020603050405020304" pitchFamily="18" charset="0"/>
                            </a:rPr>
                            <a:t>solution</a:t>
                          </a:r>
                          <a:r>
                            <a:rPr lang="de-DE" b="0" dirty="0">
                              <a:cs typeface="Times New Roman" panose="02020603050405020304" pitchFamily="18" charset="0"/>
                            </a:rPr>
                            <a:t>, 0 </a:t>
                          </a:r>
                          <a:r>
                            <a:rPr lang="de-DE" b="0" dirty="0" err="1">
                              <a:cs typeface="Times New Roman" panose="02020603050405020304" pitchFamily="18" charset="0"/>
                            </a:rPr>
                            <a:t>otherwise</a:t>
                          </a:r>
                          <a:endParaRPr lang="de-DE" b="0" dirty="0">
                            <a:solidFill>
                              <a:srgbClr val="FF0000"/>
                            </a:solidFill>
                            <a:cs typeface="Times New Roman" panose="02020603050405020304" pitchFamily="18" charset="0"/>
                          </a:endParaRP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839648238"/>
                      </a:ext>
                    </a:extLst>
                  </a:tr>
                  <a:tr h="370840">
                    <a:tc>
                      <a:txBody>
                        <a:bodyPr/>
                        <a:lstStyle/>
                        <a:p>
                          <a:pPr/>
                          <a14:m>
                            <m:oMathPara xmlns:m="http://schemas.openxmlformats.org/officeDocument/2006/math">
                              <m:oMathParaPr>
                                <m:jc m:val="left"/>
                              </m:oMathParaPr>
                              <m:oMath xmlns:m="http://schemas.openxmlformats.org/officeDocument/2006/math">
                                <m:sSub>
                                  <m:sSubPr>
                                    <m:ctrlPr>
                                      <a:rPr lang="de-DE" b="0" i="1" smtClean="0">
                                        <a:latin typeface="Cambria Math" panose="02040503050406030204" pitchFamily="18" charset="0"/>
                                      </a:rPr>
                                    </m:ctrlPr>
                                  </m:sSubPr>
                                  <m:e>
                                    <m:r>
                                      <a:rPr lang="en-US" b="0" i="1" smtClean="0">
                                        <a:latin typeface="Cambria Math"/>
                                      </a:rPr>
                                      <m:t>𝑦</m:t>
                                    </m:r>
                                  </m:e>
                                  <m:sub>
                                    <m:r>
                                      <a:rPr lang="en-US" b="0" i="1" smtClean="0">
                                        <a:latin typeface="Cambria Math"/>
                                      </a:rPr>
                                      <m:t>𝑜</m:t>
                                    </m:r>
                                  </m:sub>
                                </m:sSub>
                                <m:r>
                                  <m:rPr>
                                    <m:nor/>
                                  </m:rPr>
                                  <a:rPr lang="de-DE" b="0" dirty="0">
                                    <a:cs typeface="Times New Roman" panose="02020603050405020304" pitchFamily="18" charset="0"/>
                                  </a:rPr>
                                  <m:t> </m:t>
                                </m:r>
                                <m:r>
                                  <a:rPr lang="de-DE" b="0" i="0" smtClean="0">
                                    <a:latin typeface="Cambria Math" panose="02040503050406030204" pitchFamily="18" charset="0"/>
                                    <a:ea typeface="Cambria Math"/>
                                  </a:rPr>
                                  <m:t>  </m:t>
                                </m:r>
                                <m:r>
                                  <a:rPr lang="en-US" b="0" i="1" smtClean="0">
                                    <a:latin typeface="Cambria Math"/>
                                    <a:ea typeface="Cambria Math"/>
                                  </a:rPr>
                                  <m:t>∈</m:t>
                                </m:r>
                                <m:r>
                                  <m:rPr>
                                    <m:nor/>
                                  </m:rPr>
                                  <a:rPr lang="de-DE" b="0" dirty="0">
                                    <a:cs typeface="Times New Roman" panose="02020603050405020304" pitchFamily="18" charset="0"/>
                                  </a:rPr>
                                  <m:t> {0, 1}</m:t>
                                </m:r>
                              </m:oMath>
                            </m:oMathPara>
                          </a14:m>
                          <a:endParaRPr lang="de-DE" dirty="0"/>
                        </a:p>
                      </a:txBody>
                      <a:tcP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r>
                            <a:rPr lang="de-DE" b="0" dirty="0" err="1">
                              <a:cs typeface="Times New Roman" panose="02020603050405020304" pitchFamily="18" charset="0"/>
                            </a:rPr>
                            <a:t>takes</a:t>
                          </a:r>
                          <a:r>
                            <a:rPr lang="de-DE" b="0" dirty="0">
                              <a:cs typeface="Times New Roman" panose="02020603050405020304" pitchFamily="18" charset="0"/>
                            </a:rPr>
                            <a:t> </a:t>
                          </a:r>
                          <a:r>
                            <a:rPr lang="de-DE" b="0" dirty="0" err="1">
                              <a:cs typeface="Times New Roman" panose="02020603050405020304" pitchFamily="18" charset="0"/>
                            </a:rPr>
                            <a:t>value</a:t>
                          </a:r>
                          <a:r>
                            <a:rPr lang="de-DE" b="0" dirty="0">
                              <a:cs typeface="Times New Roman" panose="02020603050405020304" pitchFamily="18" charset="0"/>
                            </a:rPr>
                            <a:t> 1 </a:t>
                          </a:r>
                          <a:r>
                            <a:rPr lang="de-DE" b="0" dirty="0" err="1">
                              <a:cs typeface="Times New Roman" panose="02020603050405020304" pitchFamily="18" charset="0"/>
                            </a:rPr>
                            <a:t>if</a:t>
                          </a:r>
                          <a:r>
                            <a:rPr lang="de-DE" b="0" dirty="0">
                              <a:cs typeface="Times New Roman" panose="02020603050405020304" pitchFamily="18" charset="0"/>
                            </a:rPr>
                            <a:t> </a:t>
                          </a:r>
                          <a:r>
                            <a:rPr lang="de-DE" b="0" dirty="0" err="1">
                              <a:cs typeface="Times New Roman" panose="02020603050405020304" pitchFamily="18" charset="0"/>
                            </a:rPr>
                            <a:t>order</a:t>
                          </a:r>
                          <a:r>
                            <a:rPr lang="de-DE" b="0" dirty="0">
                              <a:cs typeface="Times New Roman" panose="02020603050405020304" pitchFamily="18" charset="0"/>
                            </a:rPr>
                            <a:t> </a:t>
                          </a:r>
                          <a:r>
                            <a:rPr lang="de-DE" b="0" dirty="0">
                              <a:solidFill>
                                <a:srgbClr val="FF0000"/>
                              </a:solidFill>
                              <a:cs typeface="Times New Roman" panose="02020603050405020304" pitchFamily="18" charset="0"/>
                            </a:rPr>
                            <a:t>o</a:t>
                          </a:r>
                          <a:r>
                            <a:rPr lang="de-DE" b="0" dirty="0">
                              <a:cs typeface="Times New Roman" panose="02020603050405020304" pitchFamily="18" charset="0"/>
                            </a:rPr>
                            <a:t> </a:t>
                          </a:r>
                          <a:r>
                            <a:rPr lang="de-DE" b="0" dirty="0" err="1">
                              <a:cs typeface="Times New Roman" panose="02020603050405020304" pitchFamily="18" charset="0"/>
                            </a:rPr>
                            <a:t>is</a:t>
                          </a:r>
                          <a:r>
                            <a:rPr lang="de-DE" b="0" dirty="0">
                              <a:cs typeface="Times New Roman" panose="02020603050405020304" pitchFamily="18" charset="0"/>
                            </a:rPr>
                            <a:t> not </a:t>
                          </a:r>
                          <a:r>
                            <a:rPr lang="de-DE" b="0" dirty="0" err="1">
                              <a:cs typeface="Times New Roman" panose="02020603050405020304" pitchFamily="18" charset="0"/>
                            </a:rPr>
                            <a:t>served</a:t>
                          </a:r>
                          <a:r>
                            <a:rPr lang="de-DE" b="0" dirty="0">
                              <a:cs typeface="Times New Roman" panose="02020603050405020304" pitchFamily="18" charset="0"/>
                            </a:rPr>
                            <a:t> in </a:t>
                          </a:r>
                          <a:r>
                            <a:rPr lang="de-DE" b="0" dirty="0" err="1">
                              <a:cs typeface="Times New Roman" panose="02020603050405020304" pitchFamily="18" charset="0"/>
                            </a:rPr>
                            <a:t>any</a:t>
                          </a:r>
                          <a:r>
                            <a:rPr lang="de-DE" b="0" dirty="0">
                              <a:cs typeface="Times New Roman" panose="02020603050405020304" pitchFamily="18" charset="0"/>
                            </a:rPr>
                            <a:t> </a:t>
                          </a:r>
                          <a:r>
                            <a:rPr lang="de-DE" b="0" dirty="0" err="1">
                              <a:cs typeface="Times New Roman" panose="02020603050405020304" pitchFamily="18" charset="0"/>
                            </a:rPr>
                            <a:t>of</a:t>
                          </a:r>
                          <a:r>
                            <a:rPr lang="de-DE" b="0" dirty="0">
                              <a:cs typeface="Times New Roman" panose="02020603050405020304" pitchFamily="18" charset="0"/>
                            </a:rPr>
                            <a:t> </a:t>
                          </a:r>
                          <a:r>
                            <a:rPr lang="de-DE" b="0" dirty="0" err="1">
                              <a:cs typeface="Times New Roman" panose="02020603050405020304" pitchFamily="18" charset="0"/>
                            </a:rPr>
                            <a:t>the</a:t>
                          </a:r>
                          <a:r>
                            <a:rPr lang="de-DE" b="0" dirty="0">
                              <a:cs typeface="Times New Roman" panose="02020603050405020304" pitchFamily="18" charset="0"/>
                            </a:rPr>
                            <a:t> </a:t>
                          </a:r>
                          <a:r>
                            <a:rPr lang="de-DE" b="0" dirty="0" err="1">
                              <a:cs typeface="Times New Roman" panose="02020603050405020304" pitchFamily="18" charset="0"/>
                            </a:rPr>
                            <a:t>chosed</a:t>
                          </a:r>
                          <a:r>
                            <a:rPr lang="de-DE" b="0" dirty="0">
                              <a:cs typeface="Times New Roman" panose="02020603050405020304" pitchFamily="18" charset="0"/>
                            </a:rPr>
                            <a:t> </a:t>
                          </a:r>
                          <a:r>
                            <a:rPr lang="de-DE" b="0" dirty="0" err="1">
                              <a:cs typeface="Times New Roman" panose="02020603050405020304" pitchFamily="18" charset="0"/>
                            </a:rPr>
                            <a:t>routes</a:t>
                          </a:r>
                          <a:endParaRPr lang="de-DE" dirty="0"/>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30644809"/>
                      </a:ext>
                    </a:extLst>
                  </a:tr>
                </a:tbl>
              </a:graphicData>
            </a:graphic>
          </p:graphicFrame>
        </mc:Choice>
        <mc:Fallback>
          <p:graphicFrame>
            <p:nvGraphicFramePr>
              <p:cNvPr id="18" name="Tabelle 2">
                <a:extLst>
                  <a:ext uri="{FF2B5EF4-FFF2-40B4-BE49-F238E27FC236}">
                    <a16:creationId xmlns:a16="http://schemas.microsoft.com/office/drawing/2014/main" id="{1724EEA9-EF51-14C3-4E2A-F4E7D0771D1C}"/>
                  </a:ext>
                </a:extLst>
              </p:cNvPr>
              <p:cNvGraphicFramePr>
                <a:graphicFrameLocks noGrp="1"/>
              </p:cNvGraphicFramePr>
              <p:nvPr>
                <p:extLst>
                  <p:ext uri="{D42A27DB-BD31-4B8C-83A1-F6EECF244321}">
                    <p14:modId xmlns:p14="http://schemas.microsoft.com/office/powerpoint/2010/main" val="485098178"/>
                  </p:ext>
                </p:extLst>
              </p:nvPr>
            </p:nvGraphicFramePr>
            <p:xfrm>
              <a:off x="555626" y="2743766"/>
              <a:ext cx="10425112" cy="741680"/>
            </p:xfrm>
            <a:graphic>
              <a:graphicData uri="http://schemas.openxmlformats.org/drawingml/2006/table">
                <a:tbl>
                  <a:tblPr firstRow="1" bandRow="1">
                    <a:tableStyleId>{2D5ABB26-0587-4C30-8999-92F81FD0307C}</a:tableStyleId>
                  </a:tblPr>
                  <a:tblGrid>
                    <a:gridCol w="1414462">
                      <a:extLst>
                        <a:ext uri="{9D8B030D-6E8A-4147-A177-3AD203B41FA5}">
                          <a16:colId xmlns:a16="http://schemas.microsoft.com/office/drawing/2014/main" val="3008677837"/>
                        </a:ext>
                      </a:extLst>
                    </a:gridCol>
                    <a:gridCol w="9010650">
                      <a:extLst>
                        <a:ext uri="{9D8B030D-6E8A-4147-A177-3AD203B41FA5}">
                          <a16:colId xmlns:a16="http://schemas.microsoft.com/office/drawing/2014/main" val="3941816759"/>
                        </a:ext>
                      </a:extLst>
                    </a:gridCol>
                  </a:tblGrid>
                  <a:tr h="370840">
                    <a:tc>
                      <a:txBody>
                        <a:bodyPr/>
                        <a:lstStyle/>
                        <a:p>
                          <a:endParaRPr lang="de-DE"/>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9"/>
                          <a:stretch>
                            <a:fillRect t="-4918" r="-637500" b="-116393"/>
                          </a:stretch>
                        </a:blipFill>
                      </a:tcPr>
                    </a:tc>
                    <a:tc>
                      <a:txBody>
                        <a:bodyPr/>
                        <a:lstStyle/>
                        <a:p>
                          <a:pPr marL="0" marR="0" lvl="0" indent="0" algn="l" defTabSz="864017" rtl="0" eaLnBrk="1" fontAlgn="auto" latinLnBrk="0" hangingPunct="1">
                            <a:lnSpc>
                              <a:spcPct val="100000"/>
                            </a:lnSpc>
                            <a:spcBef>
                              <a:spcPts val="0"/>
                            </a:spcBef>
                            <a:spcAft>
                              <a:spcPts val="0"/>
                            </a:spcAft>
                            <a:buClrTx/>
                            <a:buSzTx/>
                            <a:buFontTx/>
                            <a:buNone/>
                            <a:tabLst/>
                            <a:defRPr/>
                          </a:pPr>
                          <a:r>
                            <a:rPr lang="de-DE" b="0" dirty="0" err="1">
                              <a:cs typeface="Times New Roman" panose="02020603050405020304" pitchFamily="18" charset="0"/>
                            </a:rPr>
                            <a:t>takes</a:t>
                          </a:r>
                          <a:r>
                            <a:rPr lang="de-DE" b="0" dirty="0">
                              <a:cs typeface="Times New Roman" panose="02020603050405020304" pitchFamily="18" charset="0"/>
                            </a:rPr>
                            <a:t> </a:t>
                          </a:r>
                          <a:r>
                            <a:rPr lang="de-DE" b="0" dirty="0" err="1">
                              <a:cs typeface="Times New Roman" panose="02020603050405020304" pitchFamily="18" charset="0"/>
                            </a:rPr>
                            <a:t>value</a:t>
                          </a:r>
                          <a:r>
                            <a:rPr lang="de-DE" b="0" dirty="0">
                              <a:cs typeface="Times New Roman" panose="02020603050405020304" pitchFamily="18" charset="0"/>
                            </a:rPr>
                            <a:t> 1 </a:t>
                          </a:r>
                          <a:r>
                            <a:rPr lang="de-DE" b="0" dirty="0" err="1">
                              <a:cs typeface="Times New Roman" panose="02020603050405020304" pitchFamily="18" charset="0"/>
                            </a:rPr>
                            <a:t>if</a:t>
                          </a:r>
                          <a:r>
                            <a:rPr lang="de-DE" b="0" dirty="0">
                              <a:cs typeface="Times New Roman" panose="02020603050405020304" pitchFamily="18" charset="0"/>
                            </a:rPr>
                            <a:t> route </a:t>
                          </a:r>
                          <a:r>
                            <a:rPr lang="de-DE" b="0" dirty="0">
                              <a:solidFill>
                                <a:srgbClr val="FF0000"/>
                              </a:solidFill>
                              <a:cs typeface="Times New Roman" panose="02020603050405020304" pitchFamily="18" charset="0"/>
                            </a:rPr>
                            <a:t>r</a:t>
                          </a:r>
                          <a:r>
                            <a:rPr lang="de-DE" b="0" dirty="0">
                              <a:cs typeface="Times New Roman" panose="02020603050405020304" pitchFamily="18" charset="0"/>
                            </a:rPr>
                            <a:t>, </a:t>
                          </a:r>
                          <a:r>
                            <a:rPr lang="de-DE" b="0" dirty="0" err="1">
                              <a:cs typeface="Times New Roman" panose="02020603050405020304" pitchFamily="18" charset="0"/>
                            </a:rPr>
                            <a:t>from</a:t>
                          </a:r>
                          <a:r>
                            <a:rPr lang="de-DE" b="0" dirty="0">
                              <a:cs typeface="Times New Roman" panose="02020603050405020304" pitchFamily="18" charset="0"/>
                            </a:rPr>
                            <a:t> </a:t>
                          </a:r>
                          <a:r>
                            <a:rPr lang="de-DE" b="0" dirty="0" err="1">
                              <a:cs typeface="Times New Roman" panose="02020603050405020304" pitchFamily="18" charset="0"/>
                            </a:rPr>
                            <a:t>solution</a:t>
                          </a:r>
                          <a:r>
                            <a:rPr lang="de-DE" b="0" dirty="0">
                              <a:cs typeface="Times New Roman" panose="02020603050405020304" pitchFamily="18" charset="0"/>
                            </a:rPr>
                            <a:t> </a:t>
                          </a:r>
                          <a:r>
                            <a:rPr lang="de-DE" b="0" dirty="0">
                              <a:solidFill>
                                <a:srgbClr val="FF0000"/>
                              </a:solidFill>
                              <a:cs typeface="Times New Roman" panose="02020603050405020304" pitchFamily="18" charset="0"/>
                            </a:rPr>
                            <a:t>s</a:t>
                          </a:r>
                          <a:r>
                            <a:rPr lang="de-DE" b="0" dirty="0">
                              <a:cs typeface="Times New Roman" panose="02020603050405020304" pitchFamily="18" charset="0"/>
                            </a:rPr>
                            <a:t> </a:t>
                          </a:r>
                          <a:r>
                            <a:rPr lang="de-DE" b="0" dirty="0" err="1">
                              <a:cs typeface="Times New Roman" panose="02020603050405020304" pitchFamily="18" charset="0"/>
                            </a:rPr>
                            <a:t>is</a:t>
                          </a:r>
                          <a:r>
                            <a:rPr lang="de-DE" b="0" dirty="0">
                              <a:cs typeface="Times New Roman" panose="02020603050405020304" pitchFamily="18" charset="0"/>
                            </a:rPr>
                            <a:t> in </a:t>
                          </a:r>
                          <a:r>
                            <a:rPr lang="de-DE" b="0" dirty="0" err="1">
                              <a:cs typeface="Times New Roman" panose="02020603050405020304" pitchFamily="18" charset="0"/>
                            </a:rPr>
                            <a:t>the</a:t>
                          </a:r>
                          <a:r>
                            <a:rPr lang="de-DE" b="0" dirty="0">
                              <a:cs typeface="Times New Roman" panose="02020603050405020304" pitchFamily="18" charset="0"/>
                            </a:rPr>
                            <a:t> final </a:t>
                          </a:r>
                          <a:r>
                            <a:rPr lang="de-DE" b="0" dirty="0" err="1">
                              <a:cs typeface="Times New Roman" panose="02020603050405020304" pitchFamily="18" charset="0"/>
                            </a:rPr>
                            <a:t>solution</a:t>
                          </a:r>
                          <a:r>
                            <a:rPr lang="de-DE" b="0" dirty="0">
                              <a:cs typeface="Times New Roman" panose="02020603050405020304" pitchFamily="18" charset="0"/>
                            </a:rPr>
                            <a:t>, 0 </a:t>
                          </a:r>
                          <a:r>
                            <a:rPr lang="de-DE" b="0" dirty="0" err="1">
                              <a:cs typeface="Times New Roman" panose="02020603050405020304" pitchFamily="18" charset="0"/>
                            </a:rPr>
                            <a:t>otherwise</a:t>
                          </a:r>
                          <a:endParaRPr lang="de-DE" b="0" dirty="0">
                            <a:solidFill>
                              <a:srgbClr val="FF0000"/>
                            </a:solidFill>
                            <a:cs typeface="Times New Roman" panose="02020603050405020304" pitchFamily="18" charset="0"/>
                          </a:endParaRPr>
                        </a:p>
                      </a:txBody>
                      <a:tcP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2839648238"/>
                      </a:ext>
                    </a:extLst>
                  </a:tr>
                  <a:tr h="370840">
                    <a:tc>
                      <a:txBody>
                        <a:bodyPr/>
                        <a:lstStyle/>
                        <a:p>
                          <a:endParaRPr lang="de-DE"/>
                        </a:p>
                      </a:txBody>
                      <a:tcP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blipFill>
                          <a:blip r:embed="rId9"/>
                          <a:stretch>
                            <a:fillRect t="-104918" r="-637500" b="-16393"/>
                          </a:stretch>
                        </a:blipFill>
                      </a:tcPr>
                    </a:tc>
                    <a:tc>
                      <a:txBody>
                        <a:bodyPr/>
                        <a:lstStyle/>
                        <a:p>
                          <a:r>
                            <a:rPr lang="de-DE" b="0" dirty="0" err="1">
                              <a:cs typeface="Times New Roman" panose="02020603050405020304" pitchFamily="18" charset="0"/>
                            </a:rPr>
                            <a:t>takes</a:t>
                          </a:r>
                          <a:r>
                            <a:rPr lang="de-DE" b="0" dirty="0">
                              <a:cs typeface="Times New Roman" panose="02020603050405020304" pitchFamily="18" charset="0"/>
                            </a:rPr>
                            <a:t> </a:t>
                          </a:r>
                          <a:r>
                            <a:rPr lang="de-DE" b="0" dirty="0" err="1">
                              <a:cs typeface="Times New Roman" panose="02020603050405020304" pitchFamily="18" charset="0"/>
                            </a:rPr>
                            <a:t>value</a:t>
                          </a:r>
                          <a:r>
                            <a:rPr lang="de-DE" b="0" dirty="0">
                              <a:cs typeface="Times New Roman" panose="02020603050405020304" pitchFamily="18" charset="0"/>
                            </a:rPr>
                            <a:t> 1 </a:t>
                          </a:r>
                          <a:r>
                            <a:rPr lang="de-DE" b="0" dirty="0" err="1">
                              <a:cs typeface="Times New Roman" panose="02020603050405020304" pitchFamily="18" charset="0"/>
                            </a:rPr>
                            <a:t>if</a:t>
                          </a:r>
                          <a:r>
                            <a:rPr lang="de-DE" b="0" dirty="0">
                              <a:cs typeface="Times New Roman" panose="02020603050405020304" pitchFamily="18" charset="0"/>
                            </a:rPr>
                            <a:t> </a:t>
                          </a:r>
                          <a:r>
                            <a:rPr lang="de-DE" b="0" dirty="0" err="1">
                              <a:cs typeface="Times New Roman" panose="02020603050405020304" pitchFamily="18" charset="0"/>
                            </a:rPr>
                            <a:t>order</a:t>
                          </a:r>
                          <a:r>
                            <a:rPr lang="de-DE" b="0" dirty="0">
                              <a:cs typeface="Times New Roman" panose="02020603050405020304" pitchFamily="18" charset="0"/>
                            </a:rPr>
                            <a:t> </a:t>
                          </a:r>
                          <a:r>
                            <a:rPr lang="de-DE" b="0" dirty="0">
                              <a:solidFill>
                                <a:srgbClr val="FF0000"/>
                              </a:solidFill>
                              <a:cs typeface="Times New Roman" panose="02020603050405020304" pitchFamily="18" charset="0"/>
                            </a:rPr>
                            <a:t>o</a:t>
                          </a:r>
                          <a:r>
                            <a:rPr lang="de-DE" b="0" dirty="0">
                              <a:cs typeface="Times New Roman" panose="02020603050405020304" pitchFamily="18" charset="0"/>
                            </a:rPr>
                            <a:t> </a:t>
                          </a:r>
                          <a:r>
                            <a:rPr lang="de-DE" b="0" dirty="0" err="1">
                              <a:cs typeface="Times New Roman" panose="02020603050405020304" pitchFamily="18" charset="0"/>
                            </a:rPr>
                            <a:t>is</a:t>
                          </a:r>
                          <a:r>
                            <a:rPr lang="de-DE" b="0" dirty="0">
                              <a:cs typeface="Times New Roman" panose="02020603050405020304" pitchFamily="18" charset="0"/>
                            </a:rPr>
                            <a:t> not </a:t>
                          </a:r>
                          <a:r>
                            <a:rPr lang="de-DE" b="0" dirty="0" err="1">
                              <a:cs typeface="Times New Roman" panose="02020603050405020304" pitchFamily="18" charset="0"/>
                            </a:rPr>
                            <a:t>served</a:t>
                          </a:r>
                          <a:r>
                            <a:rPr lang="de-DE" b="0" dirty="0">
                              <a:cs typeface="Times New Roman" panose="02020603050405020304" pitchFamily="18" charset="0"/>
                            </a:rPr>
                            <a:t> in </a:t>
                          </a:r>
                          <a:r>
                            <a:rPr lang="de-DE" b="0" dirty="0" err="1">
                              <a:cs typeface="Times New Roman" panose="02020603050405020304" pitchFamily="18" charset="0"/>
                            </a:rPr>
                            <a:t>any</a:t>
                          </a:r>
                          <a:r>
                            <a:rPr lang="de-DE" b="0" dirty="0">
                              <a:cs typeface="Times New Roman" panose="02020603050405020304" pitchFamily="18" charset="0"/>
                            </a:rPr>
                            <a:t> </a:t>
                          </a:r>
                          <a:r>
                            <a:rPr lang="de-DE" b="0" dirty="0" err="1">
                              <a:cs typeface="Times New Roman" panose="02020603050405020304" pitchFamily="18" charset="0"/>
                            </a:rPr>
                            <a:t>of</a:t>
                          </a:r>
                          <a:r>
                            <a:rPr lang="de-DE" b="0" dirty="0">
                              <a:cs typeface="Times New Roman" panose="02020603050405020304" pitchFamily="18" charset="0"/>
                            </a:rPr>
                            <a:t> </a:t>
                          </a:r>
                          <a:r>
                            <a:rPr lang="de-DE" b="0" dirty="0" err="1">
                              <a:cs typeface="Times New Roman" panose="02020603050405020304" pitchFamily="18" charset="0"/>
                            </a:rPr>
                            <a:t>the</a:t>
                          </a:r>
                          <a:r>
                            <a:rPr lang="de-DE" b="0" dirty="0">
                              <a:cs typeface="Times New Roman" panose="02020603050405020304" pitchFamily="18" charset="0"/>
                            </a:rPr>
                            <a:t> </a:t>
                          </a:r>
                          <a:r>
                            <a:rPr lang="de-DE" b="0" dirty="0" err="1">
                              <a:cs typeface="Times New Roman" panose="02020603050405020304" pitchFamily="18" charset="0"/>
                            </a:rPr>
                            <a:t>chosed</a:t>
                          </a:r>
                          <a:r>
                            <a:rPr lang="de-DE" b="0" dirty="0">
                              <a:cs typeface="Times New Roman" panose="02020603050405020304" pitchFamily="18" charset="0"/>
                            </a:rPr>
                            <a:t> </a:t>
                          </a:r>
                          <a:r>
                            <a:rPr lang="de-DE" b="0" dirty="0" err="1">
                              <a:cs typeface="Times New Roman" panose="02020603050405020304" pitchFamily="18" charset="0"/>
                            </a:rPr>
                            <a:t>routes</a:t>
                          </a:r>
                          <a:endParaRPr lang="de-DE" dirty="0"/>
                        </a:p>
                      </a:txBody>
                      <a:tcP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730644809"/>
                      </a:ext>
                    </a:extLst>
                  </a:tr>
                </a:tbl>
              </a:graphicData>
            </a:graphic>
          </p:graphicFrame>
        </mc:Fallback>
      </mc:AlternateContent>
    </p:spTree>
    <p:extLst>
      <p:ext uri="{BB962C8B-B14F-4D97-AF65-F5344CB8AC3E}">
        <p14:creationId xmlns:p14="http://schemas.microsoft.com/office/powerpoint/2010/main" val="3366413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5" grpId="0"/>
      <p:bldP spid="16" grpId="0"/>
      <p:bldP spid="1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de-DE" dirty="0"/>
              <a:t>Extension</a:t>
            </a:r>
            <a:br>
              <a:rPr lang="de-DE" dirty="0"/>
            </a:br>
            <a:endParaRPr lang="de-DE" dirty="0"/>
          </a:p>
        </p:txBody>
      </p:sp>
      <p:sp>
        <p:nvSpPr>
          <p:cNvPr id="53" name="Ellipse 52">
            <a:extLst>
              <a:ext uri="{FF2B5EF4-FFF2-40B4-BE49-F238E27FC236}">
                <a16:creationId xmlns:a16="http://schemas.microsoft.com/office/drawing/2014/main" id="{5A9D1141-50A1-793D-DA98-D1E2C0B09AA7}"/>
              </a:ext>
            </a:extLst>
          </p:cNvPr>
          <p:cNvSpPr/>
          <p:nvPr/>
        </p:nvSpPr>
        <p:spPr>
          <a:xfrm>
            <a:off x="4872338" y="5543982"/>
            <a:ext cx="2115876" cy="675481"/>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cs typeface="Times New Roman" panose="02020603050405020304" pitchFamily="18" charset="0"/>
            </a:endParaRPr>
          </a:p>
        </p:txBody>
      </p:sp>
      <p:sp>
        <p:nvSpPr>
          <p:cNvPr id="54" name="Ellipse 53">
            <a:extLst>
              <a:ext uri="{FF2B5EF4-FFF2-40B4-BE49-F238E27FC236}">
                <a16:creationId xmlns:a16="http://schemas.microsoft.com/office/drawing/2014/main" id="{169A6E1E-81E1-A83D-4504-D214E3E8C539}"/>
              </a:ext>
            </a:extLst>
          </p:cNvPr>
          <p:cNvSpPr/>
          <p:nvPr/>
        </p:nvSpPr>
        <p:spPr>
          <a:xfrm>
            <a:off x="1779200" y="2731797"/>
            <a:ext cx="2115876" cy="675481"/>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cs typeface="Times New Roman" panose="02020603050405020304" pitchFamily="18" charset="0"/>
            </a:endParaRPr>
          </a:p>
        </p:txBody>
      </p:sp>
      <p:sp>
        <p:nvSpPr>
          <p:cNvPr id="55" name="Rechteck 54">
            <a:extLst>
              <a:ext uri="{FF2B5EF4-FFF2-40B4-BE49-F238E27FC236}">
                <a16:creationId xmlns:a16="http://schemas.microsoft.com/office/drawing/2014/main" id="{A376E6FD-B0FD-930C-0CD1-F909438C1CE0}"/>
              </a:ext>
            </a:extLst>
          </p:cNvPr>
          <p:cNvSpPr/>
          <p:nvPr/>
        </p:nvSpPr>
        <p:spPr>
          <a:xfrm>
            <a:off x="1897828" y="1271574"/>
            <a:ext cx="2088232"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cs typeface="Times New Roman" panose="02020603050405020304" pitchFamily="18" charset="0"/>
            </a:endParaRPr>
          </a:p>
        </p:txBody>
      </p:sp>
      <p:sp>
        <p:nvSpPr>
          <p:cNvPr id="56" name="Rechteck 55">
            <a:extLst>
              <a:ext uri="{FF2B5EF4-FFF2-40B4-BE49-F238E27FC236}">
                <a16:creationId xmlns:a16="http://schemas.microsoft.com/office/drawing/2014/main" id="{95520859-CAB1-9507-388D-E26C571061E5}"/>
              </a:ext>
            </a:extLst>
          </p:cNvPr>
          <p:cNvSpPr/>
          <p:nvPr/>
        </p:nvSpPr>
        <p:spPr>
          <a:xfrm>
            <a:off x="1897828" y="1568520"/>
            <a:ext cx="2304256" cy="216024"/>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cs typeface="Times New Roman" panose="02020603050405020304" pitchFamily="18" charset="0"/>
            </a:endParaRPr>
          </a:p>
        </p:txBody>
      </p:sp>
      <p:sp>
        <p:nvSpPr>
          <p:cNvPr id="57" name="Rechteck 56">
            <a:extLst>
              <a:ext uri="{FF2B5EF4-FFF2-40B4-BE49-F238E27FC236}">
                <a16:creationId xmlns:a16="http://schemas.microsoft.com/office/drawing/2014/main" id="{87612A98-A84E-C765-1E2F-F9E55052EE99}"/>
              </a:ext>
            </a:extLst>
          </p:cNvPr>
          <p:cNvSpPr/>
          <p:nvPr/>
        </p:nvSpPr>
        <p:spPr>
          <a:xfrm>
            <a:off x="1897828" y="1863708"/>
            <a:ext cx="1512168" cy="216024"/>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cs typeface="Times New Roman" panose="02020603050405020304" pitchFamily="18" charset="0"/>
            </a:endParaRPr>
          </a:p>
        </p:txBody>
      </p:sp>
      <p:sp>
        <p:nvSpPr>
          <p:cNvPr id="58" name="Rechteck 57">
            <a:extLst>
              <a:ext uri="{FF2B5EF4-FFF2-40B4-BE49-F238E27FC236}">
                <a16:creationId xmlns:a16="http://schemas.microsoft.com/office/drawing/2014/main" id="{AE1E2D64-0CF0-4546-27C1-05413BADE0C4}"/>
              </a:ext>
            </a:extLst>
          </p:cNvPr>
          <p:cNvSpPr/>
          <p:nvPr/>
        </p:nvSpPr>
        <p:spPr>
          <a:xfrm>
            <a:off x="1897828" y="2162685"/>
            <a:ext cx="1750038" cy="216024"/>
          </a:xfrm>
          <a:prstGeom prst="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cs typeface="Times New Roman" panose="02020603050405020304" pitchFamily="18" charset="0"/>
            </a:endParaRPr>
          </a:p>
        </p:txBody>
      </p:sp>
      <p:sp>
        <p:nvSpPr>
          <p:cNvPr id="59" name="Rechteck 58">
            <a:extLst>
              <a:ext uri="{FF2B5EF4-FFF2-40B4-BE49-F238E27FC236}">
                <a16:creationId xmlns:a16="http://schemas.microsoft.com/office/drawing/2014/main" id="{27371B87-B177-392B-A3ED-B24435DC316D}"/>
              </a:ext>
            </a:extLst>
          </p:cNvPr>
          <p:cNvSpPr/>
          <p:nvPr/>
        </p:nvSpPr>
        <p:spPr>
          <a:xfrm>
            <a:off x="1897828" y="2446439"/>
            <a:ext cx="1091043" cy="216024"/>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cs typeface="Times New Roman" panose="02020603050405020304" pitchFamily="18" charset="0"/>
            </a:endParaRPr>
          </a:p>
        </p:txBody>
      </p:sp>
      <p:sp>
        <p:nvSpPr>
          <p:cNvPr id="60" name="Textfeld 59">
            <a:extLst>
              <a:ext uri="{FF2B5EF4-FFF2-40B4-BE49-F238E27FC236}">
                <a16:creationId xmlns:a16="http://schemas.microsoft.com/office/drawing/2014/main" id="{AB7BAE0E-CD90-49D9-B4A1-DF5B3B0B17C1}"/>
              </a:ext>
            </a:extLst>
          </p:cNvPr>
          <p:cNvSpPr txBox="1"/>
          <p:nvPr/>
        </p:nvSpPr>
        <p:spPr>
          <a:xfrm>
            <a:off x="1421416" y="1199566"/>
            <a:ext cx="479618" cy="369332"/>
          </a:xfrm>
          <a:prstGeom prst="rect">
            <a:avLst/>
          </a:prstGeom>
          <a:noFill/>
        </p:spPr>
        <p:txBody>
          <a:bodyPr wrap="none" rtlCol="0">
            <a:spAutoFit/>
          </a:bodyPr>
          <a:lstStyle/>
          <a:p>
            <a:r>
              <a:rPr lang="en-US" dirty="0">
                <a:cs typeface="Times New Roman" panose="02020603050405020304" pitchFamily="18" charset="0"/>
              </a:rPr>
              <a:t>R1</a:t>
            </a:r>
            <a:endParaRPr lang="de-DE" dirty="0">
              <a:cs typeface="Times New Roman" panose="02020603050405020304" pitchFamily="18" charset="0"/>
            </a:endParaRPr>
          </a:p>
        </p:txBody>
      </p:sp>
      <p:sp>
        <p:nvSpPr>
          <p:cNvPr id="61" name="Textfeld 60">
            <a:extLst>
              <a:ext uri="{FF2B5EF4-FFF2-40B4-BE49-F238E27FC236}">
                <a16:creationId xmlns:a16="http://schemas.microsoft.com/office/drawing/2014/main" id="{065174BE-E3EC-C2FA-3144-D260F4CC91D4}"/>
              </a:ext>
            </a:extLst>
          </p:cNvPr>
          <p:cNvSpPr txBox="1"/>
          <p:nvPr/>
        </p:nvSpPr>
        <p:spPr>
          <a:xfrm>
            <a:off x="1412790" y="1500814"/>
            <a:ext cx="479618" cy="369332"/>
          </a:xfrm>
          <a:prstGeom prst="rect">
            <a:avLst/>
          </a:prstGeom>
          <a:noFill/>
        </p:spPr>
        <p:txBody>
          <a:bodyPr wrap="none" rtlCol="0">
            <a:spAutoFit/>
          </a:bodyPr>
          <a:lstStyle/>
          <a:p>
            <a:r>
              <a:rPr lang="en-US" dirty="0">
                <a:cs typeface="Times New Roman" panose="02020603050405020304" pitchFamily="18" charset="0"/>
              </a:rPr>
              <a:t>R2</a:t>
            </a:r>
            <a:endParaRPr lang="de-DE" dirty="0">
              <a:cs typeface="Times New Roman" panose="02020603050405020304" pitchFamily="18" charset="0"/>
            </a:endParaRPr>
          </a:p>
        </p:txBody>
      </p:sp>
      <p:sp>
        <p:nvSpPr>
          <p:cNvPr id="62" name="Textfeld 61">
            <a:extLst>
              <a:ext uri="{FF2B5EF4-FFF2-40B4-BE49-F238E27FC236}">
                <a16:creationId xmlns:a16="http://schemas.microsoft.com/office/drawing/2014/main" id="{1A880A9B-56CF-69FB-34E8-AB836CFFD8EE}"/>
              </a:ext>
            </a:extLst>
          </p:cNvPr>
          <p:cNvSpPr txBox="1"/>
          <p:nvPr/>
        </p:nvSpPr>
        <p:spPr>
          <a:xfrm>
            <a:off x="1421416" y="1787054"/>
            <a:ext cx="479618" cy="369332"/>
          </a:xfrm>
          <a:prstGeom prst="rect">
            <a:avLst/>
          </a:prstGeom>
          <a:noFill/>
        </p:spPr>
        <p:txBody>
          <a:bodyPr wrap="none" rtlCol="0">
            <a:spAutoFit/>
          </a:bodyPr>
          <a:lstStyle/>
          <a:p>
            <a:r>
              <a:rPr lang="en-US" dirty="0">
                <a:cs typeface="Times New Roman" panose="02020603050405020304" pitchFamily="18" charset="0"/>
              </a:rPr>
              <a:t>R3</a:t>
            </a:r>
            <a:endParaRPr lang="de-DE" dirty="0">
              <a:cs typeface="Times New Roman" panose="02020603050405020304" pitchFamily="18" charset="0"/>
            </a:endParaRPr>
          </a:p>
        </p:txBody>
      </p:sp>
      <p:sp>
        <p:nvSpPr>
          <p:cNvPr id="63" name="Textfeld 62">
            <a:extLst>
              <a:ext uri="{FF2B5EF4-FFF2-40B4-BE49-F238E27FC236}">
                <a16:creationId xmlns:a16="http://schemas.microsoft.com/office/drawing/2014/main" id="{C1541120-643C-ACAF-6B2A-488F3BDCB430}"/>
              </a:ext>
            </a:extLst>
          </p:cNvPr>
          <p:cNvSpPr txBox="1"/>
          <p:nvPr/>
        </p:nvSpPr>
        <p:spPr>
          <a:xfrm>
            <a:off x="1421416" y="2086031"/>
            <a:ext cx="479618" cy="369332"/>
          </a:xfrm>
          <a:prstGeom prst="rect">
            <a:avLst/>
          </a:prstGeom>
          <a:noFill/>
        </p:spPr>
        <p:txBody>
          <a:bodyPr wrap="none" rtlCol="0">
            <a:spAutoFit/>
          </a:bodyPr>
          <a:lstStyle/>
          <a:p>
            <a:r>
              <a:rPr lang="en-US" dirty="0">
                <a:cs typeface="Times New Roman" panose="02020603050405020304" pitchFamily="18" charset="0"/>
              </a:rPr>
              <a:t>R4</a:t>
            </a:r>
            <a:endParaRPr lang="de-DE" dirty="0">
              <a:cs typeface="Times New Roman" panose="02020603050405020304" pitchFamily="18" charset="0"/>
            </a:endParaRPr>
          </a:p>
        </p:txBody>
      </p:sp>
      <p:sp>
        <p:nvSpPr>
          <p:cNvPr id="64" name="Textfeld 63">
            <a:extLst>
              <a:ext uri="{FF2B5EF4-FFF2-40B4-BE49-F238E27FC236}">
                <a16:creationId xmlns:a16="http://schemas.microsoft.com/office/drawing/2014/main" id="{CB68500F-EAF6-AE09-A385-9BEF58ADCA84}"/>
              </a:ext>
            </a:extLst>
          </p:cNvPr>
          <p:cNvSpPr txBox="1"/>
          <p:nvPr/>
        </p:nvSpPr>
        <p:spPr>
          <a:xfrm>
            <a:off x="1421416" y="2386489"/>
            <a:ext cx="479618" cy="369332"/>
          </a:xfrm>
          <a:prstGeom prst="rect">
            <a:avLst/>
          </a:prstGeom>
          <a:noFill/>
        </p:spPr>
        <p:txBody>
          <a:bodyPr wrap="none" rtlCol="0">
            <a:spAutoFit/>
          </a:bodyPr>
          <a:lstStyle/>
          <a:p>
            <a:r>
              <a:rPr lang="en-US" dirty="0">
                <a:cs typeface="Times New Roman" panose="02020603050405020304" pitchFamily="18" charset="0"/>
              </a:rPr>
              <a:t>R5</a:t>
            </a:r>
            <a:endParaRPr lang="de-DE" dirty="0">
              <a:cs typeface="Times New Roman" panose="02020603050405020304" pitchFamily="18" charset="0"/>
            </a:endParaRPr>
          </a:p>
        </p:txBody>
      </p:sp>
      <p:sp>
        <p:nvSpPr>
          <p:cNvPr id="65" name="Rechteck 64">
            <a:extLst>
              <a:ext uri="{FF2B5EF4-FFF2-40B4-BE49-F238E27FC236}">
                <a16:creationId xmlns:a16="http://schemas.microsoft.com/office/drawing/2014/main" id="{39C26BB6-F007-A35A-9DB9-124BDDBB44E3}"/>
              </a:ext>
            </a:extLst>
          </p:cNvPr>
          <p:cNvSpPr/>
          <p:nvPr/>
        </p:nvSpPr>
        <p:spPr>
          <a:xfrm>
            <a:off x="4922164" y="1271574"/>
            <a:ext cx="1872208" cy="216024"/>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cs typeface="Times New Roman" panose="02020603050405020304" pitchFamily="18" charset="0"/>
            </a:endParaRPr>
          </a:p>
        </p:txBody>
      </p:sp>
      <p:sp>
        <p:nvSpPr>
          <p:cNvPr id="66" name="Rechteck 65">
            <a:extLst>
              <a:ext uri="{FF2B5EF4-FFF2-40B4-BE49-F238E27FC236}">
                <a16:creationId xmlns:a16="http://schemas.microsoft.com/office/drawing/2014/main" id="{9022E0F6-7D89-6D52-C532-46AAE29F90CB}"/>
              </a:ext>
            </a:extLst>
          </p:cNvPr>
          <p:cNvSpPr/>
          <p:nvPr/>
        </p:nvSpPr>
        <p:spPr>
          <a:xfrm>
            <a:off x="4922164" y="1568520"/>
            <a:ext cx="1534014" cy="216024"/>
          </a:xfrm>
          <a:prstGeom prst="rect">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cs typeface="Times New Roman" panose="02020603050405020304" pitchFamily="18" charset="0"/>
            </a:endParaRPr>
          </a:p>
        </p:txBody>
      </p:sp>
      <p:sp>
        <p:nvSpPr>
          <p:cNvPr id="67" name="Rechteck 66">
            <a:extLst>
              <a:ext uri="{FF2B5EF4-FFF2-40B4-BE49-F238E27FC236}">
                <a16:creationId xmlns:a16="http://schemas.microsoft.com/office/drawing/2014/main" id="{3DE0018B-ADE3-2AAD-5262-BE1912024F6E}"/>
              </a:ext>
            </a:extLst>
          </p:cNvPr>
          <p:cNvSpPr/>
          <p:nvPr/>
        </p:nvSpPr>
        <p:spPr>
          <a:xfrm>
            <a:off x="4922164" y="1863708"/>
            <a:ext cx="2016224" cy="216024"/>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cs typeface="Times New Roman" panose="02020603050405020304" pitchFamily="18" charset="0"/>
            </a:endParaRPr>
          </a:p>
        </p:txBody>
      </p:sp>
      <p:sp>
        <p:nvSpPr>
          <p:cNvPr id="68" name="Rechteck 67">
            <a:extLst>
              <a:ext uri="{FF2B5EF4-FFF2-40B4-BE49-F238E27FC236}">
                <a16:creationId xmlns:a16="http://schemas.microsoft.com/office/drawing/2014/main" id="{56BE37F2-7D57-C0C9-A857-70639443E5B4}"/>
              </a:ext>
            </a:extLst>
          </p:cNvPr>
          <p:cNvSpPr/>
          <p:nvPr/>
        </p:nvSpPr>
        <p:spPr>
          <a:xfrm>
            <a:off x="4922164" y="2162685"/>
            <a:ext cx="1728192" cy="216024"/>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cs typeface="Times New Roman" panose="02020603050405020304" pitchFamily="18" charset="0"/>
            </a:endParaRPr>
          </a:p>
        </p:txBody>
      </p:sp>
      <p:sp>
        <p:nvSpPr>
          <p:cNvPr id="69" name="Rechteck 68">
            <a:extLst>
              <a:ext uri="{FF2B5EF4-FFF2-40B4-BE49-F238E27FC236}">
                <a16:creationId xmlns:a16="http://schemas.microsoft.com/office/drawing/2014/main" id="{9BAF7458-7287-4C05-6FF5-A664DEDC7DCB}"/>
              </a:ext>
            </a:extLst>
          </p:cNvPr>
          <p:cNvSpPr/>
          <p:nvPr/>
        </p:nvSpPr>
        <p:spPr>
          <a:xfrm>
            <a:off x="4922164" y="2446439"/>
            <a:ext cx="1819220" cy="216024"/>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cs typeface="Times New Roman" panose="02020603050405020304" pitchFamily="18" charset="0"/>
            </a:endParaRPr>
          </a:p>
        </p:txBody>
      </p:sp>
      <p:sp>
        <p:nvSpPr>
          <p:cNvPr id="70" name="Textfeld 69">
            <a:extLst>
              <a:ext uri="{FF2B5EF4-FFF2-40B4-BE49-F238E27FC236}">
                <a16:creationId xmlns:a16="http://schemas.microsoft.com/office/drawing/2014/main" id="{CB789903-9A0E-AE63-96BF-F8378B6C06CB}"/>
              </a:ext>
            </a:extLst>
          </p:cNvPr>
          <p:cNvSpPr txBox="1"/>
          <p:nvPr/>
        </p:nvSpPr>
        <p:spPr>
          <a:xfrm>
            <a:off x="4445752" y="1199566"/>
            <a:ext cx="479618" cy="369332"/>
          </a:xfrm>
          <a:prstGeom prst="rect">
            <a:avLst/>
          </a:prstGeom>
          <a:noFill/>
        </p:spPr>
        <p:txBody>
          <a:bodyPr wrap="none" rtlCol="0">
            <a:spAutoFit/>
          </a:bodyPr>
          <a:lstStyle/>
          <a:p>
            <a:r>
              <a:rPr lang="en-US" dirty="0">
                <a:cs typeface="Times New Roman" panose="02020603050405020304" pitchFamily="18" charset="0"/>
              </a:rPr>
              <a:t>R1</a:t>
            </a:r>
            <a:endParaRPr lang="de-DE" dirty="0">
              <a:cs typeface="Times New Roman" panose="02020603050405020304" pitchFamily="18" charset="0"/>
            </a:endParaRPr>
          </a:p>
        </p:txBody>
      </p:sp>
      <p:sp>
        <p:nvSpPr>
          <p:cNvPr id="71" name="Textfeld 70">
            <a:extLst>
              <a:ext uri="{FF2B5EF4-FFF2-40B4-BE49-F238E27FC236}">
                <a16:creationId xmlns:a16="http://schemas.microsoft.com/office/drawing/2014/main" id="{DD930249-6F34-0081-4D2F-EE481D5C88AA}"/>
              </a:ext>
            </a:extLst>
          </p:cNvPr>
          <p:cNvSpPr txBox="1"/>
          <p:nvPr/>
        </p:nvSpPr>
        <p:spPr>
          <a:xfrm>
            <a:off x="4437126" y="1500814"/>
            <a:ext cx="479618" cy="369332"/>
          </a:xfrm>
          <a:prstGeom prst="rect">
            <a:avLst/>
          </a:prstGeom>
          <a:noFill/>
        </p:spPr>
        <p:txBody>
          <a:bodyPr wrap="none" rtlCol="0">
            <a:spAutoFit/>
          </a:bodyPr>
          <a:lstStyle/>
          <a:p>
            <a:r>
              <a:rPr lang="en-US" dirty="0">
                <a:cs typeface="Times New Roman" panose="02020603050405020304" pitchFamily="18" charset="0"/>
              </a:rPr>
              <a:t>R2</a:t>
            </a:r>
            <a:endParaRPr lang="de-DE" dirty="0">
              <a:cs typeface="Times New Roman" panose="02020603050405020304" pitchFamily="18" charset="0"/>
            </a:endParaRPr>
          </a:p>
        </p:txBody>
      </p:sp>
      <p:sp>
        <p:nvSpPr>
          <p:cNvPr id="72" name="Textfeld 71">
            <a:extLst>
              <a:ext uri="{FF2B5EF4-FFF2-40B4-BE49-F238E27FC236}">
                <a16:creationId xmlns:a16="http://schemas.microsoft.com/office/drawing/2014/main" id="{A731ABD6-173A-ED8B-9667-21C30C3A14CB}"/>
              </a:ext>
            </a:extLst>
          </p:cNvPr>
          <p:cNvSpPr txBox="1"/>
          <p:nvPr/>
        </p:nvSpPr>
        <p:spPr>
          <a:xfrm>
            <a:off x="4445752" y="1787054"/>
            <a:ext cx="479618" cy="369332"/>
          </a:xfrm>
          <a:prstGeom prst="rect">
            <a:avLst/>
          </a:prstGeom>
          <a:noFill/>
        </p:spPr>
        <p:txBody>
          <a:bodyPr wrap="none" rtlCol="0">
            <a:spAutoFit/>
          </a:bodyPr>
          <a:lstStyle/>
          <a:p>
            <a:r>
              <a:rPr lang="en-US" dirty="0">
                <a:cs typeface="Times New Roman" panose="02020603050405020304" pitchFamily="18" charset="0"/>
              </a:rPr>
              <a:t>R3</a:t>
            </a:r>
            <a:endParaRPr lang="de-DE" dirty="0">
              <a:cs typeface="Times New Roman" panose="02020603050405020304" pitchFamily="18" charset="0"/>
            </a:endParaRPr>
          </a:p>
        </p:txBody>
      </p:sp>
      <p:sp>
        <p:nvSpPr>
          <p:cNvPr id="73" name="Textfeld 72">
            <a:extLst>
              <a:ext uri="{FF2B5EF4-FFF2-40B4-BE49-F238E27FC236}">
                <a16:creationId xmlns:a16="http://schemas.microsoft.com/office/drawing/2014/main" id="{969CF727-D324-A080-83A7-7D4653474F81}"/>
              </a:ext>
            </a:extLst>
          </p:cNvPr>
          <p:cNvSpPr txBox="1"/>
          <p:nvPr/>
        </p:nvSpPr>
        <p:spPr>
          <a:xfrm>
            <a:off x="4445752" y="2086031"/>
            <a:ext cx="479618" cy="369332"/>
          </a:xfrm>
          <a:prstGeom prst="rect">
            <a:avLst/>
          </a:prstGeom>
          <a:noFill/>
        </p:spPr>
        <p:txBody>
          <a:bodyPr wrap="none" rtlCol="0">
            <a:spAutoFit/>
          </a:bodyPr>
          <a:lstStyle/>
          <a:p>
            <a:r>
              <a:rPr lang="en-US" dirty="0">
                <a:cs typeface="Times New Roman" panose="02020603050405020304" pitchFamily="18" charset="0"/>
              </a:rPr>
              <a:t>R4</a:t>
            </a:r>
            <a:endParaRPr lang="de-DE" dirty="0">
              <a:cs typeface="Times New Roman" panose="02020603050405020304" pitchFamily="18" charset="0"/>
            </a:endParaRPr>
          </a:p>
        </p:txBody>
      </p:sp>
      <p:sp>
        <p:nvSpPr>
          <p:cNvPr id="74" name="Textfeld 73">
            <a:extLst>
              <a:ext uri="{FF2B5EF4-FFF2-40B4-BE49-F238E27FC236}">
                <a16:creationId xmlns:a16="http://schemas.microsoft.com/office/drawing/2014/main" id="{420B8D98-279F-FA32-E107-94DC3A0E3E66}"/>
              </a:ext>
            </a:extLst>
          </p:cNvPr>
          <p:cNvSpPr txBox="1"/>
          <p:nvPr/>
        </p:nvSpPr>
        <p:spPr>
          <a:xfrm>
            <a:off x="4445752" y="2386489"/>
            <a:ext cx="479618" cy="369332"/>
          </a:xfrm>
          <a:prstGeom prst="rect">
            <a:avLst/>
          </a:prstGeom>
          <a:noFill/>
        </p:spPr>
        <p:txBody>
          <a:bodyPr wrap="none" rtlCol="0">
            <a:spAutoFit/>
          </a:bodyPr>
          <a:lstStyle/>
          <a:p>
            <a:r>
              <a:rPr lang="en-US" dirty="0">
                <a:cs typeface="Times New Roman" panose="02020603050405020304" pitchFamily="18" charset="0"/>
              </a:rPr>
              <a:t>R5</a:t>
            </a:r>
            <a:endParaRPr lang="de-DE" dirty="0">
              <a:cs typeface="Times New Roman" panose="02020603050405020304" pitchFamily="18" charset="0"/>
            </a:endParaRPr>
          </a:p>
        </p:txBody>
      </p:sp>
      <p:sp>
        <p:nvSpPr>
          <p:cNvPr id="75" name="Rechteck 74">
            <a:extLst>
              <a:ext uri="{FF2B5EF4-FFF2-40B4-BE49-F238E27FC236}">
                <a16:creationId xmlns:a16="http://schemas.microsoft.com/office/drawing/2014/main" id="{C28641EF-8E59-E0F3-5704-383125734DD5}"/>
              </a:ext>
            </a:extLst>
          </p:cNvPr>
          <p:cNvSpPr/>
          <p:nvPr/>
        </p:nvSpPr>
        <p:spPr>
          <a:xfrm>
            <a:off x="7802484" y="1271574"/>
            <a:ext cx="1800200" cy="21602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cs typeface="Times New Roman" panose="02020603050405020304" pitchFamily="18" charset="0"/>
            </a:endParaRPr>
          </a:p>
        </p:txBody>
      </p:sp>
      <p:sp>
        <p:nvSpPr>
          <p:cNvPr id="76" name="Rechteck 75">
            <a:extLst>
              <a:ext uri="{FF2B5EF4-FFF2-40B4-BE49-F238E27FC236}">
                <a16:creationId xmlns:a16="http://schemas.microsoft.com/office/drawing/2014/main" id="{AE183EC4-1A96-4A5E-02EA-D3F0FE49FB22}"/>
              </a:ext>
            </a:extLst>
          </p:cNvPr>
          <p:cNvSpPr/>
          <p:nvPr/>
        </p:nvSpPr>
        <p:spPr>
          <a:xfrm>
            <a:off x="7802484" y="1568520"/>
            <a:ext cx="2232248" cy="216024"/>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cs typeface="Times New Roman" panose="02020603050405020304" pitchFamily="18" charset="0"/>
            </a:endParaRPr>
          </a:p>
        </p:txBody>
      </p:sp>
      <p:sp>
        <p:nvSpPr>
          <p:cNvPr id="77" name="Rechteck 76">
            <a:extLst>
              <a:ext uri="{FF2B5EF4-FFF2-40B4-BE49-F238E27FC236}">
                <a16:creationId xmlns:a16="http://schemas.microsoft.com/office/drawing/2014/main" id="{D50BE2D8-15AE-6AEF-3871-445CDE65FA78}"/>
              </a:ext>
            </a:extLst>
          </p:cNvPr>
          <p:cNvSpPr/>
          <p:nvPr/>
        </p:nvSpPr>
        <p:spPr>
          <a:xfrm>
            <a:off x="7802484" y="1863708"/>
            <a:ext cx="1872208" cy="216024"/>
          </a:xfrm>
          <a:prstGeom prst="rect">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cs typeface="Times New Roman" panose="02020603050405020304" pitchFamily="18" charset="0"/>
            </a:endParaRPr>
          </a:p>
        </p:txBody>
      </p:sp>
      <p:sp>
        <p:nvSpPr>
          <p:cNvPr id="78" name="Rechteck 77">
            <a:extLst>
              <a:ext uri="{FF2B5EF4-FFF2-40B4-BE49-F238E27FC236}">
                <a16:creationId xmlns:a16="http://schemas.microsoft.com/office/drawing/2014/main" id="{631929C6-B69D-3168-41FD-3B03531E9177}"/>
              </a:ext>
            </a:extLst>
          </p:cNvPr>
          <p:cNvSpPr/>
          <p:nvPr/>
        </p:nvSpPr>
        <p:spPr>
          <a:xfrm>
            <a:off x="7802484" y="2162685"/>
            <a:ext cx="1440160" cy="216024"/>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cs typeface="Times New Roman" panose="02020603050405020304" pitchFamily="18" charset="0"/>
            </a:endParaRPr>
          </a:p>
        </p:txBody>
      </p:sp>
      <p:sp>
        <p:nvSpPr>
          <p:cNvPr id="79" name="Rechteck 78">
            <a:extLst>
              <a:ext uri="{FF2B5EF4-FFF2-40B4-BE49-F238E27FC236}">
                <a16:creationId xmlns:a16="http://schemas.microsoft.com/office/drawing/2014/main" id="{49EC1C24-B2E6-EE6D-4EE3-653892C547EF}"/>
              </a:ext>
            </a:extLst>
          </p:cNvPr>
          <p:cNvSpPr/>
          <p:nvPr/>
        </p:nvSpPr>
        <p:spPr>
          <a:xfrm>
            <a:off x="7802484" y="2446439"/>
            <a:ext cx="2304256" cy="216024"/>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cs typeface="Times New Roman" panose="02020603050405020304" pitchFamily="18" charset="0"/>
            </a:endParaRPr>
          </a:p>
        </p:txBody>
      </p:sp>
      <p:sp>
        <p:nvSpPr>
          <p:cNvPr id="80" name="Textfeld 79">
            <a:extLst>
              <a:ext uri="{FF2B5EF4-FFF2-40B4-BE49-F238E27FC236}">
                <a16:creationId xmlns:a16="http://schemas.microsoft.com/office/drawing/2014/main" id="{E8FE9C4F-EDF5-784D-461A-00AF1276BB76}"/>
              </a:ext>
            </a:extLst>
          </p:cNvPr>
          <p:cNvSpPr txBox="1"/>
          <p:nvPr/>
        </p:nvSpPr>
        <p:spPr>
          <a:xfrm>
            <a:off x="7326072" y="1199566"/>
            <a:ext cx="479618" cy="369332"/>
          </a:xfrm>
          <a:prstGeom prst="rect">
            <a:avLst/>
          </a:prstGeom>
          <a:noFill/>
        </p:spPr>
        <p:txBody>
          <a:bodyPr wrap="none" rtlCol="0">
            <a:spAutoFit/>
          </a:bodyPr>
          <a:lstStyle/>
          <a:p>
            <a:r>
              <a:rPr lang="en-US" dirty="0">
                <a:cs typeface="Times New Roman" panose="02020603050405020304" pitchFamily="18" charset="0"/>
              </a:rPr>
              <a:t>R1</a:t>
            </a:r>
            <a:endParaRPr lang="de-DE" dirty="0">
              <a:cs typeface="Times New Roman" panose="02020603050405020304" pitchFamily="18" charset="0"/>
            </a:endParaRPr>
          </a:p>
        </p:txBody>
      </p:sp>
      <p:sp>
        <p:nvSpPr>
          <p:cNvPr id="81" name="Textfeld 80">
            <a:extLst>
              <a:ext uri="{FF2B5EF4-FFF2-40B4-BE49-F238E27FC236}">
                <a16:creationId xmlns:a16="http://schemas.microsoft.com/office/drawing/2014/main" id="{1DD19F6E-98B3-2FCE-E980-79ECEEAF574E}"/>
              </a:ext>
            </a:extLst>
          </p:cNvPr>
          <p:cNvSpPr txBox="1"/>
          <p:nvPr/>
        </p:nvSpPr>
        <p:spPr>
          <a:xfrm>
            <a:off x="7317446" y="1500814"/>
            <a:ext cx="479618" cy="369332"/>
          </a:xfrm>
          <a:prstGeom prst="rect">
            <a:avLst/>
          </a:prstGeom>
          <a:noFill/>
        </p:spPr>
        <p:txBody>
          <a:bodyPr wrap="none" rtlCol="0">
            <a:spAutoFit/>
          </a:bodyPr>
          <a:lstStyle/>
          <a:p>
            <a:r>
              <a:rPr lang="en-US" dirty="0">
                <a:cs typeface="Times New Roman" panose="02020603050405020304" pitchFamily="18" charset="0"/>
              </a:rPr>
              <a:t>R2</a:t>
            </a:r>
            <a:endParaRPr lang="de-DE" dirty="0">
              <a:cs typeface="Times New Roman" panose="02020603050405020304" pitchFamily="18" charset="0"/>
            </a:endParaRPr>
          </a:p>
        </p:txBody>
      </p:sp>
      <p:sp>
        <p:nvSpPr>
          <p:cNvPr id="82" name="Textfeld 81">
            <a:extLst>
              <a:ext uri="{FF2B5EF4-FFF2-40B4-BE49-F238E27FC236}">
                <a16:creationId xmlns:a16="http://schemas.microsoft.com/office/drawing/2014/main" id="{DD59C9BB-28C1-08B3-B737-A6E1D73C38A1}"/>
              </a:ext>
            </a:extLst>
          </p:cNvPr>
          <p:cNvSpPr txBox="1"/>
          <p:nvPr/>
        </p:nvSpPr>
        <p:spPr>
          <a:xfrm>
            <a:off x="7326072" y="1787054"/>
            <a:ext cx="479618" cy="369332"/>
          </a:xfrm>
          <a:prstGeom prst="rect">
            <a:avLst/>
          </a:prstGeom>
          <a:noFill/>
        </p:spPr>
        <p:txBody>
          <a:bodyPr wrap="none" rtlCol="0">
            <a:spAutoFit/>
          </a:bodyPr>
          <a:lstStyle/>
          <a:p>
            <a:r>
              <a:rPr lang="en-US" dirty="0">
                <a:cs typeface="Times New Roman" panose="02020603050405020304" pitchFamily="18" charset="0"/>
              </a:rPr>
              <a:t>R3</a:t>
            </a:r>
            <a:endParaRPr lang="de-DE" dirty="0">
              <a:cs typeface="Times New Roman" panose="02020603050405020304" pitchFamily="18" charset="0"/>
            </a:endParaRPr>
          </a:p>
        </p:txBody>
      </p:sp>
      <p:sp>
        <p:nvSpPr>
          <p:cNvPr id="83" name="Textfeld 82">
            <a:extLst>
              <a:ext uri="{FF2B5EF4-FFF2-40B4-BE49-F238E27FC236}">
                <a16:creationId xmlns:a16="http://schemas.microsoft.com/office/drawing/2014/main" id="{656071F3-86CB-C1BE-A63F-C3CF12255630}"/>
              </a:ext>
            </a:extLst>
          </p:cNvPr>
          <p:cNvSpPr txBox="1"/>
          <p:nvPr/>
        </p:nvSpPr>
        <p:spPr>
          <a:xfrm>
            <a:off x="7326072" y="2086031"/>
            <a:ext cx="479618" cy="369332"/>
          </a:xfrm>
          <a:prstGeom prst="rect">
            <a:avLst/>
          </a:prstGeom>
          <a:noFill/>
        </p:spPr>
        <p:txBody>
          <a:bodyPr wrap="none" rtlCol="0">
            <a:spAutoFit/>
          </a:bodyPr>
          <a:lstStyle/>
          <a:p>
            <a:r>
              <a:rPr lang="en-US" dirty="0">
                <a:cs typeface="Times New Roman" panose="02020603050405020304" pitchFamily="18" charset="0"/>
              </a:rPr>
              <a:t>R4</a:t>
            </a:r>
            <a:endParaRPr lang="de-DE" dirty="0">
              <a:cs typeface="Times New Roman" panose="02020603050405020304" pitchFamily="18" charset="0"/>
            </a:endParaRPr>
          </a:p>
        </p:txBody>
      </p:sp>
      <p:sp>
        <p:nvSpPr>
          <p:cNvPr id="84" name="Textfeld 83">
            <a:extLst>
              <a:ext uri="{FF2B5EF4-FFF2-40B4-BE49-F238E27FC236}">
                <a16:creationId xmlns:a16="http://schemas.microsoft.com/office/drawing/2014/main" id="{5958C7A4-86B1-FAC5-E51C-BF72DB960D14}"/>
              </a:ext>
            </a:extLst>
          </p:cNvPr>
          <p:cNvSpPr txBox="1"/>
          <p:nvPr/>
        </p:nvSpPr>
        <p:spPr>
          <a:xfrm>
            <a:off x="7326072" y="2386489"/>
            <a:ext cx="479618" cy="369332"/>
          </a:xfrm>
          <a:prstGeom prst="rect">
            <a:avLst/>
          </a:prstGeom>
          <a:noFill/>
        </p:spPr>
        <p:txBody>
          <a:bodyPr wrap="none" rtlCol="0">
            <a:spAutoFit/>
          </a:bodyPr>
          <a:lstStyle/>
          <a:p>
            <a:r>
              <a:rPr lang="en-US" dirty="0">
                <a:cs typeface="Times New Roman" panose="02020603050405020304" pitchFamily="18" charset="0"/>
              </a:rPr>
              <a:t>R5</a:t>
            </a:r>
            <a:endParaRPr lang="de-DE" dirty="0">
              <a:cs typeface="Times New Roman" panose="02020603050405020304" pitchFamily="18" charset="0"/>
            </a:endParaRPr>
          </a:p>
        </p:txBody>
      </p:sp>
      <p:sp>
        <p:nvSpPr>
          <p:cNvPr id="85" name="Textfeld 84">
            <a:extLst>
              <a:ext uri="{FF2B5EF4-FFF2-40B4-BE49-F238E27FC236}">
                <a16:creationId xmlns:a16="http://schemas.microsoft.com/office/drawing/2014/main" id="{B1FD44A3-2F01-D462-221F-7D7DB7461E97}"/>
              </a:ext>
            </a:extLst>
          </p:cNvPr>
          <p:cNvSpPr txBox="1"/>
          <p:nvPr/>
        </p:nvSpPr>
        <p:spPr>
          <a:xfrm>
            <a:off x="2329876" y="940269"/>
            <a:ext cx="1210588" cy="369332"/>
          </a:xfrm>
          <a:prstGeom prst="rect">
            <a:avLst/>
          </a:prstGeom>
          <a:noFill/>
        </p:spPr>
        <p:txBody>
          <a:bodyPr wrap="none" rtlCol="0">
            <a:spAutoFit/>
          </a:bodyPr>
          <a:lstStyle/>
          <a:p>
            <a:r>
              <a:rPr lang="en-US" dirty="0">
                <a:cs typeface="Times New Roman" panose="02020603050405020304" pitchFamily="18" charset="0"/>
              </a:rPr>
              <a:t>Solution 1</a:t>
            </a:r>
            <a:endParaRPr lang="de-DE" dirty="0">
              <a:cs typeface="Times New Roman" panose="02020603050405020304" pitchFamily="18" charset="0"/>
            </a:endParaRPr>
          </a:p>
        </p:txBody>
      </p:sp>
      <p:sp>
        <p:nvSpPr>
          <p:cNvPr id="86" name="Textfeld 85">
            <a:extLst>
              <a:ext uri="{FF2B5EF4-FFF2-40B4-BE49-F238E27FC236}">
                <a16:creationId xmlns:a16="http://schemas.microsoft.com/office/drawing/2014/main" id="{9E14D482-BD37-B58C-5254-CE85C581CFF0}"/>
              </a:ext>
            </a:extLst>
          </p:cNvPr>
          <p:cNvSpPr txBox="1"/>
          <p:nvPr/>
        </p:nvSpPr>
        <p:spPr>
          <a:xfrm>
            <a:off x="5138188" y="953869"/>
            <a:ext cx="1210588" cy="369332"/>
          </a:xfrm>
          <a:prstGeom prst="rect">
            <a:avLst/>
          </a:prstGeom>
          <a:noFill/>
        </p:spPr>
        <p:txBody>
          <a:bodyPr wrap="none" rtlCol="0">
            <a:spAutoFit/>
          </a:bodyPr>
          <a:lstStyle/>
          <a:p>
            <a:r>
              <a:rPr lang="en-US" dirty="0">
                <a:cs typeface="Times New Roman" panose="02020603050405020304" pitchFamily="18" charset="0"/>
              </a:rPr>
              <a:t>Solution 2</a:t>
            </a:r>
            <a:endParaRPr lang="de-DE" dirty="0">
              <a:cs typeface="Times New Roman" panose="02020603050405020304" pitchFamily="18" charset="0"/>
            </a:endParaRPr>
          </a:p>
        </p:txBody>
      </p:sp>
      <p:sp>
        <p:nvSpPr>
          <p:cNvPr id="87" name="Textfeld 86">
            <a:extLst>
              <a:ext uri="{FF2B5EF4-FFF2-40B4-BE49-F238E27FC236}">
                <a16:creationId xmlns:a16="http://schemas.microsoft.com/office/drawing/2014/main" id="{7D470C4C-3355-4481-BFFD-2298FE6F5FE9}"/>
              </a:ext>
            </a:extLst>
          </p:cNvPr>
          <p:cNvSpPr txBox="1"/>
          <p:nvPr/>
        </p:nvSpPr>
        <p:spPr>
          <a:xfrm>
            <a:off x="8187605" y="948803"/>
            <a:ext cx="1210588" cy="369332"/>
          </a:xfrm>
          <a:prstGeom prst="rect">
            <a:avLst/>
          </a:prstGeom>
          <a:noFill/>
        </p:spPr>
        <p:txBody>
          <a:bodyPr wrap="none" rtlCol="0">
            <a:spAutoFit/>
          </a:bodyPr>
          <a:lstStyle/>
          <a:p>
            <a:r>
              <a:rPr lang="en-US" dirty="0">
                <a:cs typeface="Times New Roman" panose="02020603050405020304" pitchFamily="18" charset="0"/>
              </a:rPr>
              <a:t>Solution 3</a:t>
            </a:r>
            <a:endParaRPr lang="de-DE" dirty="0">
              <a:cs typeface="Times New Roman" panose="02020603050405020304" pitchFamily="18" charset="0"/>
            </a:endParaRPr>
          </a:p>
        </p:txBody>
      </p:sp>
      <p:sp>
        <p:nvSpPr>
          <p:cNvPr id="88" name="Textfeld 87">
            <a:extLst>
              <a:ext uri="{FF2B5EF4-FFF2-40B4-BE49-F238E27FC236}">
                <a16:creationId xmlns:a16="http://schemas.microsoft.com/office/drawing/2014/main" id="{18367A81-7AD5-266D-E586-D9BED1C8203E}"/>
              </a:ext>
            </a:extLst>
          </p:cNvPr>
          <p:cNvSpPr txBox="1"/>
          <p:nvPr/>
        </p:nvSpPr>
        <p:spPr>
          <a:xfrm>
            <a:off x="2176350" y="2878872"/>
            <a:ext cx="1306768" cy="369332"/>
          </a:xfrm>
          <a:prstGeom prst="rect">
            <a:avLst/>
          </a:prstGeom>
          <a:noFill/>
        </p:spPr>
        <p:txBody>
          <a:bodyPr wrap="none" rtlCol="0">
            <a:spAutoFit/>
          </a:bodyPr>
          <a:lstStyle/>
          <a:p>
            <a:r>
              <a:rPr lang="en-US" dirty="0">
                <a:cs typeface="Times New Roman" panose="02020603050405020304" pitchFamily="18" charset="0"/>
              </a:rPr>
              <a:t>Cost1 = 50</a:t>
            </a:r>
            <a:endParaRPr lang="de-DE" dirty="0">
              <a:cs typeface="Times New Roman" panose="02020603050405020304" pitchFamily="18" charset="0"/>
            </a:endParaRPr>
          </a:p>
        </p:txBody>
      </p:sp>
      <p:sp>
        <p:nvSpPr>
          <p:cNvPr id="89" name="Textfeld 88">
            <a:extLst>
              <a:ext uri="{FF2B5EF4-FFF2-40B4-BE49-F238E27FC236}">
                <a16:creationId xmlns:a16="http://schemas.microsoft.com/office/drawing/2014/main" id="{61F27E73-914F-94A3-5C9B-B16E6BFE76E4}"/>
              </a:ext>
            </a:extLst>
          </p:cNvPr>
          <p:cNvSpPr txBox="1"/>
          <p:nvPr/>
        </p:nvSpPr>
        <p:spPr>
          <a:xfrm>
            <a:off x="5210196" y="2919522"/>
            <a:ext cx="1306768" cy="369332"/>
          </a:xfrm>
          <a:prstGeom prst="rect">
            <a:avLst/>
          </a:prstGeom>
          <a:noFill/>
        </p:spPr>
        <p:txBody>
          <a:bodyPr wrap="none" rtlCol="0">
            <a:spAutoFit/>
          </a:bodyPr>
          <a:lstStyle/>
          <a:p>
            <a:r>
              <a:rPr lang="en-US" dirty="0">
                <a:cs typeface="Times New Roman" panose="02020603050405020304" pitchFamily="18" charset="0"/>
              </a:rPr>
              <a:t>Cost2 = 60</a:t>
            </a:r>
            <a:endParaRPr lang="de-DE" dirty="0">
              <a:cs typeface="Times New Roman" panose="02020603050405020304" pitchFamily="18" charset="0"/>
            </a:endParaRPr>
          </a:p>
        </p:txBody>
      </p:sp>
      <p:sp>
        <p:nvSpPr>
          <p:cNvPr id="90" name="Textfeld 89">
            <a:extLst>
              <a:ext uri="{FF2B5EF4-FFF2-40B4-BE49-F238E27FC236}">
                <a16:creationId xmlns:a16="http://schemas.microsoft.com/office/drawing/2014/main" id="{F9F1FE6B-FAC4-1027-8ADA-C5975F42FEE6}"/>
              </a:ext>
            </a:extLst>
          </p:cNvPr>
          <p:cNvSpPr txBox="1"/>
          <p:nvPr/>
        </p:nvSpPr>
        <p:spPr>
          <a:xfrm>
            <a:off x="8071496" y="2919522"/>
            <a:ext cx="1306768" cy="369332"/>
          </a:xfrm>
          <a:prstGeom prst="rect">
            <a:avLst/>
          </a:prstGeom>
          <a:noFill/>
        </p:spPr>
        <p:txBody>
          <a:bodyPr wrap="none" rtlCol="0">
            <a:spAutoFit/>
          </a:bodyPr>
          <a:lstStyle/>
          <a:p>
            <a:r>
              <a:rPr lang="en-US" dirty="0">
                <a:cs typeface="Times New Roman" panose="02020603050405020304" pitchFamily="18" charset="0"/>
              </a:rPr>
              <a:t>Cost3 = 55</a:t>
            </a:r>
            <a:endParaRPr lang="de-DE" dirty="0">
              <a:cs typeface="Times New Roman" panose="02020603050405020304" pitchFamily="18" charset="0"/>
            </a:endParaRPr>
          </a:p>
        </p:txBody>
      </p:sp>
      <p:sp>
        <p:nvSpPr>
          <p:cNvPr id="91" name="Textfeld 90">
            <a:extLst>
              <a:ext uri="{FF2B5EF4-FFF2-40B4-BE49-F238E27FC236}">
                <a16:creationId xmlns:a16="http://schemas.microsoft.com/office/drawing/2014/main" id="{B824E167-88EE-C09B-D70E-7F0744F60BF8}"/>
              </a:ext>
            </a:extLst>
          </p:cNvPr>
          <p:cNvSpPr txBox="1"/>
          <p:nvPr/>
        </p:nvSpPr>
        <p:spPr>
          <a:xfrm>
            <a:off x="5188350" y="3546542"/>
            <a:ext cx="1210588" cy="369332"/>
          </a:xfrm>
          <a:prstGeom prst="rect">
            <a:avLst/>
          </a:prstGeom>
          <a:noFill/>
        </p:spPr>
        <p:txBody>
          <a:bodyPr wrap="none" rtlCol="0">
            <a:spAutoFit/>
          </a:bodyPr>
          <a:lstStyle/>
          <a:p>
            <a:r>
              <a:rPr lang="en-US" dirty="0">
                <a:cs typeface="Times New Roman" panose="02020603050405020304" pitchFamily="18" charset="0"/>
              </a:rPr>
              <a:t>Solution 4</a:t>
            </a:r>
            <a:endParaRPr lang="de-DE" dirty="0">
              <a:cs typeface="Times New Roman" panose="02020603050405020304" pitchFamily="18" charset="0"/>
            </a:endParaRPr>
          </a:p>
        </p:txBody>
      </p:sp>
      <p:sp>
        <p:nvSpPr>
          <p:cNvPr id="92" name="Textfeld 91">
            <a:extLst>
              <a:ext uri="{FF2B5EF4-FFF2-40B4-BE49-F238E27FC236}">
                <a16:creationId xmlns:a16="http://schemas.microsoft.com/office/drawing/2014/main" id="{C7F21C47-FCDA-47B0-EFBC-99290A6CD420}"/>
              </a:ext>
            </a:extLst>
          </p:cNvPr>
          <p:cNvSpPr txBox="1"/>
          <p:nvPr/>
        </p:nvSpPr>
        <p:spPr>
          <a:xfrm>
            <a:off x="4437126" y="3852548"/>
            <a:ext cx="479618" cy="369332"/>
          </a:xfrm>
          <a:prstGeom prst="rect">
            <a:avLst/>
          </a:prstGeom>
          <a:noFill/>
        </p:spPr>
        <p:txBody>
          <a:bodyPr wrap="none" rtlCol="0">
            <a:spAutoFit/>
          </a:bodyPr>
          <a:lstStyle/>
          <a:p>
            <a:r>
              <a:rPr lang="en-US" dirty="0">
                <a:cs typeface="Times New Roman" panose="02020603050405020304" pitchFamily="18" charset="0"/>
              </a:rPr>
              <a:t>R1</a:t>
            </a:r>
            <a:endParaRPr lang="de-DE" dirty="0">
              <a:cs typeface="Times New Roman" panose="02020603050405020304" pitchFamily="18" charset="0"/>
            </a:endParaRPr>
          </a:p>
        </p:txBody>
      </p:sp>
      <p:sp>
        <p:nvSpPr>
          <p:cNvPr id="93" name="Textfeld 92">
            <a:extLst>
              <a:ext uri="{FF2B5EF4-FFF2-40B4-BE49-F238E27FC236}">
                <a16:creationId xmlns:a16="http://schemas.microsoft.com/office/drawing/2014/main" id="{4ACD4D39-BABA-65B5-1DF0-6CD55E67A263}"/>
              </a:ext>
            </a:extLst>
          </p:cNvPr>
          <p:cNvSpPr txBox="1"/>
          <p:nvPr/>
        </p:nvSpPr>
        <p:spPr>
          <a:xfrm>
            <a:off x="4428500" y="4153796"/>
            <a:ext cx="479618" cy="369332"/>
          </a:xfrm>
          <a:prstGeom prst="rect">
            <a:avLst/>
          </a:prstGeom>
          <a:noFill/>
        </p:spPr>
        <p:txBody>
          <a:bodyPr wrap="none" rtlCol="0">
            <a:spAutoFit/>
          </a:bodyPr>
          <a:lstStyle/>
          <a:p>
            <a:r>
              <a:rPr lang="en-US" dirty="0">
                <a:cs typeface="Times New Roman" panose="02020603050405020304" pitchFamily="18" charset="0"/>
              </a:rPr>
              <a:t>R2</a:t>
            </a:r>
            <a:endParaRPr lang="de-DE" dirty="0">
              <a:cs typeface="Times New Roman" panose="02020603050405020304" pitchFamily="18" charset="0"/>
            </a:endParaRPr>
          </a:p>
        </p:txBody>
      </p:sp>
      <p:sp>
        <p:nvSpPr>
          <p:cNvPr id="94" name="Textfeld 93">
            <a:extLst>
              <a:ext uri="{FF2B5EF4-FFF2-40B4-BE49-F238E27FC236}">
                <a16:creationId xmlns:a16="http://schemas.microsoft.com/office/drawing/2014/main" id="{8E2D0EE3-60C7-02C2-36E1-6767C80E6542}"/>
              </a:ext>
            </a:extLst>
          </p:cNvPr>
          <p:cNvSpPr txBox="1"/>
          <p:nvPr/>
        </p:nvSpPr>
        <p:spPr>
          <a:xfrm>
            <a:off x="4437126" y="4448503"/>
            <a:ext cx="479618" cy="369332"/>
          </a:xfrm>
          <a:prstGeom prst="rect">
            <a:avLst/>
          </a:prstGeom>
          <a:noFill/>
        </p:spPr>
        <p:txBody>
          <a:bodyPr wrap="none" rtlCol="0">
            <a:spAutoFit/>
          </a:bodyPr>
          <a:lstStyle/>
          <a:p>
            <a:r>
              <a:rPr lang="en-US" dirty="0">
                <a:cs typeface="Times New Roman" panose="02020603050405020304" pitchFamily="18" charset="0"/>
              </a:rPr>
              <a:t>R3</a:t>
            </a:r>
            <a:endParaRPr lang="de-DE" dirty="0">
              <a:cs typeface="Times New Roman" panose="02020603050405020304" pitchFamily="18" charset="0"/>
            </a:endParaRPr>
          </a:p>
        </p:txBody>
      </p:sp>
      <p:sp>
        <p:nvSpPr>
          <p:cNvPr id="95" name="Textfeld 94">
            <a:extLst>
              <a:ext uri="{FF2B5EF4-FFF2-40B4-BE49-F238E27FC236}">
                <a16:creationId xmlns:a16="http://schemas.microsoft.com/office/drawing/2014/main" id="{523F5D96-CE1C-8C1B-05A6-DA93830DBA18}"/>
              </a:ext>
            </a:extLst>
          </p:cNvPr>
          <p:cNvSpPr txBox="1"/>
          <p:nvPr/>
        </p:nvSpPr>
        <p:spPr>
          <a:xfrm>
            <a:off x="4437126" y="4747480"/>
            <a:ext cx="479618" cy="369332"/>
          </a:xfrm>
          <a:prstGeom prst="rect">
            <a:avLst/>
          </a:prstGeom>
          <a:noFill/>
        </p:spPr>
        <p:txBody>
          <a:bodyPr wrap="none" rtlCol="0">
            <a:spAutoFit/>
          </a:bodyPr>
          <a:lstStyle/>
          <a:p>
            <a:r>
              <a:rPr lang="en-US" dirty="0">
                <a:cs typeface="Times New Roman" panose="02020603050405020304" pitchFamily="18" charset="0"/>
              </a:rPr>
              <a:t>R4</a:t>
            </a:r>
            <a:endParaRPr lang="de-DE" dirty="0">
              <a:cs typeface="Times New Roman" panose="02020603050405020304" pitchFamily="18" charset="0"/>
            </a:endParaRPr>
          </a:p>
        </p:txBody>
      </p:sp>
      <p:sp>
        <p:nvSpPr>
          <p:cNvPr id="96" name="Textfeld 95">
            <a:extLst>
              <a:ext uri="{FF2B5EF4-FFF2-40B4-BE49-F238E27FC236}">
                <a16:creationId xmlns:a16="http://schemas.microsoft.com/office/drawing/2014/main" id="{9011059F-E60F-490E-BF48-65061949F31D}"/>
              </a:ext>
            </a:extLst>
          </p:cNvPr>
          <p:cNvSpPr txBox="1"/>
          <p:nvPr/>
        </p:nvSpPr>
        <p:spPr>
          <a:xfrm>
            <a:off x="4437126" y="5047938"/>
            <a:ext cx="479618" cy="369332"/>
          </a:xfrm>
          <a:prstGeom prst="rect">
            <a:avLst/>
          </a:prstGeom>
          <a:noFill/>
        </p:spPr>
        <p:txBody>
          <a:bodyPr wrap="none" rtlCol="0">
            <a:spAutoFit/>
          </a:bodyPr>
          <a:lstStyle/>
          <a:p>
            <a:r>
              <a:rPr lang="en-US" dirty="0">
                <a:cs typeface="Times New Roman" panose="02020603050405020304" pitchFamily="18" charset="0"/>
              </a:rPr>
              <a:t>R5</a:t>
            </a:r>
            <a:endParaRPr lang="de-DE" dirty="0">
              <a:cs typeface="Times New Roman" panose="02020603050405020304" pitchFamily="18" charset="0"/>
            </a:endParaRPr>
          </a:p>
        </p:txBody>
      </p:sp>
      <p:sp>
        <p:nvSpPr>
          <p:cNvPr id="97" name="Textfeld 96">
            <a:extLst>
              <a:ext uri="{FF2B5EF4-FFF2-40B4-BE49-F238E27FC236}">
                <a16:creationId xmlns:a16="http://schemas.microsoft.com/office/drawing/2014/main" id="{C37B9874-DD8E-90A9-BFB7-175C2512852B}"/>
              </a:ext>
            </a:extLst>
          </p:cNvPr>
          <p:cNvSpPr txBox="1"/>
          <p:nvPr/>
        </p:nvSpPr>
        <p:spPr>
          <a:xfrm>
            <a:off x="5276892" y="5714465"/>
            <a:ext cx="1306768" cy="369332"/>
          </a:xfrm>
          <a:prstGeom prst="rect">
            <a:avLst/>
          </a:prstGeom>
          <a:noFill/>
        </p:spPr>
        <p:txBody>
          <a:bodyPr wrap="none" rtlCol="0">
            <a:spAutoFit/>
          </a:bodyPr>
          <a:lstStyle/>
          <a:p>
            <a:r>
              <a:rPr lang="en-US" dirty="0">
                <a:cs typeface="Times New Roman" panose="02020603050405020304" pitchFamily="18" charset="0"/>
              </a:rPr>
              <a:t>Cost4 = 45</a:t>
            </a:r>
            <a:endParaRPr lang="de-DE" dirty="0">
              <a:cs typeface="Times New Roman" panose="02020603050405020304" pitchFamily="18" charset="0"/>
            </a:endParaRPr>
          </a:p>
        </p:txBody>
      </p:sp>
      <p:sp>
        <p:nvSpPr>
          <p:cNvPr id="98" name="Textfeld 97">
            <a:extLst>
              <a:ext uri="{FF2B5EF4-FFF2-40B4-BE49-F238E27FC236}">
                <a16:creationId xmlns:a16="http://schemas.microsoft.com/office/drawing/2014/main" id="{DD1EB08A-DDBE-CAD1-9941-F093D8F3193F}"/>
              </a:ext>
            </a:extLst>
          </p:cNvPr>
          <p:cNvSpPr txBox="1"/>
          <p:nvPr/>
        </p:nvSpPr>
        <p:spPr>
          <a:xfrm>
            <a:off x="2671126" y="4356170"/>
            <a:ext cx="1342868" cy="461665"/>
          </a:xfrm>
          <a:prstGeom prst="rect">
            <a:avLst/>
          </a:prstGeom>
          <a:noFill/>
        </p:spPr>
        <p:txBody>
          <a:bodyPr wrap="none" rtlCol="0">
            <a:spAutoFit/>
          </a:bodyPr>
          <a:lstStyle/>
          <a:p>
            <a:r>
              <a:rPr lang="en-US" sz="2400" b="1" dirty="0">
                <a:cs typeface="Times New Roman" panose="02020603050405020304" pitchFamily="18" charset="0"/>
              </a:rPr>
              <a:t>SP start</a:t>
            </a:r>
            <a:endParaRPr lang="de-DE" sz="2400" b="1" dirty="0">
              <a:cs typeface="Times New Roman" panose="02020603050405020304" pitchFamily="18" charset="0"/>
            </a:endParaRPr>
          </a:p>
        </p:txBody>
      </p:sp>
    </p:spTree>
    <p:extLst>
      <p:ext uri="{BB962C8B-B14F-4D97-AF65-F5344CB8AC3E}">
        <p14:creationId xmlns:p14="http://schemas.microsoft.com/office/powerpoint/2010/main" val="2185296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5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childTnLst>
                                    <p:set>
                                      <p:cBhvr>
                                        <p:cTn id="32" dur="1" fill="hold">
                                          <p:stCondLst>
                                            <p:cond delay="0"/>
                                          </p:stCondLst>
                                        </p:cTn>
                                        <p:tgtEl>
                                          <p:spTgt spid="66"/>
                                        </p:tgtEl>
                                        <p:attrNameLst>
                                          <p:attrName>style.visibility</p:attrName>
                                        </p:attrNameLst>
                                      </p:cBhvr>
                                      <p:to>
                                        <p:strVal val="visible"/>
                                      </p:to>
                                    </p:set>
                                  </p:childTnLst>
                                </p:cTn>
                              </p:par>
                              <p:par>
                                <p:cTn id="33" presetID="1" presetClass="entr" presetSubtype="0" fill="hold" grpId="1" nodeType="withEffect">
                                  <p:stCondLst>
                                    <p:cond delay="0"/>
                                  </p:stCondLst>
                                  <p:childTnLst>
                                    <p:set>
                                      <p:cBhvr>
                                        <p:cTn id="34" dur="1" fill="hold">
                                          <p:stCondLst>
                                            <p:cond delay="0"/>
                                          </p:stCondLst>
                                        </p:cTn>
                                        <p:tgtEl>
                                          <p:spTgt spid="6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1" nodeType="clickEffect">
                                  <p:stCondLst>
                                    <p:cond delay="0"/>
                                  </p:stCondLst>
                                  <p:childTnLst>
                                    <p:set>
                                      <p:cBhvr>
                                        <p:cTn id="58" dur="1" fill="hold">
                                          <p:stCondLst>
                                            <p:cond delay="0"/>
                                          </p:stCondLst>
                                        </p:cTn>
                                        <p:tgtEl>
                                          <p:spTgt spid="7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8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9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54"/>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98"/>
                                        </p:tgtEl>
                                        <p:attrNameLst>
                                          <p:attrName>style.visibility</p:attrName>
                                        </p:attrNameLst>
                                      </p:cBhvr>
                                      <p:to>
                                        <p:strVal val="visible"/>
                                      </p:to>
                                    </p:set>
                                  </p:childTnLst>
                                </p:cTn>
                              </p:par>
                              <p:par>
                                <p:cTn id="89" presetID="1" presetClass="exit" presetSubtype="0" fill="hold" grpId="1" nodeType="withEffect">
                                  <p:stCondLst>
                                    <p:cond delay="0"/>
                                  </p:stCondLst>
                                  <p:childTnLst>
                                    <p:set>
                                      <p:cBhvr>
                                        <p:cTn id="90" dur="1" fill="hold">
                                          <p:stCondLst>
                                            <p:cond delay="0"/>
                                          </p:stCondLst>
                                        </p:cTn>
                                        <p:tgtEl>
                                          <p:spTgt spid="54"/>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42" presetClass="path" presetSubtype="0" accel="50000" decel="50000" fill="hold" grpId="0" nodeType="clickEffect">
                                  <p:stCondLst>
                                    <p:cond delay="0"/>
                                  </p:stCondLst>
                                  <p:childTnLst>
                                    <p:animMotion origin="layout" path="M 3.27959E-7 4.15973E-6 L 0.2614 0.41058 " pathEditMode="relative" rAng="0" ptsTypes="AA">
                                      <p:cBhvr>
                                        <p:cTn id="94" dur="2000" fill="hold"/>
                                        <p:tgtEl>
                                          <p:spTgt spid="55"/>
                                        </p:tgtEl>
                                        <p:attrNameLst>
                                          <p:attrName>ppt_x</p:attrName>
                                          <p:attrName>ppt_y</p:attrName>
                                        </p:attrNameLst>
                                      </p:cBhvr>
                                      <p:rCtr x="13063" y="20529"/>
                                    </p:animMotion>
                                  </p:childTnLst>
                                </p:cTn>
                              </p:par>
                              <p:par>
                                <p:cTn id="95" presetID="42" presetClass="path" presetSubtype="0" accel="50000" decel="50000" fill="hold" grpId="0" nodeType="withEffect">
                                  <p:stCondLst>
                                    <p:cond delay="0"/>
                                  </p:stCondLst>
                                  <p:childTnLst>
                                    <p:animMotion origin="layout" path="M 2.01047E-6 3.2827E-6 L -0.00262 0.41033 " pathEditMode="relative" rAng="0" ptsTypes="AA">
                                      <p:cBhvr>
                                        <p:cTn id="96" dur="2000" fill="hold"/>
                                        <p:tgtEl>
                                          <p:spTgt spid="66"/>
                                        </p:tgtEl>
                                        <p:attrNameLst>
                                          <p:attrName>ppt_x</p:attrName>
                                          <p:attrName>ppt_y</p:attrName>
                                        </p:attrNameLst>
                                      </p:cBhvr>
                                      <p:rCtr x="-138" y="20505"/>
                                    </p:animMotion>
                                  </p:childTnLst>
                                </p:cTn>
                              </p:par>
                              <p:par>
                                <p:cTn id="97" presetID="42" presetClass="path" presetSubtype="0" accel="50000" decel="50000" fill="hold" grpId="0" nodeType="withEffect">
                                  <p:stCondLst>
                                    <p:cond delay="0"/>
                                  </p:stCondLst>
                                  <p:childTnLst>
                                    <p:animMotion origin="layout" path="M -1.26774E-7 -2.61636E-6 L -0.25065 0.41034 " pathEditMode="relative" rAng="0" ptsTypes="AA">
                                      <p:cBhvr>
                                        <p:cTn id="98" dur="2000" fill="hold"/>
                                        <p:tgtEl>
                                          <p:spTgt spid="77"/>
                                        </p:tgtEl>
                                        <p:attrNameLst>
                                          <p:attrName>ppt_x</p:attrName>
                                          <p:attrName>ppt_y</p:attrName>
                                        </p:attrNameLst>
                                      </p:cBhvr>
                                      <p:rCtr x="-12540" y="20505"/>
                                    </p:animMotion>
                                  </p:childTnLst>
                                </p:cTn>
                              </p:par>
                              <p:par>
                                <p:cTn id="99" presetID="42" presetClass="path" presetSubtype="0" accel="50000" decel="50000" fill="hold" grpId="0" nodeType="withEffect">
                                  <p:stCondLst>
                                    <p:cond delay="0"/>
                                  </p:stCondLst>
                                  <p:childTnLst>
                                    <p:animMotion origin="layout" path="M -3.6668E-6 1.52866E-6 L 0.00042 0.40764 " pathEditMode="relative" rAng="0" ptsTypes="AA">
                                      <p:cBhvr>
                                        <p:cTn id="100" dur="2000" fill="hold"/>
                                        <p:tgtEl>
                                          <p:spTgt spid="68"/>
                                        </p:tgtEl>
                                        <p:attrNameLst>
                                          <p:attrName>ppt_x</p:attrName>
                                          <p:attrName>ppt_y</p:attrName>
                                        </p:attrNameLst>
                                      </p:cBhvr>
                                      <p:rCtr x="14" y="20382"/>
                                    </p:animMotion>
                                  </p:childTnLst>
                                </p:cTn>
                              </p:par>
                              <p:par>
                                <p:cTn id="101" presetID="42" presetClass="path" presetSubtype="0" accel="50000" decel="50000" fill="hold" grpId="0" nodeType="withEffect">
                                  <p:stCondLst>
                                    <p:cond delay="0"/>
                                  </p:stCondLst>
                                  <p:childTnLst>
                                    <p:animMotion origin="layout" path="M -0.06807 -0.07031 L 0.26609 0.41499 " pathEditMode="relative" rAng="0" ptsTypes="AA">
                                      <p:cBhvr>
                                        <p:cTn id="102" dur="2000" fill="hold"/>
                                        <p:tgtEl>
                                          <p:spTgt spid="59"/>
                                        </p:tgtEl>
                                        <p:attrNameLst>
                                          <p:attrName>ppt_x</p:attrName>
                                          <p:attrName>ppt_y</p:attrName>
                                        </p:attrNameLst>
                                      </p:cBhvr>
                                      <p:rCtr x="16701" y="24253"/>
                                    </p:animMotion>
                                  </p:childTnLst>
                                </p:cTn>
                              </p:par>
                              <p:par>
                                <p:cTn id="103" presetID="1" presetClass="entr" presetSubtype="0" fill="hold" grpId="0" nodeType="withEffect">
                                  <p:stCondLst>
                                    <p:cond delay="0"/>
                                  </p:stCondLst>
                                  <p:childTnLst>
                                    <p:set>
                                      <p:cBhvr>
                                        <p:cTn id="104" dur="1" fill="hold">
                                          <p:stCondLst>
                                            <p:cond delay="0"/>
                                          </p:stCondLst>
                                        </p:cTn>
                                        <p:tgtEl>
                                          <p:spTgt spid="91"/>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92"/>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93"/>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94"/>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95"/>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96"/>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97"/>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4" grpId="0" animBg="1"/>
      <p:bldP spid="54" grpId="1" animBg="1"/>
      <p:bldP spid="55" grpId="0" animBg="1"/>
      <p:bldP spid="55" grpId="1" animBg="1"/>
      <p:bldP spid="56" grpId="0" animBg="1"/>
      <p:bldP spid="57" grpId="0" animBg="1"/>
      <p:bldP spid="58" grpId="0" animBg="1"/>
      <p:bldP spid="59" grpId="0" animBg="1"/>
      <p:bldP spid="59" grpId="1" animBg="1"/>
      <p:bldP spid="60" grpId="0"/>
      <p:bldP spid="61" grpId="0"/>
      <p:bldP spid="62" grpId="0"/>
      <p:bldP spid="63" grpId="0"/>
      <p:bldP spid="64" grpId="0"/>
      <p:bldP spid="65" grpId="0" animBg="1"/>
      <p:bldP spid="66" grpId="0" animBg="1"/>
      <p:bldP spid="66" grpId="1" animBg="1"/>
      <p:bldP spid="67" grpId="0" animBg="1"/>
      <p:bldP spid="68" grpId="0" animBg="1"/>
      <p:bldP spid="68" grpId="1" animBg="1"/>
      <p:bldP spid="69" grpId="0" animBg="1"/>
      <p:bldP spid="70" grpId="0"/>
      <p:bldP spid="71" grpId="0"/>
      <p:bldP spid="72" grpId="0"/>
      <p:bldP spid="73" grpId="0"/>
      <p:bldP spid="74" grpId="0"/>
      <p:bldP spid="75" grpId="0" animBg="1"/>
      <p:bldP spid="76" grpId="0" animBg="1"/>
      <p:bldP spid="77" grpId="0" animBg="1"/>
      <p:bldP spid="77" grpId="1" animBg="1"/>
      <p:bldP spid="78" grpId="0" animBg="1"/>
      <p:bldP spid="79" grpId="0" animBg="1"/>
      <p:bldP spid="80" grpId="0"/>
      <p:bldP spid="81" grpId="0"/>
      <p:bldP spid="82" grpId="0"/>
      <p:bldP spid="83" grpId="0"/>
      <p:bldP spid="84" grpId="0"/>
      <p:bldP spid="85" grpId="0"/>
      <p:bldP spid="86" grpId="0"/>
      <p:bldP spid="87" grpId="0"/>
      <p:bldP spid="88" grpId="0"/>
      <p:bldP spid="89" grpId="0"/>
      <p:bldP spid="90" grpId="0"/>
      <p:bldP spid="91" grpId="0"/>
      <p:bldP spid="92" grpId="0"/>
      <p:bldP spid="93" grpId="0"/>
      <p:bldP spid="94" grpId="0"/>
      <p:bldP spid="95" grpId="0"/>
      <p:bldP spid="96" grpId="0"/>
      <p:bldP spid="97" grpId="0"/>
      <p:bldP spid="9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Bildplatzhalter 19">
            <a:extLst>
              <a:ext uri="{FF2B5EF4-FFF2-40B4-BE49-F238E27FC236}">
                <a16:creationId xmlns:a16="http://schemas.microsoft.com/office/drawing/2014/main" id="{0E1072AF-D108-4FD4-9FAA-2C25E1C6CECF}"/>
              </a:ext>
            </a:extLst>
          </p:cNvPr>
          <p:cNvSpPr>
            <a:spLocks noGrp="1"/>
          </p:cNvSpPr>
          <p:nvPr>
            <p:ph type="pic" sz="quarter" idx="10"/>
          </p:nvPr>
        </p:nvSpPr>
        <p:spPr/>
      </p:sp>
      <p:sp>
        <p:nvSpPr>
          <p:cNvPr id="25" name="Bildplatzhalter 24">
            <a:extLst>
              <a:ext uri="{FF2B5EF4-FFF2-40B4-BE49-F238E27FC236}">
                <a16:creationId xmlns:a16="http://schemas.microsoft.com/office/drawing/2014/main" id="{0A5B9E11-5315-48D2-95FB-002908FE5EF1}"/>
              </a:ext>
            </a:extLst>
          </p:cNvPr>
          <p:cNvSpPr>
            <a:spLocks noGrp="1"/>
          </p:cNvSpPr>
          <p:nvPr>
            <p:ph type="pic" sz="quarter" idx="12"/>
          </p:nvPr>
        </p:nvSpPr>
        <p:spPr/>
      </p:sp>
      <p:sp>
        <p:nvSpPr>
          <p:cNvPr id="21" name="Bildplatzhalter 20">
            <a:extLst>
              <a:ext uri="{FF2B5EF4-FFF2-40B4-BE49-F238E27FC236}">
                <a16:creationId xmlns:a16="http://schemas.microsoft.com/office/drawing/2014/main" id="{71626CD5-3D2E-4056-A9C8-209E99E5B54B}"/>
              </a:ext>
            </a:extLst>
          </p:cNvPr>
          <p:cNvSpPr>
            <a:spLocks noGrp="1"/>
          </p:cNvSpPr>
          <p:nvPr>
            <p:ph type="pic" sz="quarter" idx="11"/>
          </p:nvPr>
        </p:nvSpPr>
        <p:spPr/>
      </p:sp>
      <p:sp>
        <p:nvSpPr>
          <p:cNvPr id="9" name="Vertikaler Textplatzhalter 8">
            <a:extLst>
              <a:ext uri="{FF2B5EF4-FFF2-40B4-BE49-F238E27FC236}">
                <a16:creationId xmlns:a16="http://schemas.microsoft.com/office/drawing/2014/main" id="{B05C6185-3625-416E-86EF-511CD5283F1B}"/>
              </a:ext>
            </a:extLst>
          </p:cNvPr>
          <p:cNvSpPr>
            <a:spLocks noGrp="1"/>
          </p:cNvSpPr>
          <p:nvPr>
            <p:ph type="body" orient="vert" idx="1"/>
          </p:nvPr>
        </p:nvSpPr>
        <p:spPr/>
        <p:txBody>
          <a:bodyPr/>
          <a:lstStyle/>
          <a:p>
            <a:r>
              <a:rPr lang="de-DE" dirty="0"/>
              <a:t>Parameters</a:t>
            </a:r>
          </a:p>
        </p:txBody>
      </p:sp>
    </p:spTree>
    <p:extLst>
      <p:ext uri="{BB962C8B-B14F-4D97-AF65-F5344CB8AC3E}">
        <p14:creationId xmlns:p14="http://schemas.microsoft.com/office/powerpoint/2010/main" val="3317444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Bildplatzhalter 21">
            <a:extLst>
              <a:ext uri="{FF2B5EF4-FFF2-40B4-BE49-F238E27FC236}">
                <a16:creationId xmlns:a16="http://schemas.microsoft.com/office/drawing/2014/main" id="{7E1CB7A5-C7BA-4F51-95CC-91AF3D5F1306}"/>
              </a:ext>
            </a:extLst>
          </p:cNvPr>
          <p:cNvSpPr>
            <a:spLocks noGrp="1"/>
          </p:cNvSpPr>
          <p:nvPr>
            <p:ph type="pic" sz="quarter" idx="10"/>
          </p:nvPr>
        </p:nvSpPr>
        <p:spPr/>
      </p:sp>
      <p:sp>
        <p:nvSpPr>
          <p:cNvPr id="24" name="Bildplatzhalter 23">
            <a:extLst>
              <a:ext uri="{FF2B5EF4-FFF2-40B4-BE49-F238E27FC236}">
                <a16:creationId xmlns:a16="http://schemas.microsoft.com/office/drawing/2014/main" id="{8B1AF901-E4F8-4E21-97E8-9F58B5E81B8F}"/>
              </a:ext>
            </a:extLst>
          </p:cNvPr>
          <p:cNvSpPr>
            <a:spLocks noGrp="1"/>
          </p:cNvSpPr>
          <p:nvPr>
            <p:ph type="pic" sz="quarter" idx="12"/>
          </p:nvPr>
        </p:nvSpPr>
        <p:spPr/>
      </p:sp>
      <p:sp>
        <p:nvSpPr>
          <p:cNvPr id="23" name="Bildplatzhalter 22">
            <a:extLst>
              <a:ext uri="{FF2B5EF4-FFF2-40B4-BE49-F238E27FC236}">
                <a16:creationId xmlns:a16="http://schemas.microsoft.com/office/drawing/2014/main" id="{0F8121F3-7C81-4F6C-8899-FD5A2517FFD7}"/>
              </a:ext>
            </a:extLst>
          </p:cNvPr>
          <p:cNvSpPr>
            <a:spLocks noGrp="1"/>
          </p:cNvSpPr>
          <p:nvPr>
            <p:ph type="pic" sz="quarter" idx="11"/>
          </p:nvPr>
        </p:nvSpPr>
        <p:spPr/>
      </p:sp>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de-DE" dirty="0" err="1"/>
              <a:t>Overview</a:t>
            </a:r>
            <a:endParaRPr lang="de-DE" dirty="0"/>
          </a:p>
        </p:txBody>
      </p:sp>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p:txBody>
          <a:bodyPr/>
          <a:lstStyle/>
          <a:p>
            <a:pPr marL="457200" indent="-457200">
              <a:lnSpc>
                <a:spcPts val="2900"/>
              </a:lnSpc>
              <a:buFont typeface="+mj-lt"/>
              <a:buAutoNum type="arabicPeriod"/>
            </a:pPr>
            <a:r>
              <a:rPr lang="en-US" b="0" dirty="0"/>
              <a:t>Max. Empty Approach</a:t>
            </a:r>
          </a:p>
          <a:p>
            <a:pPr marL="457200" indent="-457200">
              <a:lnSpc>
                <a:spcPts val="2900"/>
              </a:lnSpc>
              <a:buFont typeface="+mj-lt"/>
              <a:buAutoNum type="arabicPeriod"/>
            </a:pPr>
            <a:r>
              <a:rPr lang="en-US" b="0" dirty="0"/>
              <a:t>Delay Cost Threshold</a:t>
            </a:r>
          </a:p>
          <a:p>
            <a:pPr marL="457200" indent="-457200">
              <a:lnSpc>
                <a:spcPts val="2900"/>
              </a:lnSpc>
              <a:buFont typeface="+mj-lt"/>
              <a:buAutoNum type="arabicPeriod"/>
            </a:pPr>
            <a:r>
              <a:rPr lang="en-US" b="0" dirty="0"/>
              <a:t>Order Priority Weight</a:t>
            </a:r>
          </a:p>
          <a:p>
            <a:pPr marL="457200" indent="-457200">
              <a:lnSpc>
                <a:spcPts val="2900"/>
              </a:lnSpc>
              <a:buFont typeface="+mj-lt"/>
              <a:buAutoNum type="arabicPeriod"/>
            </a:pPr>
            <a:r>
              <a:rPr lang="en-US" b="0" dirty="0"/>
              <a:t>Truck Priority Weight</a:t>
            </a:r>
          </a:p>
          <a:p>
            <a:pPr marL="457200" indent="-457200">
              <a:lnSpc>
                <a:spcPts val="2900"/>
              </a:lnSpc>
              <a:buFont typeface="+mj-lt"/>
              <a:buAutoNum type="arabicPeriod"/>
            </a:pPr>
            <a:r>
              <a:rPr lang="en-US" b="0" dirty="0"/>
              <a:t>Minimum Roaming Travel</a:t>
            </a:r>
          </a:p>
          <a:p>
            <a:pPr marL="457200" indent="-457200">
              <a:lnSpc>
                <a:spcPts val="2900"/>
              </a:lnSpc>
              <a:buFont typeface="+mj-lt"/>
              <a:buAutoNum type="arabicPeriod"/>
            </a:pPr>
            <a:r>
              <a:rPr lang="en-US" b="0" dirty="0"/>
              <a:t>Truck Treated As Idle</a:t>
            </a:r>
          </a:p>
          <a:p>
            <a:pPr marL="457200" indent="-457200">
              <a:lnSpc>
                <a:spcPts val="2900"/>
              </a:lnSpc>
              <a:buFont typeface="+mj-lt"/>
              <a:buAutoNum type="arabicPeriod"/>
            </a:pPr>
            <a:r>
              <a:rPr lang="en-US" b="0" dirty="0"/>
              <a:t>Preloads Aligned Right</a:t>
            </a:r>
          </a:p>
          <a:p>
            <a:pPr marL="457200" indent="-457200">
              <a:lnSpc>
                <a:spcPts val="2900"/>
              </a:lnSpc>
              <a:buFont typeface="+mj-lt"/>
              <a:buAutoNum type="arabicPeriod"/>
            </a:pPr>
            <a:r>
              <a:rPr lang="en-US" b="0" dirty="0"/>
              <a:t>Extra Time Ratio For Preload</a:t>
            </a:r>
          </a:p>
          <a:p>
            <a:pPr marL="457200" indent="-457200">
              <a:lnSpc>
                <a:spcPts val="2900"/>
              </a:lnSpc>
              <a:buFont typeface="+mj-lt"/>
              <a:buAutoNum type="arabicPeriod"/>
            </a:pPr>
            <a:r>
              <a:rPr lang="en-US" b="0" dirty="0"/>
              <a:t>Prefer Early Loading</a:t>
            </a:r>
          </a:p>
          <a:p>
            <a:pPr marL="457200" indent="-457200">
              <a:lnSpc>
                <a:spcPts val="2900"/>
              </a:lnSpc>
              <a:buFont typeface="+mj-lt"/>
              <a:buAutoNum type="arabicPeriod"/>
            </a:pPr>
            <a:r>
              <a:rPr lang="en-US" b="0" dirty="0"/>
              <a:t>Cost Function Weightings</a:t>
            </a:r>
          </a:p>
        </p:txBody>
      </p:sp>
    </p:spTree>
    <p:extLst>
      <p:ext uri="{BB962C8B-B14F-4D97-AF65-F5344CB8AC3E}">
        <p14:creationId xmlns:p14="http://schemas.microsoft.com/office/powerpoint/2010/main" val="12739082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de-DE" dirty="0"/>
              <a:t>Maximum Empty Approach</a:t>
            </a:r>
          </a:p>
        </p:txBody>
      </p:sp>
      <mc:AlternateContent xmlns:mc="http://schemas.openxmlformats.org/markup-compatibility/2006">
        <mc:Choice xmlns:a14="http://schemas.microsoft.com/office/drawing/2010/main" Requires="a14">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49" y="1350963"/>
                <a:ext cx="10449983" cy="4445000"/>
              </a:xfrm>
            </p:spPr>
            <p:txBody>
              <a:bodyPr/>
              <a:lstStyle/>
              <a:p>
                <a:pPr algn="just">
                  <a:lnSpc>
                    <a:spcPts val="2900"/>
                  </a:lnSpc>
                </a:pPr>
                <a:r>
                  <a:rPr lang="en-US" b="0" dirty="0"/>
                  <a:t>The empty drive to the depot of the next order has to be smaller than:</a:t>
                </a:r>
              </a:p>
              <a:p>
                <a:pPr algn="just">
                  <a:lnSpc>
                    <a:spcPts val="2900"/>
                  </a:lnSpc>
                </a:pPr>
                <a14:m>
                  <m:oMathPara xmlns:m="http://schemas.openxmlformats.org/officeDocument/2006/math">
                    <m:oMathParaPr>
                      <m:jc m:val="centerGroup"/>
                    </m:oMathParaPr>
                    <m:oMath xmlns:m="http://schemas.openxmlformats.org/officeDocument/2006/math">
                      <m:r>
                        <a:rPr lang="de-DE" b="0" i="1" smtClean="0">
                          <a:latin typeface="Cambria Math"/>
                        </a:rPr>
                        <m:t>𝑚𝑎𝑥</m:t>
                      </m:r>
                      <m:r>
                        <a:rPr lang="de-DE" b="0" i="1" smtClean="0">
                          <a:latin typeface="Cambria Math"/>
                        </a:rPr>
                        <m:t>(</m:t>
                      </m:r>
                      <m:r>
                        <a:rPr lang="en-US" b="0" i="1" smtClean="0">
                          <a:latin typeface="Cambria Math"/>
                        </a:rPr>
                        <m:t>𝐻𝑜𝑚𝑒𝑟𝑢𝑛</m:t>
                      </m:r>
                      <m:r>
                        <a:rPr lang="en-US" b="0" i="1" smtClean="0">
                          <a:latin typeface="Cambria Math"/>
                        </a:rPr>
                        <m:t>,</m:t>
                      </m:r>
                      <m:r>
                        <a:rPr lang="en-US" b="0" i="1" smtClean="0">
                          <a:latin typeface="Cambria Math"/>
                        </a:rPr>
                        <m:t>𝑀𝑎𝑥𝐸𝑚𝑝𝑡𝑦𝐴𝑝𝑝𝑟𝑜𝑎𝑐h</m:t>
                      </m:r>
                      <m:r>
                        <a:rPr lang="de-DE" b="0" i="1" smtClean="0">
                          <a:latin typeface="Cambria Math"/>
                        </a:rPr>
                        <m:t>)</m:t>
                      </m:r>
                    </m:oMath>
                  </m:oMathPara>
                </a14:m>
                <a:endParaRPr lang="de-DE" b="0" dirty="0"/>
              </a:p>
              <a:p>
                <a:pPr algn="just">
                  <a:lnSpc>
                    <a:spcPts val="2900"/>
                  </a:lnSpc>
                </a:pPr>
                <a:r>
                  <a:rPr lang="en-US" b="0" dirty="0"/>
                  <a:t>The parameter is only relevant for non roaming trucks and the default is 220 km.</a:t>
                </a:r>
              </a:p>
            </p:txBody>
          </p:sp>
        </mc:Choice>
        <mc:Fallback>
          <p:sp>
            <p:nvSpPr>
              <p:cNvPr id="13" name="Inhaltsplatzhalter 12">
                <a:extLst>
                  <a:ext uri="{FF2B5EF4-FFF2-40B4-BE49-F238E27FC236}">
                    <a16:creationId xmlns:a16="http://schemas.microsoft.com/office/drawing/2014/main" id="{9EFE2027-5700-4C3D-BDF6-799D626AF7C2}"/>
                  </a:ext>
                </a:extLst>
              </p:cNvPr>
              <p:cNvSpPr>
                <a:spLocks noGrp="1" noRot="1" noChangeAspect="1" noMove="1" noResize="1" noEditPoints="1" noAdjustHandles="1" noChangeArrowheads="1" noChangeShapeType="1" noTextEdit="1"/>
              </p:cNvSpPr>
              <p:nvPr>
                <p:ph idx="1"/>
              </p:nvPr>
            </p:nvSpPr>
            <p:spPr>
              <a:xfrm>
                <a:off x="539749" y="1350963"/>
                <a:ext cx="10449983" cy="4445000"/>
              </a:xfrm>
              <a:blipFill>
                <a:blip r:embed="rId5"/>
                <a:stretch>
                  <a:fillRect l="-1400" t="-549"/>
                </a:stretch>
              </a:blipFill>
            </p:spPr>
            <p:txBody>
              <a:bodyPr/>
              <a:lstStyle/>
              <a:p>
                <a:r>
                  <a:rPr lang="de-DE">
                    <a:noFill/>
                  </a:rPr>
                  <a:t> </a:t>
                </a:r>
              </a:p>
            </p:txBody>
          </p:sp>
        </mc:Fallback>
      </mc:AlternateContent>
      <p:cxnSp>
        <p:nvCxnSpPr>
          <p:cNvPr id="7" name="Gerade Verbindung 28">
            <a:extLst>
              <a:ext uri="{FF2B5EF4-FFF2-40B4-BE49-F238E27FC236}">
                <a16:creationId xmlns:a16="http://schemas.microsoft.com/office/drawing/2014/main" id="{AEA8F3E6-E3ED-0580-F98F-48ABCAACBBFC}"/>
              </a:ext>
            </a:extLst>
          </p:cNvPr>
          <p:cNvCxnSpPr/>
          <p:nvPr/>
        </p:nvCxnSpPr>
        <p:spPr bwMode="auto">
          <a:xfrm flipV="1">
            <a:off x="2274714" y="3797501"/>
            <a:ext cx="2304256" cy="8188"/>
          </a:xfrm>
          <a:prstGeom prst="line">
            <a:avLst/>
          </a:prstGeom>
          <a:noFill/>
          <a:ln w="28575" cap="rnd" cmpd="sng" algn="ctr">
            <a:solidFill>
              <a:srgbClr val="FE7668"/>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8" name="Gerade Verbindung mit Pfeil 7">
            <a:extLst>
              <a:ext uri="{FF2B5EF4-FFF2-40B4-BE49-F238E27FC236}">
                <a16:creationId xmlns:a16="http://schemas.microsoft.com/office/drawing/2014/main" id="{9FA69E38-16DA-E6E2-14EB-F89A1056C248}"/>
              </a:ext>
            </a:extLst>
          </p:cNvPr>
          <p:cNvCxnSpPr/>
          <p:nvPr/>
        </p:nvCxnSpPr>
        <p:spPr bwMode="auto">
          <a:xfrm>
            <a:off x="6163146" y="3797501"/>
            <a:ext cx="2864073" cy="9644"/>
          </a:xfrm>
          <a:prstGeom prst="straightConnector1">
            <a:avLst/>
          </a:prstGeom>
          <a:noFill/>
          <a:ln w="28575" cap="flat" cmpd="sng" algn="ctr">
            <a:solidFill>
              <a:srgbClr val="00B050"/>
            </a:solidFill>
            <a:prstDash val="solid"/>
            <a:round/>
            <a:headEnd type="none" w="med" len="med"/>
            <a:tailEnd type="arrow"/>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mc:AlternateContent xmlns:mc="http://schemas.openxmlformats.org/markup-compatibility/2006">
        <mc:Choice xmlns:a14="http://schemas.microsoft.com/office/drawing/2010/main" Requires="a14">
          <p:sp>
            <p:nvSpPr>
              <p:cNvPr id="9" name="Textfeld 8">
                <a:extLst>
                  <a:ext uri="{FF2B5EF4-FFF2-40B4-BE49-F238E27FC236}">
                    <a16:creationId xmlns:a16="http://schemas.microsoft.com/office/drawing/2014/main" id="{2B42D9B0-DE51-C76E-BAA8-FDA7FBBA335F}"/>
                  </a:ext>
                </a:extLst>
              </p:cNvPr>
              <p:cNvSpPr txBox="1"/>
              <p:nvPr/>
            </p:nvSpPr>
            <p:spPr>
              <a:xfrm>
                <a:off x="6291668" y="2639377"/>
                <a:ext cx="2192973" cy="6158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de-DE" i="1" smtClean="0"/>
                        <m:t>𝐿𝑜𝑎𝑑𝑒𝑑</m:t>
                      </m:r>
                      <m:r>
                        <a:rPr lang="de-DE" i="1" smtClean="0"/>
                        <m:t> </m:t>
                      </m:r>
                      <m:r>
                        <a:rPr lang="de-DE" i="1" smtClean="0"/>
                        <m:t>𝑑𝑟𝑖𝑣𝑒</m:t>
                      </m:r>
                      <m:r>
                        <a:rPr lang="de-DE" b="0" i="1" smtClean="0"/>
                        <m:t>:</m:t>
                      </m:r>
                    </m:oMath>
                  </m:oMathPara>
                </a14:m>
                <a:endParaRPr lang="de-DE" b="0" i="1" dirty="0"/>
              </a:p>
              <a:p>
                <a14:m>
                  <m:oMathPara xmlns:m="http://schemas.openxmlformats.org/officeDocument/2006/math">
                    <m:oMathParaPr>
                      <m:jc m:val="centerGroup"/>
                    </m:oMathParaPr>
                    <m:oMath xmlns:m="http://schemas.openxmlformats.org/officeDocument/2006/math">
                      <m:r>
                        <a:rPr lang="de-DE" i="1" smtClean="0"/>
                        <m:t>𝐷𝑒𝑝𝑜𝑡</m:t>
                      </m:r>
                      <m:r>
                        <a:rPr lang="de-DE" i="1" smtClean="0"/>
                        <m:t> → </m:t>
                      </m:r>
                      <m:r>
                        <a:rPr lang="de-DE" i="1"/>
                        <m:t>𝐶𝑢𝑠𝑡𝑜𝑚𝑒𝑟</m:t>
                      </m:r>
                    </m:oMath>
                  </m:oMathPara>
                </a14:m>
                <a:endParaRPr lang="de-DE" dirty="0"/>
              </a:p>
            </p:txBody>
          </p:sp>
        </mc:Choice>
        <mc:Fallback>
          <p:sp>
            <p:nvSpPr>
              <p:cNvPr id="9" name="Textfeld 8">
                <a:extLst>
                  <a:ext uri="{FF2B5EF4-FFF2-40B4-BE49-F238E27FC236}">
                    <a16:creationId xmlns:a16="http://schemas.microsoft.com/office/drawing/2014/main" id="{2B42D9B0-DE51-C76E-BAA8-FDA7FBBA335F}"/>
                  </a:ext>
                </a:extLst>
              </p:cNvPr>
              <p:cNvSpPr txBox="1">
                <a:spLocks noRot="1" noChangeAspect="1" noMove="1" noResize="1" noEditPoints="1" noAdjustHandles="1" noChangeArrowheads="1" noChangeShapeType="1" noTextEdit="1"/>
              </p:cNvSpPr>
              <p:nvPr/>
            </p:nvSpPr>
            <p:spPr>
              <a:xfrm>
                <a:off x="6291668" y="2639377"/>
                <a:ext cx="2192973" cy="615810"/>
              </a:xfrm>
              <a:prstGeom prst="rect">
                <a:avLst/>
              </a:prstGeom>
              <a:blipFill>
                <a:blip r:embed="rId6"/>
                <a:stretch>
                  <a:fillRect b="-5941"/>
                </a:stretch>
              </a:blipFill>
            </p:spPr>
            <p:txBody>
              <a:bodyPr/>
              <a:lstStyle/>
              <a:p>
                <a:r>
                  <a:rPr lang="de-DE">
                    <a:noFill/>
                  </a:rPr>
                  <a:t> </a:t>
                </a:r>
              </a:p>
            </p:txBody>
          </p:sp>
        </mc:Fallback>
      </mc:AlternateContent>
      <mc:AlternateContent xmlns:mc="http://schemas.openxmlformats.org/markup-compatibility/2006">
        <mc:Choice xmlns:a14="http://schemas.microsoft.com/office/drawing/2010/main" Requires="a14">
          <p:sp>
            <p:nvSpPr>
              <p:cNvPr id="10" name="Textfeld 9">
                <a:extLst>
                  <a:ext uri="{FF2B5EF4-FFF2-40B4-BE49-F238E27FC236}">
                    <a16:creationId xmlns:a16="http://schemas.microsoft.com/office/drawing/2014/main" id="{D3A77D08-2368-A7C2-5E42-6125FE896EE7}"/>
                  </a:ext>
                </a:extLst>
              </p:cNvPr>
              <p:cNvSpPr txBox="1"/>
              <p:nvPr/>
            </p:nvSpPr>
            <p:spPr>
              <a:xfrm>
                <a:off x="1698650" y="2651064"/>
                <a:ext cx="2550955" cy="6158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de-DE" i="1" smtClean="0"/>
                        <m:t>𝐸𝑚𝑝𝑡𝑦</m:t>
                      </m:r>
                      <m:r>
                        <a:rPr lang="de-DE" i="1" smtClean="0"/>
                        <m:t> </m:t>
                      </m:r>
                      <m:r>
                        <a:rPr lang="de-DE" i="1" smtClean="0"/>
                        <m:t>𝑑𝑟𝑖𝑣𝑒</m:t>
                      </m:r>
                      <m:r>
                        <a:rPr lang="de-DE" i="1" smtClean="0"/>
                        <m:t> </m:t>
                      </m:r>
                      <m:r>
                        <a:rPr lang="de-DE" i="1" smtClean="0"/>
                        <m:t>𝑡𝑜</m:t>
                      </m:r>
                      <m:r>
                        <a:rPr lang="de-DE" i="1" smtClean="0"/>
                        <m:t> </m:t>
                      </m:r>
                      <m:r>
                        <a:rPr lang="de-DE" i="1" smtClean="0"/>
                        <m:t>𝑑𝑒𝑝𝑜𝑡</m:t>
                      </m:r>
                      <m:r>
                        <a:rPr lang="de-DE" b="0" i="1" smtClean="0"/>
                        <m:t>:</m:t>
                      </m:r>
                    </m:oMath>
                  </m:oMathPara>
                </a14:m>
                <a:endParaRPr lang="de-DE" b="0" i="1" dirty="0"/>
              </a:p>
              <a:p>
                <a14:m>
                  <m:oMathPara xmlns:m="http://schemas.openxmlformats.org/officeDocument/2006/math">
                    <m:oMathParaPr>
                      <m:jc m:val="centerGroup"/>
                    </m:oMathParaPr>
                    <m:oMath xmlns:m="http://schemas.openxmlformats.org/officeDocument/2006/math">
                      <m:r>
                        <a:rPr lang="de-DE" i="1" smtClean="0"/>
                        <m:t>𝐶𝑢𝑟𝑟</m:t>
                      </m:r>
                      <m:r>
                        <a:rPr lang="de-DE" b="0" i="1" smtClean="0"/>
                        <m:t>𝐿</m:t>
                      </m:r>
                      <m:r>
                        <a:rPr lang="de-DE" i="1"/>
                        <m:t>𝑜𝑐𝑎𝑡𝑖𝑜𝑛</m:t>
                      </m:r>
                      <m:r>
                        <a:rPr lang="de-DE" i="1"/>
                        <m:t> → </m:t>
                      </m:r>
                      <m:r>
                        <a:rPr lang="de-DE" i="1"/>
                        <m:t>𝐷𝑒𝑝𝑜𝑡</m:t>
                      </m:r>
                    </m:oMath>
                  </m:oMathPara>
                </a14:m>
                <a:endParaRPr lang="de-DE" dirty="0"/>
              </a:p>
            </p:txBody>
          </p:sp>
        </mc:Choice>
        <mc:Fallback>
          <p:sp>
            <p:nvSpPr>
              <p:cNvPr id="10" name="Textfeld 9">
                <a:extLst>
                  <a:ext uri="{FF2B5EF4-FFF2-40B4-BE49-F238E27FC236}">
                    <a16:creationId xmlns:a16="http://schemas.microsoft.com/office/drawing/2014/main" id="{D3A77D08-2368-A7C2-5E42-6125FE896EE7}"/>
                  </a:ext>
                </a:extLst>
              </p:cNvPr>
              <p:cNvSpPr txBox="1">
                <a:spLocks noRot="1" noChangeAspect="1" noMove="1" noResize="1" noEditPoints="1" noAdjustHandles="1" noChangeArrowheads="1" noChangeShapeType="1" noTextEdit="1"/>
              </p:cNvSpPr>
              <p:nvPr/>
            </p:nvSpPr>
            <p:spPr>
              <a:xfrm>
                <a:off x="1698650" y="2651064"/>
                <a:ext cx="2550955" cy="615810"/>
              </a:xfrm>
              <a:prstGeom prst="rect">
                <a:avLst/>
              </a:prstGeom>
              <a:blipFill>
                <a:blip r:embed="rId7"/>
                <a:stretch>
                  <a:fillRect b="-5941"/>
                </a:stretch>
              </a:blipFill>
            </p:spPr>
            <p:txBody>
              <a:bodyPr/>
              <a:lstStyle/>
              <a:p>
                <a:r>
                  <a:rPr lang="de-DE">
                    <a:noFill/>
                  </a:rPr>
                  <a:t> </a:t>
                </a:r>
              </a:p>
            </p:txBody>
          </p:sp>
        </mc:Fallback>
      </mc:AlternateContent>
      <p:cxnSp>
        <p:nvCxnSpPr>
          <p:cNvPr id="11" name="Gerade Verbindung 27">
            <a:extLst>
              <a:ext uri="{FF2B5EF4-FFF2-40B4-BE49-F238E27FC236}">
                <a16:creationId xmlns:a16="http://schemas.microsoft.com/office/drawing/2014/main" id="{4164C572-C939-5629-65A1-C5E7F27FBC21}"/>
              </a:ext>
            </a:extLst>
          </p:cNvPr>
          <p:cNvCxnSpPr/>
          <p:nvPr/>
        </p:nvCxnSpPr>
        <p:spPr bwMode="auto">
          <a:xfrm>
            <a:off x="1842666" y="4140796"/>
            <a:ext cx="4449002" cy="1170030"/>
          </a:xfrm>
          <a:prstGeom prst="line">
            <a:avLst/>
          </a:prstGeom>
          <a:noFill/>
          <a:ln w="28575" cap="rnd" cmpd="sng" algn="ctr">
            <a:solidFill>
              <a:srgbClr val="FE7668"/>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mc:AlternateContent xmlns:mc="http://schemas.openxmlformats.org/markup-compatibility/2006">
        <mc:Choice xmlns:a14="http://schemas.microsoft.com/office/drawing/2010/main" Requires="a14">
          <p:sp>
            <p:nvSpPr>
              <p:cNvPr id="14" name="Textfeld 13">
                <a:extLst>
                  <a:ext uri="{FF2B5EF4-FFF2-40B4-BE49-F238E27FC236}">
                    <a16:creationId xmlns:a16="http://schemas.microsoft.com/office/drawing/2014/main" id="{29FAEDCD-BD27-1DD8-C300-25AE25D9A6D0}"/>
                  </a:ext>
                </a:extLst>
              </p:cNvPr>
              <p:cNvSpPr txBox="1"/>
              <p:nvPr/>
            </p:nvSpPr>
            <p:spPr>
              <a:xfrm>
                <a:off x="1256174" y="4705926"/>
                <a:ext cx="3666645" cy="615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m:t>𝐻</m:t>
                      </m:r>
                      <m:r>
                        <a:rPr lang="en-US" b="0" i="1" smtClean="0"/>
                        <m:t>𝑜𝑚𝑒𝑟𝑢𝑛</m:t>
                      </m:r>
                      <m:r>
                        <a:rPr lang="en-US" b="0" i="1" smtClean="0"/>
                        <m:t>: </m:t>
                      </m:r>
                    </m:oMath>
                  </m:oMathPara>
                </a14:m>
                <a:endParaRPr lang="en-US" b="0" i="1" dirty="0"/>
              </a:p>
              <a:p>
                <a:pPr/>
                <a14:m>
                  <m:oMathPara xmlns:m="http://schemas.openxmlformats.org/officeDocument/2006/math">
                    <m:oMathParaPr>
                      <m:jc m:val="centerGroup"/>
                    </m:oMathParaPr>
                    <m:oMath xmlns:m="http://schemas.openxmlformats.org/officeDocument/2006/math">
                      <m:r>
                        <a:rPr lang="de-DE" i="1"/>
                        <m:t>𝐶𝑢𝑟𝑟</m:t>
                      </m:r>
                      <m:r>
                        <a:rPr lang="en-US" b="0" i="1" smtClean="0"/>
                        <m:t>𝐿</m:t>
                      </m:r>
                      <m:r>
                        <a:rPr lang="de-DE" i="1"/>
                        <m:t>𝑜𝑐𝑎𝑡𝑖𝑜𝑛</m:t>
                      </m:r>
                      <m:r>
                        <a:rPr lang="de-DE" i="1"/>
                        <m:t> →</m:t>
                      </m:r>
                      <m:r>
                        <a:rPr lang="en-US" b="0" i="1" smtClean="0"/>
                        <m:t>𝑆h𝑖𝑓𝑡𝐸𝑛𝑑𝐿𝑜𝑐𝑎𝑡𝑖𝑜𝑛</m:t>
                      </m:r>
                    </m:oMath>
                  </m:oMathPara>
                </a14:m>
                <a:endParaRPr lang="de-DE" dirty="0"/>
              </a:p>
            </p:txBody>
          </p:sp>
        </mc:Choice>
        <mc:Fallback>
          <p:sp>
            <p:nvSpPr>
              <p:cNvPr id="14" name="Textfeld 13">
                <a:extLst>
                  <a:ext uri="{FF2B5EF4-FFF2-40B4-BE49-F238E27FC236}">
                    <a16:creationId xmlns:a16="http://schemas.microsoft.com/office/drawing/2014/main" id="{29FAEDCD-BD27-1DD8-C300-25AE25D9A6D0}"/>
                  </a:ext>
                </a:extLst>
              </p:cNvPr>
              <p:cNvSpPr txBox="1">
                <a:spLocks noRot="1" noChangeAspect="1" noMove="1" noResize="1" noEditPoints="1" noAdjustHandles="1" noChangeArrowheads="1" noChangeShapeType="1" noTextEdit="1"/>
              </p:cNvSpPr>
              <p:nvPr/>
            </p:nvSpPr>
            <p:spPr>
              <a:xfrm>
                <a:off x="1256174" y="4705926"/>
                <a:ext cx="3666645" cy="615810"/>
              </a:xfrm>
              <a:prstGeom prst="rect">
                <a:avLst/>
              </a:prstGeom>
              <a:blipFill>
                <a:blip r:embed="rId8"/>
                <a:stretch>
                  <a:fillRect b="-6931"/>
                </a:stretch>
              </a:blipFill>
            </p:spPr>
            <p:txBody>
              <a:bodyPr/>
              <a:lstStyle/>
              <a:p>
                <a:r>
                  <a:rPr lang="de-DE">
                    <a:noFill/>
                  </a:rPr>
                  <a:t> </a:t>
                </a:r>
              </a:p>
            </p:txBody>
          </p:sp>
        </mc:Fallback>
      </mc:AlternateContent>
      <p:cxnSp>
        <p:nvCxnSpPr>
          <p:cNvPr id="15" name="Gerade Verbindung 31">
            <a:extLst>
              <a:ext uri="{FF2B5EF4-FFF2-40B4-BE49-F238E27FC236}">
                <a16:creationId xmlns:a16="http://schemas.microsoft.com/office/drawing/2014/main" id="{8B814376-E593-218B-EDF5-A03CACEA242F}"/>
              </a:ext>
            </a:extLst>
          </p:cNvPr>
          <p:cNvCxnSpPr/>
          <p:nvPr/>
        </p:nvCxnSpPr>
        <p:spPr bwMode="auto">
          <a:xfrm flipH="1">
            <a:off x="9187904" y="5324862"/>
            <a:ext cx="1180256" cy="0"/>
          </a:xfrm>
          <a:prstGeom prst="line">
            <a:avLst/>
          </a:prstGeom>
          <a:noFill/>
          <a:ln w="28575" cap="rnd" cmpd="sng" algn="ctr">
            <a:solidFill>
              <a:srgbClr val="FE7668"/>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6" name="Gerade Verbindung mit Pfeil 15">
            <a:extLst>
              <a:ext uri="{FF2B5EF4-FFF2-40B4-BE49-F238E27FC236}">
                <a16:creationId xmlns:a16="http://schemas.microsoft.com/office/drawing/2014/main" id="{408F82CF-A0F9-0E06-BDFD-EA1673A2A9F7}"/>
              </a:ext>
            </a:extLst>
          </p:cNvPr>
          <p:cNvCxnSpPr/>
          <p:nvPr/>
        </p:nvCxnSpPr>
        <p:spPr bwMode="auto">
          <a:xfrm flipH="1">
            <a:off x="9187904" y="5828918"/>
            <a:ext cx="1180256" cy="0"/>
          </a:xfrm>
          <a:prstGeom prst="straightConnector1">
            <a:avLst/>
          </a:prstGeom>
          <a:noFill/>
          <a:ln w="28575" cap="flat" cmpd="sng" algn="ctr">
            <a:solidFill>
              <a:srgbClr val="00B050"/>
            </a:solidFill>
            <a:prstDash val="solid"/>
            <a:round/>
            <a:headEnd type="none" w="med" len="med"/>
            <a:tailEnd type="arrow"/>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7" name="Textfeld 16">
            <a:extLst>
              <a:ext uri="{FF2B5EF4-FFF2-40B4-BE49-F238E27FC236}">
                <a16:creationId xmlns:a16="http://schemas.microsoft.com/office/drawing/2014/main" id="{7246AFFA-E432-8EF2-027A-08A44D742209}"/>
              </a:ext>
            </a:extLst>
          </p:cNvPr>
          <p:cNvSpPr txBox="1"/>
          <p:nvPr/>
        </p:nvSpPr>
        <p:spPr>
          <a:xfrm>
            <a:off x="9475514" y="5468878"/>
            <a:ext cx="2016224" cy="354071"/>
          </a:xfrm>
          <a:prstGeom prst="rect">
            <a:avLst/>
          </a:prstGeom>
          <a:noFill/>
        </p:spPr>
        <p:txBody>
          <a:bodyPr wrap="square" rtlCol="0">
            <a:spAutoFit/>
          </a:bodyPr>
          <a:lstStyle/>
          <a:p>
            <a:r>
              <a:rPr lang="en-US" dirty="0"/>
              <a:t>Loaded drive</a:t>
            </a:r>
          </a:p>
        </p:txBody>
      </p:sp>
      <p:sp>
        <p:nvSpPr>
          <p:cNvPr id="18" name="Textfeld 17">
            <a:extLst>
              <a:ext uri="{FF2B5EF4-FFF2-40B4-BE49-F238E27FC236}">
                <a16:creationId xmlns:a16="http://schemas.microsoft.com/office/drawing/2014/main" id="{5968481E-3482-265F-1061-58A3E3134102}"/>
              </a:ext>
            </a:extLst>
          </p:cNvPr>
          <p:cNvSpPr txBox="1"/>
          <p:nvPr/>
        </p:nvSpPr>
        <p:spPr>
          <a:xfrm>
            <a:off x="9475514" y="4964822"/>
            <a:ext cx="2448272" cy="354071"/>
          </a:xfrm>
          <a:prstGeom prst="rect">
            <a:avLst/>
          </a:prstGeom>
          <a:noFill/>
        </p:spPr>
        <p:txBody>
          <a:bodyPr wrap="square" rtlCol="0">
            <a:spAutoFit/>
          </a:bodyPr>
          <a:lstStyle/>
          <a:p>
            <a:r>
              <a:rPr lang="en-US" dirty="0"/>
              <a:t>Empty drive</a:t>
            </a:r>
          </a:p>
        </p:txBody>
      </p:sp>
      <p:cxnSp>
        <p:nvCxnSpPr>
          <p:cNvPr id="38" name="Gerade Verbindung 24">
            <a:extLst>
              <a:ext uri="{FF2B5EF4-FFF2-40B4-BE49-F238E27FC236}">
                <a16:creationId xmlns:a16="http://schemas.microsoft.com/office/drawing/2014/main" id="{68512CF3-2CF0-ABE3-1078-C4E4C524A995}"/>
              </a:ext>
            </a:extLst>
          </p:cNvPr>
          <p:cNvCxnSpPr/>
          <p:nvPr/>
        </p:nvCxnSpPr>
        <p:spPr bwMode="auto">
          <a:xfrm flipV="1">
            <a:off x="1842666" y="3924772"/>
            <a:ext cx="0" cy="216024"/>
          </a:xfrm>
          <a:prstGeom prst="line">
            <a:avLst/>
          </a:prstGeom>
          <a:noFill/>
          <a:ln w="22225" cap="flat" cmpd="sng" algn="ctr">
            <a:solidFill>
              <a:srgbClr val="FE766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9" name="Freeform 56">
            <a:extLst>
              <a:ext uri="{FF2B5EF4-FFF2-40B4-BE49-F238E27FC236}">
                <a16:creationId xmlns:a16="http://schemas.microsoft.com/office/drawing/2014/main" id="{4CE826BB-3DFA-E2C2-E454-948C5D21AE47}"/>
              </a:ext>
            </a:extLst>
          </p:cNvPr>
          <p:cNvSpPr>
            <a:spLocks noEditPoints="1"/>
          </p:cNvSpPr>
          <p:nvPr/>
        </p:nvSpPr>
        <p:spPr bwMode="auto">
          <a:xfrm>
            <a:off x="1294847" y="3600525"/>
            <a:ext cx="955721" cy="354689"/>
          </a:xfrm>
          <a:custGeom>
            <a:avLst/>
            <a:gdLst>
              <a:gd name="T0" fmla="*/ 230 w 1171"/>
              <a:gd name="T1" fmla="*/ 239 h 342"/>
              <a:gd name="T2" fmla="*/ 221 w 1171"/>
              <a:gd name="T3" fmla="*/ 1 h 342"/>
              <a:gd name="T4" fmla="*/ 106 w 1171"/>
              <a:gd name="T5" fmla="*/ 4 h 342"/>
              <a:gd name="T6" fmla="*/ 18 w 1171"/>
              <a:gd name="T7" fmla="*/ 86 h 342"/>
              <a:gd name="T8" fmla="*/ 10 w 1171"/>
              <a:gd name="T9" fmla="*/ 269 h 342"/>
              <a:gd name="T10" fmla="*/ 0 w 1171"/>
              <a:gd name="T11" fmla="*/ 302 h 342"/>
              <a:gd name="T12" fmla="*/ 37 w 1171"/>
              <a:gd name="T13" fmla="*/ 294 h 342"/>
              <a:gd name="T14" fmla="*/ 144 w 1171"/>
              <a:gd name="T15" fmla="*/ 342 h 342"/>
              <a:gd name="T16" fmla="*/ 230 w 1171"/>
              <a:gd name="T17" fmla="*/ 294 h 342"/>
              <a:gd name="T18" fmla="*/ 403 w 1171"/>
              <a:gd name="T19" fmla="*/ 283 h 342"/>
              <a:gd name="T20" fmla="*/ 451 w 1171"/>
              <a:gd name="T21" fmla="*/ 342 h 342"/>
              <a:gd name="T22" fmla="*/ 499 w 1171"/>
              <a:gd name="T23" fmla="*/ 283 h 342"/>
              <a:gd name="T24" fmla="*/ 802 w 1171"/>
              <a:gd name="T25" fmla="*/ 293 h 342"/>
              <a:gd name="T26" fmla="*/ 900 w 1171"/>
              <a:gd name="T27" fmla="*/ 293 h 342"/>
              <a:gd name="T28" fmla="*/ 911 w 1171"/>
              <a:gd name="T29" fmla="*/ 283 h 342"/>
              <a:gd name="T30" fmla="*/ 959 w 1171"/>
              <a:gd name="T31" fmla="*/ 342 h 342"/>
              <a:gd name="T32" fmla="*/ 1007 w 1171"/>
              <a:gd name="T33" fmla="*/ 283 h 342"/>
              <a:gd name="T34" fmla="*/ 1020 w 1171"/>
              <a:gd name="T35" fmla="*/ 293 h 342"/>
              <a:gd name="T36" fmla="*/ 1118 w 1171"/>
              <a:gd name="T37" fmla="*/ 293 h 342"/>
              <a:gd name="T38" fmla="*/ 1153 w 1171"/>
              <a:gd name="T39" fmla="*/ 283 h 342"/>
              <a:gd name="T40" fmla="*/ 134 w 1171"/>
              <a:gd name="T41" fmla="*/ 152 h 342"/>
              <a:gd name="T42" fmla="*/ 35 w 1171"/>
              <a:gd name="T43" fmla="*/ 103 h 342"/>
              <a:gd name="T44" fmla="*/ 134 w 1171"/>
              <a:gd name="T45" fmla="*/ 152 h 342"/>
              <a:gd name="T46" fmla="*/ 1082 w 1171"/>
              <a:gd name="T47" fmla="*/ 221 h 342"/>
              <a:gd name="T48" fmla="*/ 344 w 1171"/>
              <a:gd name="T49" fmla="*/ 79 h 342"/>
              <a:gd name="T50" fmla="*/ 429 w 1171"/>
              <a:gd name="T51" fmla="*/ 10 h 342"/>
              <a:gd name="T52" fmla="*/ 482 w 1171"/>
              <a:gd name="T53" fmla="*/ 0 h 342"/>
              <a:gd name="T54" fmla="*/ 547 w 1171"/>
              <a:gd name="T55" fmla="*/ 10 h 342"/>
              <a:gd name="T56" fmla="*/ 730 w 1171"/>
              <a:gd name="T57" fmla="*/ 0 h 342"/>
              <a:gd name="T58" fmla="*/ 795 w 1171"/>
              <a:gd name="T59" fmla="*/ 10 h 342"/>
              <a:gd name="T60" fmla="*/ 968 w 1171"/>
              <a:gd name="T61" fmla="*/ 0 h 342"/>
              <a:gd name="T62" fmla="*/ 1034 w 1171"/>
              <a:gd name="T63" fmla="*/ 10 h 342"/>
              <a:gd name="T64" fmla="*/ 1171 w 1171"/>
              <a:gd name="T65" fmla="*/ 115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71" h="342">
                <a:moveTo>
                  <a:pt x="1153" y="239"/>
                </a:moveTo>
                <a:cubicBezTo>
                  <a:pt x="230" y="239"/>
                  <a:pt x="230" y="239"/>
                  <a:pt x="230" y="239"/>
                </a:cubicBezTo>
                <a:cubicBezTo>
                  <a:pt x="230" y="9"/>
                  <a:pt x="230" y="9"/>
                  <a:pt x="230" y="9"/>
                </a:cubicBezTo>
                <a:cubicBezTo>
                  <a:pt x="230" y="4"/>
                  <a:pt x="226" y="1"/>
                  <a:pt x="221" y="1"/>
                </a:cubicBezTo>
                <a:cubicBezTo>
                  <a:pt x="113" y="1"/>
                  <a:pt x="113" y="1"/>
                  <a:pt x="113" y="1"/>
                </a:cubicBezTo>
                <a:cubicBezTo>
                  <a:pt x="110" y="1"/>
                  <a:pt x="108" y="2"/>
                  <a:pt x="106" y="4"/>
                </a:cubicBezTo>
                <a:cubicBezTo>
                  <a:pt x="93" y="8"/>
                  <a:pt x="56" y="25"/>
                  <a:pt x="17" y="86"/>
                </a:cubicBezTo>
                <a:cubicBezTo>
                  <a:pt x="18" y="86"/>
                  <a:pt x="18" y="86"/>
                  <a:pt x="18" y="86"/>
                </a:cubicBezTo>
                <a:cubicBezTo>
                  <a:pt x="14" y="86"/>
                  <a:pt x="10" y="89"/>
                  <a:pt x="10" y="94"/>
                </a:cubicBezTo>
                <a:cubicBezTo>
                  <a:pt x="10" y="269"/>
                  <a:pt x="10" y="269"/>
                  <a:pt x="10" y="269"/>
                </a:cubicBezTo>
                <a:cubicBezTo>
                  <a:pt x="0" y="269"/>
                  <a:pt x="0" y="269"/>
                  <a:pt x="0" y="269"/>
                </a:cubicBezTo>
                <a:cubicBezTo>
                  <a:pt x="0" y="302"/>
                  <a:pt x="0" y="302"/>
                  <a:pt x="0" y="302"/>
                </a:cubicBezTo>
                <a:cubicBezTo>
                  <a:pt x="37" y="302"/>
                  <a:pt x="37" y="302"/>
                  <a:pt x="37" y="302"/>
                </a:cubicBezTo>
                <a:cubicBezTo>
                  <a:pt x="37" y="294"/>
                  <a:pt x="37" y="294"/>
                  <a:pt x="37" y="294"/>
                </a:cubicBezTo>
                <a:cubicBezTo>
                  <a:pt x="95" y="294"/>
                  <a:pt x="95" y="294"/>
                  <a:pt x="95" y="294"/>
                </a:cubicBezTo>
                <a:cubicBezTo>
                  <a:pt x="95" y="320"/>
                  <a:pt x="117" y="342"/>
                  <a:pt x="144" y="342"/>
                </a:cubicBezTo>
                <a:cubicBezTo>
                  <a:pt x="170" y="342"/>
                  <a:pt x="192" y="320"/>
                  <a:pt x="193" y="294"/>
                </a:cubicBezTo>
                <a:cubicBezTo>
                  <a:pt x="230" y="294"/>
                  <a:pt x="230" y="294"/>
                  <a:pt x="230" y="294"/>
                </a:cubicBezTo>
                <a:cubicBezTo>
                  <a:pt x="230" y="283"/>
                  <a:pt x="230" y="283"/>
                  <a:pt x="230" y="283"/>
                </a:cubicBezTo>
                <a:cubicBezTo>
                  <a:pt x="403" y="283"/>
                  <a:pt x="403" y="283"/>
                  <a:pt x="403" y="283"/>
                </a:cubicBezTo>
                <a:cubicBezTo>
                  <a:pt x="402" y="286"/>
                  <a:pt x="402" y="289"/>
                  <a:pt x="402" y="293"/>
                </a:cubicBezTo>
                <a:cubicBezTo>
                  <a:pt x="402" y="320"/>
                  <a:pt x="424" y="342"/>
                  <a:pt x="451" y="342"/>
                </a:cubicBezTo>
                <a:cubicBezTo>
                  <a:pt x="478" y="342"/>
                  <a:pt x="500" y="320"/>
                  <a:pt x="500" y="293"/>
                </a:cubicBezTo>
                <a:cubicBezTo>
                  <a:pt x="500" y="289"/>
                  <a:pt x="499" y="286"/>
                  <a:pt x="499" y="283"/>
                </a:cubicBezTo>
                <a:cubicBezTo>
                  <a:pt x="803" y="283"/>
                  <a:pt x="803" y="283"/>
                  <a:pt x="803" y="283"/>
                </a:cubicBezTo>
                <a:cubicBezTo>
                  <a:pt x="803" y="286"/>
                  <a:pt x="802" y="289"/>
                  <a:pt x="802" y="293"/>
                </a:cubicBezTo>
                <a:cubicBezTo>
                  <a:pt x="802" y="320"/>
                  <a:pt x="824" y="342"/>
                  <a:pt x="851" y="342"/>
                </a:cubicBezTo>
                <a:cubicBezTo>
                  <a:pt x="878" y="342"/>
                  <a:pt x="900" y="320"/>
                  <a:pt x="900" y="293"/>
                </a:cubicBezTo>
                <a:cubicBezTo>
                  <a:pt x="900" y="289"/>
                  <a:pt x="900" y="286"/>
                  <a:pt x="899" y="283"/>
                </a:cubicBezTo>
                <a:cubicBezTo>
                  <a:pt x="911" y="283"/>
                  <a:pt x="911" y="283"/>
                  <a:pt x="911" y="283"/>
                </a:cubicBezTo>
                <a:cubicBezTo>
                  <a:pt x="910" y="286"/>
                  <a:pt x="910" y="289"/>
                  <a:pt x="910" y="293"/>
                </a:cubicBezTo>
                <a:cubicBezTo>
                  <a:pt x="910" y="320"/>
                  <a:pt x="932" y="342"/>
                  <a:pt x="959" y="342"/>
                </a:cubicBezTo>
                <a:cubicBezTo>
                  <a:pt x="986" y="342"/>
                  <a:pt x="1008" y="320"/>
                  <a:pt x="1008" y="293"/>
                </a:cubicBezTo>
                <a:cubicBezTo>
                  <a:pt x="1008" y="289"/>
                  <a:pt x="1008" y="286"/>
                  <a:pt x="1007" y="283"/>
                </a:cubicBezTo>
                <a:cubicBezTo>
                  <a:pt x="1021" y="283"/>
                  <a:pt x="1021" y="283"/>
                  <a:pt x="1021" y="283"/>
                </a:cubicBezTo>
                <a:cubicBezTo>
                  <a:pt x="1021" y="286"/>
                  <a:pt x="1020" y="289"/>
                  <a:pt x="1020" y="293"/>
                </a:cubicBezTo>
                <a:cubicBezTo>
                  <a:pt x="1020" y="320"/>
                  <a:pt x="1042" y="342"/>
                  <a:pt x="1069" y="342"/>
                </a:cubicBezTo>
                <a:cubicBezTo>
                  <a:pt x="1096" y="342"/>
                  <a:pt x="1118" y="320"/>
                  <a:pt x="1118" y="293"/>
                </a:cubicBezTo>
                <a:cubicBezTo>
                  <a:pt x="1118" y="289"/>
                  <a:pt x="1118" y="286"/>
                  <a:pt x="1118" y="283"/>
                </a:cubicBezTo>
                <a:cubicBezTo>
                  <a:pt x="1153" y="283"/>
                  <a:pt x="1153" y="283"/>
                  <a:pt x="1153" y="283"/>
                </a:cubicBezTo>
                <a:lnTo>
                  <a:pt x="1153" y="239"/>
                </a:lnTo>
                <a:close/>
                <a:moveTo>
                  <a:pt x="134" y="152"/>
                </a:moveTo>
                <a:cubicBezTo>
                  <a:pt x="35" y="170"/>
                  <a:pt x="35" y="170"/>
                  <a:pt x="35" y="170"/>
                </a:cubicBezTo>
                <a:cubicBezTo>
                  <a:pt x="35" y="103"/>
                  <a:pt x="35" y="103"/>
                  <a:pt x="35" y="103"/>
                </a:cubicBezTo>
                <a:cubicBezTo>
                  <a:pt x="134" y="103"/>
                  <a:pt x="134" y="103"/>
                  <a:pt x="134" y="103"/>
                </a:cubicBezTo>
                <a:lnTo>
                  <a:pt x="134" y="152"/>
                </a:lnTo>
                <a:close/>
                <a:moveTo>
                  <a:pt x="1171" y="115"/>
                </a:moveTo>
                <a:cubicBezTo>
                  <a:pt x="1171" y="174"/>
                  <a:pt x="1131" y="221"/>
                  <a:pt x="1082" y="221"/>
                </a:cubicBezTo>
                <a:cubicBezTo>
                  <a:pt x="281" y="221"/>
                  <a:pt x="281" y="221"/>
                  <a:pt x="281" y="221"/>
                </a:cubicBezTo>
                <a:cubicBezTo>
                  <a:pt x="344" y="79"/>
                  <a:pt x="344" y="79"/>
                  <a:pt x="344" y="79"/>
                </a:cubicBezTo>
                <a:cubicBezTo>
                  <a:pt x="344" y="79"/>
                  <a:pt x="344" y="79"/>
                  <a:pt x="344" y="79"/>
                </a:cubicBezTo>
                <a:cubicBezTo>
                  <a:pt x="357" y="39"/>
                  <a:pt x="390" y="10"/>
                  <a:pt x="429" y="10"/>
                </a:cubicBezTo>
                <a:cubicBezTo>
                  <a:pt x="482" y="10"/>
                  <a:pt x="482" y="10"/>
                  <a:pt x="482" y="10"/>
                </a:cubicBezTo>
                <a:cubicBezTo>
                  <a:pt x="482" y="0"/>
                  <a:pt x="482" y="0"/>
                  <a:pt x="482" y="0"/>
                </a:cubicBezTo>
                <a:cubicBezTo>
                  <a:pt x="547" y="0"/>
                  <a:pt x="547" y="0"/>
                  <a:pt x="547" y="0"/>
                </a:cubicBezTo>
                <a:cubicBezTo>
                  <a:pt x="547" y="10"/>
                  <a:pt x="547" y="10"/>
                  <a:pt x="547" y="10"/>
                </a:cubicBezTo>
                <a:cubicBezTo>
                  <a:pt x="730" y="10"/>
                  <a:pt x="730" y="10"/>
                  <a:pt x="730" y="10"/>
                </a:cubicBezTo>
                <a:cubicBezTo>
                  <a:pt x="730" y="0"/>
                  <a:pt x="730" y="0"/>
                  <a:pt x="730" y="0"/>
                </a:cubicBezTo>
                <a:cubicBezTo>
                  <a:pt x="795" y="0"/>
                  <a:pt x="795" y="0"/>
                  <a:pt x="795" y="0"/>
                </a:cubicBezTo>
                <a:cubicBezTo>
                  <a:pt x="795" y="10"/>
                  <a:pt x="795" y="10"/>
                  <a:pt x="795" y="10"/>
                </a:cubicBezTo>
                <a:cubicBezTo>
                  <a:pt x="968" y="10"/>
                  <a:pt x="968" y="10"/>
                  <a:pt x="968" y="10"/>
                </a:cubicBezTo>
                <a:cubicBezTo>
                  <a:pt x="968" y="0"/>
                  <a:pt x="968" y="0"/>
                  <a:pt x="968" y="0"/>
                </a:cubicBezTo>
                <a:cubicBezTo>
                  <a:pt x="1034" y="0"/>
                  <a:pt x="1034" y="0"/>
                  <a:pt x="1034" y="0"/>
                </a:cubicBezTo>
                <a:cubicBezTo>
                  <a:pt x="1034" y="10"/>
                  <a:pt x="1034" y="10"/>
                  <a:pt x="1034" y="10"/>
                </a:cubicBezTo>
                <a:cubicBezTo>
                  <a:pt x="1082" y="10"/>
                  <a:pt x="1082" y="10"/>
                  <a:pt x="1082" y="10"/>
                </a:cubicBezTo>
                <a:cubicBezTo>
                  <a:pt x="1131" y="10"/>
                  <a:pt x="1171" y="57"/>
                  <a:pt x="1171" y="115"/>
                </a:cubicBezTo>
                <a:close/>
              </a:path>
            </a:pathLst>
          </a:custGeom>
          <a:solidFill>
            <a:schemeClr val="tx1"/>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de-DE"/>
          </a:p>
        </p:txBody>
      </p:sp>
      <p:sp>
        <p:nvSpPr>
          <p:cNvPr id="40" name="Freeform 8">
            <a:extLst>
              <a:ext uri="{FF2B5EF4-FFF2-40B4-BE49-F238E27FC236}">
                <a16:creationId xmlns:a16="http://schemas.microsoft.com/office/drawing/2014/main" id="{71724761-580F-A0E1-885A-55B67784E472}"/>
              </a:ext>
            </a:extLst>
          </p:cNvPr>
          <p:cNvSpPr>
            <a:spLocks noEditPoints="1"/>
          </p:cNvSpPr>
          <p:nvPr>
            <p:custDataLst>
              <p:tags r:id="rId1"/>
            </p:custDataLst>
          </p:nvPr>
        </p:nvSpPr>
        <p:spPr bwMode="auto">
          <a:xfrm>
            <a:off x="6346890" y="5185807"/>
            <a:ext cx="1416943" cy="420477"/>
          </a:xfrm>
          <a:custGeom>
            <a:avLst/>
            <a:gdLst>
              <a:gd name="T0" fmla="*/ 0 w 2861"/>
              <a:gd name="T1" fmla="*/ 0 h 849"/>
              <a:gd name="T2" fmla="*/ 0 w 2861"/>
              <a:gd name="T3" fmla="*/ 849 h 849"/>
              <a:gd name="T4" fmla="*/ 667 w 2861"/>
              <a:gd name="T5" fmla="*/ 849 h 849"/>
              <a:gd name="T6" fmla="*/ 667 w 2861"/>
              <a:gd name="T7" fmla="*/ 781 h 849"/>
              <a:gd name="T8" fmla="*/ 1540 w 2861"/>
              <a:gd name="T9" fmla="*/ 781 h 849"/>
              <a:gd name="T10" fmla="*/ 1540 w 2861"/>
              <a:gd name="T11" fmla="*/ 849 h 849"/>
              <a:gd name="T12" fmla="*/ 1761 w 2861"/>
              <a:gd name="T13" fmla="*/ 849 h 849"/>
              <a:gd name="T14" fmla="*/ 1761 w 2861"/>
              <a:gd name="T15" fmla="*/ 567 h 849"/>
              <a:gd name="T16" fmla="*/ 2637 w 2861"/>
              <a:gd name="T17" fmla="*/ 567 h 849"/>
              <a:gd name="T18" fmla="*/ 2637 w 2861"/>
              <a:gd name="T19" fmla="*/ 849 h 849"/>
              <a:gd name="T20" fmla="*/ 2861 w 2861"/>
              <a:gd name="T21" fmla="*/ 849 h 849"/>
              <a:gd name="T22" fmla="*/ 2861 w 2861"/>
              <a:gd name="T23" fmla="*/ 0 h 849"/>
              <a:gd name="T24" fmla="*/ 0 w 2861"/>
              <a:gd name="T25" fmla="*/ 0 h 849"/>
              <a:gd name="T26" fmla="*/ 1540 w 2861"/>
              <a:gd name="T27" fmla="*/ 743 h 849"/>
              <a:gd name="T28" fmla="*/ 667 w 2861"/>
              <a:gd name="T29" fmla="*/ 743 h 849"/>
              <a:gd name="T30" fmla="*/ 667 w 2861"/>
              <a:gd name="T31" fmla="*/ 705 h 849"/>
              <a:gd name="T32" fmla="*/ 1540 w 2861"/>
              <a:gd name="T33" fmla="*/ 705 h 849"/>
              <a:gd name="T34" fmla="*/ 1540 w 2861"/>
              <a:gd name="T35" fmla="*/ 743 h 849"/>
              <a:gd name="T36" fmla="*/ 1540 w 2861"/>
              <a:gd name="T37" fmla="*/ 668 h 849"/>
              <a:gd name="T38" fmla="*/ 667 w 2861"/>
              <a:gd name="T39" fmla="*/ 668 h 849"/>
              <a:gd name="T40" fmla="*/ 667 w 2861"/>
              <a:gd name="T41" fmla="*/ 630 h 849"/>
              <a:gd name="T42" fmla="*/ 1540 w 2861"/>
              <a:gd name="T43" fmla="*/ 630 h 849"/>
              <a:gd name="T44" fmla="*/ 1540 w 2861"/>
              <a:gd name="T45" fmla="*/ 668 h 849"/>
              <a:gd name="T46" fmla="*/ 1540 w 2861"/>
              <a:gd name="T47" fmla="*/ 592 h 849"/>
              <a:gd name="T48" fmla="*/ 667 w 2861"/>
              <a:gd name="T49" fmla="*/ 592 h 849"/>
              <a:gd name="T50" fmla="*/ 667 w 2861"/>
              <a:gd name="T51" fmla="*/ 555 h 849"/>
              <a:gd name="T52" fmla="*/ 1540 w 2861"/>
              <a:gd name="T53" fmla="*/ 555 h 849"/>
              <a:gd name="T54" fmla="*/ 1540 w 2861"/>
              <a:gd name="T55" fmla="*/ 592 h 849"/>
              <a:gd name="T56" fmla="*/ 1540 w 2861"/>
              <a:gd name="T57" fmla="*/ 514 h 849"/>
              <a:gd name="T58" fmla="*/ 667 w 2861"/>
              <a:gd name="T59" fmla="*/ 514 h 849"/>
              <a:gd name="T60" fmla="*/ 667 w 2861"/>
              <a:gd name="T61" fmla="*/ 475 h 849"/>
              <a:gd name="T62" fmla="*/ 1540 w 2861"/>
              <a:gd name="T63" fmla="*/ 475 h 849"/>
              <a:gd name="T64" fmla="*/ 1540 w 2861"/>
              <a:gd name="T65" fmla="*/ 514 h 849"/>
              <a:gd name="T66" fmla="*/ 1540 w 2861"/>
              <a:gd name="T67" fmla="*/ 437 h 849"/>
              <a:gd name="T68" fmla="*/ 667 w 2861"/>
              <a:gd name="T69" fmla="*/ 437 h 849"/>
              <a:gd name="T70" fmla="*/ 667 w 2861"/>
              <a:gd name="T71" fmla="*/ 400 h 849"/>
              <a:gd name="T72" fmla="*/ 1540 w 2861"/>
              <a:gd name="T73" fmla="*/ 400 h 849"/>
              <a:gd name="T74" fmla="*/ 1540 w 2861"/>
              <a:gd name="T75" fmla="*/ 437 h 849"/>
              <a:gd name="T76" fmla="*/ 1540 w 2861"/>
              <a:gd name="T77" fmla="*/ 362 h 849"/>
              <a:gd name="T78" fmla="*/ 667 w 2861"/>
              <a:gd name="T79" fmla="*/ 362 h 849"/>
              <a:gd name="T80" fmla="*/ 667 w 2861"/>
              <a:gd name="T81" fmla="*/ 324 h 849"/>
              <a:gd name="T82" fmla="*/ 1540 w 2861"/>
              <a:gd name="T83" fmla="*/ 324 h 849"/>
              <a:gd name="T84" fmla="*/ 1540 w 2861"/>
              <a:gd name="T85" fmla="*/ 362 h 849"/>
              <a:gd name="T86" fmla="*/ 2637 w 2861"/>
              <a:gd name="T87" fmla="*/ 512 h 849"/>
              <a:gd name="T88" fmla="*/ 1765 w 2861"/>
              <a:gd name="T89" fmla="*/ 512 h 849"/>
              <a:gd name="T90" fmla="*/ 1765 w 2861"/>
              <a:gd name="T91" fmla="*/ 475 h 849"/>
              <a:gd name="T92" fmla="*/ 2637 w 2861"/>
              <a:gd name="T93" fmla="*/ 475 h 849"/>
              <a:gd name="T94" fmla="*/ 2637 w 2861"/>
              <a:gd name="T95" fmla="*/ 512 h 849"/>
              <a:gd name="T96" fmla="*/ 2637 w 2861"/>
              <a:gd name="T97" fmla="*/ 437 h 849"/>
              <a:gd name="T98" fmla="*/ 1765 w 2861"/>
              <a:gd name="T99" fmla="*/ 437 h 849"/>
              <a:gd name="T100" fmla="*/ 1765 w 2861"/>
              <a:gd name="T101" fmla="*/ 399 h 849"/>
              <a:gd name="T102" fmla="*/ 2637 w 2861"/>
              <a:gd name="T103" fmla="*/ 399 h 849"/>
              <a:gd name="T104" fmla="*/ 2637 w 2861"/>
              <a:gd name="T105" fmla="*/ 437 h 849"/>
              <a:gd name="T106" fmla="*/ 2637 w 2861"/>
              <a:gd name="T107" fmla="*/ 361 h 849"/>
              <a:gd name="T108" fmla="*/ 1765 w 2861"/>
              <a:gd name="T109" fmla="*/ 361 h 849"/>
              <a:gd name="T110" fmla="*/ 1765 w 2861"/>
              <a:gd name="T111" fmla="*/ 324 h 849"/>
              <a:gd name="T112" fmla="*/ 2637 w 2861"/>
              <a:gd name="T113" fmla="*/ 324 h 849"/>
              <a:gd name="T114" fmla="*/ 2637 w 2861"/>
              <a:gd name="T115" fmla="*/ 361 h 8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61" h="849">
                <a:moveTo>
                  <a:pt x="0" y="0"/>
                </a:moveTo>
                <a:lnTo>
                  <a:pt x="0" y="849"/>
                </a:lnTo>
                <a:lnTo>
                  <a:pt x="667" y="849"/>
                </a:lnTo>
                <a:lnTo>
                  <a:pt x="667" y="781"/>
                </a:lnTo>
                <a:lnTo>
                  <a:pt x="1540" y="781"/>
                </a:lnTo>
                <a:lnTo>
                  <a:pt x="1540" y="849"/>
                </a:lnTo>
                <a:lnTo>
                  <a:pt x="1761" y="849"/>
                </a:lnTo>
                <a:lnTo>
                  <a:pt x="1761" y="567"/>
                </a:lnTo>
                <a:lnTo>
                  <a:pt x="2637" y="567"/>
                </a:lnTo>
                <a:lnTo>
                  <a:pt x="2637" y="849"/>
                </a:lnTo>
                <a:lnTo>
                  <a:pt x="2861" y="849"/>
                </a:lnTo>
                <a:lnTo>
                  <a:pt x="2861" y="0"/>
                </a:lnTo>
                <a:lnTo>
                  <a:pt x="0" y="0"/>
                </a:lnTo>
                <a:close/>
                <a:moveTo>
                  <a:pt x="1540" y="743"/>
                </a:moveTo>
                <a:lnTo>
                  <a:pt x="667" y="743"/>
                </a:lnTo>
                <a:lnTo>
                  <a:pt x="667" y="705"/>
                </a:lnTo>
                <a:lnTo>
                  <a:pt x="1540" y="705"/>
                </a:lnTo>
                <a:lnTo>
                  <a:pt x="1540" y="743"/>
                </a:lnTo>
                <a:close/>
                <a:moveTo>
                  <a:pt x="1540" y="668"/>
                </a:moveTo>
                <a:lnTo>
                  <a:pt x="667" y="668"/>
                </a:lnTo>
                <a:lnTo>
                  <a:pt x="667" y="630"/>
                </a:lnTo>
                <a:lnTo>
                  <a:pt x="1540" y="630"/>
                </a:lnTo>
                <a:lnTo>
                  <a:pt x="1540" y="668"/>
                </a:lnTo>
                <a:close/>
                <a:moveTo>
                  <a:pt x="1540" y="592"/>
                </a:moveTo>
                <a:lnTo>
                  <a:pt x="667" y="592"/>
                </a:lnTo>
                <a:lnTo>
                  <a:pt x="667" y="555"/>
                </a:lnTo>
                <a:lnTo>
                  <a:pt x="1540" y="555"/>
                </a:lnTo>
                <a:lnTo>
                  <a:pt x="1540" y="592"/>
                </a:lnTo>
                <a:close/>
                <a:moveTo>
                  <a:pt x="1540" y="514"/>
                </a:moveTo>
                <a:lnTo>
                  <a:pt x="667" y="514"/>
                </a:lnTo>
                <a:lnTo>
                  <a:pt x="667" y="475"/>
                </a:lnTo>
                <a:lnTo>
                  <a:pt x="1540" y="475"/>
                </a:lnTo>
                <a:lnTo>
                  <a:pt x="1540" y="514"/>
                </a:lnTo>
                <a:close/>
                <a:moveTo>
                  <a:pt x="1540" y="437"/>
                </a:moveTo>
                <a:lnTo>
                  <a:pt x="667" y="437"/>
                </a:lnTo>
                <a:lnTo>
                  <a:pt x="667" y="400"/>
                </a:lnTo>
                <a:lnTo>
                  <a:pt x="1540" y="400"/>
                </a:lnTo>
                <a:lnTo>
                  <a:pt x="1540" y="437"/>
                </a:lnTo>
                <a:close/>
                <a:moveTo>
                  <a:pt x="1540" y="362"/>
                </a:moveTo>
                <a:lnTo>
                  <a:pt x="667" y="362"/>
                </a:lnTo>
                <a:lnTo>
                  <a:pt x="667" y="324"/>
                </a:lnTo>
                <a:lnTo>
                  <a:pt x="1540" y="324"/>
                </a:lnTo>
                <a:lnTo>
                  <a:pt x="1540" y="362"/>
                </a:lnTo>
                <a:close/>
                <a:moveTo>
                  <a:pt x="2637" y="512"/>
                </a:moveTo>
                <a:lnTo>
                  <a:pt x="1765" y="512"/>
                </a:lnTo>
                <a:lnTo>
                  <a:pt x="1765" y="475"/>
                </a:lnTo>
                <a:lnTo>
                  <a:pt x="2637" y="475"/>
                </a:lnTo>
                <a:lnTo>
                  <a:pt x="2637" y="512"/>
                </a:lnTo>
                <a:close/>
                <a:moveTo>
                  <a:pt x="2637" y="437"/>
                </a:moveTo>
                <a:lnTo>
                  <a:pt x="1765" y="437"/>
                </a:lnTo>
                <a:lnTo>
                  <a:pt x="1765" y="399"/>
                </a:lnTo>
                <a:lnTo>
                  <a:pt x="2637" y="399"/>
                </a:lnTo>
                <a:lnTo>
                  <a:pt x="2637" y="437"/>
                </a:lnTo>
                <a:close/>
                <a:moveTo>
                  <a:pt x="2637" y="361"/>
                </a:moveTo>
                <a:lnTo>
                  <a:pt x="1765" y="361"/>
                </a:lnTo>
                <a:lnTo>
                  <a:pt x="1765" y="324"/>
                </a:lnTo>
                <a:lnTo>
                  <a:pt x="2637" y="324"/>
                </a:lnTo>
                <a:lnTo>
                  <a:pt x="2637" y="361"/>
                </a:lnTo>
                <a:close/>
              </a:path>
            </a:pathLst>
          </a:custGeom>
          <a:solidFill>
            <a:schemeClr val="tx1"/>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de-DE" dirty="0"/>
          </a:p>
        </p:txBody>
      </p:sp>
      <p:sp>
        <p:nvSpPr>
          <p:cNvPr id="41" name="Freeform 46">
            <a:extLst>
              <a:ext uri="{FF2B5EF4-FFF2-40B4-BE49-F238E27FC236}">
                <a16:creationId xmlns:a16="http://schemas.microsoft.com/office/drawing/2014/main" id="{E8B54AA2-FCDD-4189-30B7-AB541B3D3CD2}"/>
              </a:ext>
            </a:extLst>
          </p:cNvPr>
          <p:cNvSpPr>
            <a:spLocks noEditPoints="1"/>
          </p:cNvSpPr>
          <p:nvPr>
            <p:custDataLst>
              <p:tags r:id="rId2"/>
            </p:custDataLst>
          </p:nvPr>
        </p:nvSpPr>
        <p:spPr bwMode="auto">
          <a:xfrm>
            <a:off x="9227697" y="3326814"/>
            <a:ext cx="666524" cy="726347"/>
          </a:xfrm>
          <a:custGeom>
            <a:avLst/>
            <a:gdLst>
              <a:gd name="T0" fmla="*/ 1249 w 1291"/>
              <a:gd name="T1" fmla="*/ 40 h 1327"/>
              <a:gd name="T2" fmla="*/ 1031 w 1291"/>
              <a:gd name="T3" fmla="*/ 40 h 1327"/>
              <a:gd name="T4" fmla="*/ 986 w 1291"/>
              <a:gd name="T5" fmla="*/ 895 h 1327"/>
              <a:gd name="T6" fmla="*/ 877 w 1291"/>
              <a:gd name="T7" fmla="*/ 0 h 1327"/>
              <a:gd name="T8" fmla="*/ 768 w 1291"/>
              <a:gd name="T9" fmla="*/ 895 h 1327"/>
              <a:gd name="T10" fmla="*/ 723 w 1291"/>
              <a:gd name="T11" fmla="*/ 41 h 1327"/>
              <a:gd name="T12" fmla="*/ 505 w 1291"/>
              <a:gd name="T13" fmla="*/ 41 h 1327"/>
              <a:gd name="T14" fmla="*/ 464 w 1291"/>
              <a:gd name="T15" fmla="*/ 895 h 1327"/>
              <a:gd name="T16" fmla="*/ 1291 w 1291"/>
              <a:gd name="T17" fmla="*/ 1327 h 1327"/>
              <a:gd name="T18" fmla="*/ 1249 w 1291"/>
              <a:gd name="T19" fmla="*/ 895 h 1327"/>
              <a:gd name="T20" fmla="*/ 528 w 1291"/>
              <a:gd name="T21" fmla="*/ 895 h 1327"/>
              <a:gd name="T22" fmla="*/ 701 w 1291"/>
              <a:gd name="T23" fmla="*/ 711 h 1327"/>
              <a:gd name="T24" fmla="*/ 964 w 1291"/>
              <a:gd name="T25" fmla="*/ 895 h 1327"/>
              <a:gd name="T26" fmla="*/ 791 w 1291"/>
              <a:gd name="T27" fmla="*/ 711 h 1327"/>
              <a:gd name="T28" fmla="*/ 964 w 1291"/>
              <a:gd name="T29" fmla="*/ 895 h 1327"/>
              <a:gd name="T30" fmla="*/ 1054 w 1291"/>
              <a:gd name="T31" fmla="*/ 895 h 1327"/>
              <a:gd name="T32" fmla="*/ 1227 w 1291"/>
              <a:gd name="T33" fmla="*/ 711 h 1327"/>
              <a:gd name="T34" fmla="*/ 550 w 1291"/>
              <a:gd name="T35" fmla="*/ 760 h 1327"/>
              <a:gd name="T36" fmla="*/ 614 w 1291"/>
              <a:gd name="T37" fmla="*/ 835 h 1327"/>
              <a:gd name="T38" fmla="*/ 813 w 1291"/>
              <a:gd name="T39" fmla="*/ 760 h 1327"/>
              <a:gd name="T40" fmla="*/ 877 w 1291"/>
              <a:gd name="T41" fmla="*/ 835 h 1327"/>
              <a:gd name="T42" fmla="*/ 1077 w 1291"/>
              <a:gd name="T43" fmla="*/ 760 h 1327"/>
              <a:gd name="T44" fmla="*/ 1140 w 1291"/>
              <a:gd name="T45" fmla="*/ 835 h 1327"/>
              <a:gd name="T46" fmla="*/ 437 w 1291"/>
              <a:gd name="T47" fmla="*/ 914 h 1327"/>
              <a:gd name="T48" fmla="*/ 298 w 1291"/>
              <a:gd name="T49" fmla="*/ 1012 h 1327"/>
              <a:gd name="T50" fmla="*/ 437 w 1291"/>
              <a:gd name="T51" fmla="*/ 1146 h 1327"/>
              <a:gd name="T52" fmla="*/ 437 w 1291"/>
              <a:gd name="T53" fmla="*/ 1194 h 1327"/>
              <a:gd name="T54" fmla="*/ 245 w 1291"/>
              <a:gd name="T55" fmla="*/ 1179 h 1327"/>
              <a:gd name="T56" fmla="*/ 270 w 1291"/>
              <a:gd name="T57" fmla="*/ 1019 h 1327"/>
              <a:gd name="T58" fmla="*/ 437 w 1291"/>
              <a:gd name="T59" fmla="*/ 1170 h 1327"/>
              <a:gd name="T60" fmla="*/ 227 w 1291"/>
              <a:gd name="T61" fmla="*/ 984 h 1327"/>
              <a:gd name="T62" fmla="*/ 49 w 1291"/>
              <a:gd name="T63" fmla="*/ 1031 h 1327"/>
              <a:gd name="T64" fmla="*/ 11 w 1291"/>
              <a:gd name="T65" fmla="*/ 1257 h 1327"/>
              <a:gd name="T66" fmla="*/ 0 w 1291"/>
              <a:gd name="T67" fmla="*/ 1289 h 1327"/>
              <a:gd name="T68" fmla="*/ 37 w 1291"/>
              <a:gd name="T69" fmla="*/ 1282 h 1327"/>
              <a:gd name="T70" fmla="*/ 159 w 1291"/>
              <a:gd name="T71" fmla="*/ 1327 h 1327"/>
              <a:gd name="T72" fmla="*/ 266 w 1291"/>
              <a:gd name="T73" fmla="*/ 1282 h 1327"/>
              <a:gd name="T74" fmla="*/ 383 w 1291"/>
              <a:gd name="T75" fmla="*/ 1258 h 1327"/>
              <a:gd name="T76" fmla="*/ 437 w 1291"/>
              <a:gd name="T77" fmla="*/ 1327 h 1327"/>
              <a:gd name="T78" fmla="*/ 437 w 1291"/>
              <a:gd name="T79" fmla="*/ 1214 h 1327"/>
              <a:gd name="T80" fmla="*/ 184 w 1291"/>
              <a:gd name="T81" fmla="*/ 1063 h 1327"/>
              <a:gd name="T82" fmla="*/ 35 w 1291"/>
              <a:gd name="T83" fmla="*/ 1139 h 1327"/>
              <a:gd name="T84" fmla="*/ 117 w 1291"/>
              <a:gd name="T85" fmla="*/ 1009 h 1327"/>
              <a:gd name="T86" fmla="*/ 184 w 1291"/>
              <a:gd name="T87" fmla="*/ 1063 h 1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91" h="1327">
                <a:moveTo>
                  <a:pt x="1249" y="895"/>
                </a:moveTo>
                <a:cubicBezTo>
                  <a:pt x="1249" y="40"/>
                  <a:pt x="1249" y="40"/>
                  <a:pt x="1249" y="40"/>
                </a:cubicBezTo>
                <a:cubicBezTo>
                  <a:pt x="1249" y="18"/>
                  <a:pt x="1201" y="0"/>
                  <a:pt x="1140" y="0"/>
                </a:cubicBezTo>
                <a:cubicBezTo>
                  <a:pt x="1080" y="0"/>
                  <a:pt x="1031" y="18"/>
                  <a:pt x="1031" y="40"/>
                </a:cubicBezTo>
                <a:cubicBezTo>
                  <a:pt x="1031" y="895"/>
                  <a:pt x="1031" y="895"/>
                  <a:pt x="1031" y="895"/>
                </a:cubicBezTo>
                <a:cubicBezTo>
                  <a:pt x="986" y="895"/>
                  <a:pt x="986" y="895"/>
                  <a:pt x="986" y="895"/>
                </a:cubicBezTo>
                <a:cubicBezTo>
                  <a:pt x="986" y="40"/>
                  <a:pt x="986" y="40"/>
                  <a:pt x="986" y="40"/>
                </a:cubicBezTo>
                <a:cubicBezTo>
                  <a:pt x="986" y="18"/>
                  <a:pt x="938" y="0"/>
                  <a:pt x="877" y="0"/>
                </a:cubicBezTo>
                <a:cubicBezTo>
                  <a:pt x="817" y="0"/>
                  <a:pt x="768" y="18"/>
                  <a:pt x="768" y="40"/>
                </a:cubicBezTo>
                <a:cubicBezTo>
                  <a:pt x="768" y="895"/>
                  <a:pt x="768" y="895"/>
                  <a:pt x="768" y="895"/>
                </a:cubicBezTo>
                <a:cubicBezTo>
                  <a:pt x="723" y="895"/>
                  <a:pt x="723" y="895"/>
                  <a:pt x="723" y="895"/>
                </a:cubicBezTo>
                <a:cubicBezTo>
                  <a:pt x="723" y="41"/>
                  <a:pt x="723" y="41"/>
                  <a:pt x="723" y="41"/>
                </a:cubicBezTo>
                <a:cubicBezTo>
                  <a:pt x="723" y="19"/>
                  <a:pt x="674" y="0"/>
                  <a:pt x="614" y="0"/>
                </a:cubicBezTo>
                <a:cubicBezTo>
                  <a:pt x="554" y="0"/>
                  <a:pt x="505" y="19"/>
                  <a:pt x="505" y="41"/>
                </a:cubicBezTo>
                <a:cubicBezTo>
                  <a:pt x="505" y="895"/>
                  <a:pt x="505" y="895"/>
                  <a:pt x="505" y="895"/>
                </a:cubicBezTo>
                <a:cubicBezTo>
                  <a:pt x="464" y="895"/>
                  <a:pt x="464" y="895"/>
                  <a:pt x="464" y="895"/>
                </a:cubicBezTo>
                <a:cubicBezTo>
                  <a:pt x="464" y="1327"/>
                  <a:pt x="464" y="1327"/>
                  <a:pt x="464" y="1327"/>
                </a:cubicBezTo>
                <a:cubicBezTo>
                  <a:pt x="1291" y="1327"/>
                  <a:pt x="1291" y="1327"/>
                  <a:pt x="1291" y="1327"/>
                </a:cubicBezTo>
                <a:cubicBezTo>
                  <a:pt x="1291" y="895"/>
                  <a:pt x="1291" y="895"/>
                  <a:pt x="1291" y="895"/>
                </a:cubicBezTo>
                <a:lnTo>
                  <a:pt x="1249" y="895"/>
                </a:lnTo>
                <a:close/>
                <a:moveTo>
                  <a:pt x="701" y="895"/>
                </a:moveTo>
                <a:cubicBezTo>
                  <a:pt x="528" y="895"/>
                  <a:pt x="528" y="895"/>
                  <a:pt x="528" y="895"/>
                </a:cubicBezTo>
                <a:cubicBezTo>
                  <a:pt x="528" y="711"/>
                  <a:pt x="528" y="711"/>
                  <a:pt x="528" y="711"/>
                </a:cubicBezTo>
                <a:cubicBezTo>
                  <a:pt x="701" y="711"/>
                  <a:pt x="701" y="711"/>
                  <a:pt x="701" y="711"/>
                </a:cubicBezTo>
                <a:lnTo>
                  <a:pt x="701" y="895"/>
                </a:lnTo>
                <a:close/>
                <a:moveTo>
                  <a:pt x="964" y="895"/>
                </a:moveTo>
                <a:cubicBezTo>
                  <a:pt x="791" y="895"/>
                  <a:pt x="791" y="895"/>
                  <a:pt x="791" y="895"/>
                </a:cubicBezTo>
                <a:cubicBezTo>
                  <a:pt x="791" y="711"/>
                  <a:pt x="791" y="711"/>
                  <a:pt x="791" y="711"/>
                </a:cubicBezTo>
                <a:cubicBezTo>
                  <a:pt x="964" y="711"/>
                  <a:pt x="964" y="711"/>
                  <a:pt x="964" y="711"/>
                </a:cubicBezTo>
                <a:lnTo>
                  <a:pt x="964" y="895"/>
                </a:lnTo>
                <a:close/>
                <a:moveTo>
                  <a:pt x="1227" y="895"/>
                </a:moveTo>
                <a:cubicBezTo>
                  <a:pt x="1054" y="895"/>
                  <a:pt x="1054" y="895"/>
                  <a:pt x="1054" y="895"/>
                </a:cubicBezTo>
                <a:cubicBezTo>
                  <a:pt x="1054" y="711"/>
                  <a:pt x="1054" y="711"/>
                  <a:pt x="1054" y="711"/>
                </a:cubicBezTo>
                <a:cubicBezTo>
                  <a:pt x="1227" y="711"/>
                  <a:pt x="1227" y="711"/>
                  <a:pt x="1227" y="711"/>
                </a:cubicBezTo>
                <a:lnTo>
                  <a:pt x="1227" y="895"/>
                </a:lnTo>
                <a:close/>
                <a:moveTo>
                  <a:pt x="550" y="760"/>
                </a:moveTo>
                <a:cubicBezTo>
                  <a:pt x="678" y="760"/>
                  <a:pt x="678" y="760"/>
                  <a:pt x="678" y="760"/>
                </a:cubicBezTo>
                <a:cubicBezTo>
                  <a:pt x="614" y="835"/>
                  <a:pt x="614" y="835"/>
                  <a:pt x="614" y="835"/>
                </a:cubicBezTo>
                <a:cubicBezTo>
                  <a:pt x="550" y="760"/>
                  <a:pt x="550" y="760"/>
                  <a:pt x="550" y="760"/>
                </a:cubicBezTo>
                <a:close/>
                <a:moveTo>
                  <a:pt x="813" y="760"/>
                </a:moveTo>
                <a:cubicBezTo>
                  <a:pt x="941" y="760"/>
                  <a:pt x="941" y="760"/>
                  <a:pt x="941" y="760"/>
                </a:cubicBezTo>
                <a:cubicBezTo>
                  <a:pt x="877" y="835"/>
                  <a:pt x="877" y="835"/>
                  <a:pt x="877" y="835"/>
                </a:cubicBezTo>
                <a:cubicBezTo>
                  <a:pt x="813" y="760"/>
                  <a:pt x="813" y="760"/>
                  <a:pt x="813" y="760"/>
                </a:cubicBezTo>
                <a:close/>
                <a:moveTo>
                  <a:pt x="1077" y="760"/>
                </a:moveTo>
                <a:cubicBezTo>
                  <a:pt x="1204" y="760"/>
                  <a:pt x="1204" y="760"/>
                  <a:pt x="1204" y="760"/>
                </a:cubicBezTo>
                <a:cubicBezTo>
                  <a:pt x="1140" y="835"/>
                  <a:pt x="1140" y="835"/>
                  <a:pt x="1140" y="835"/>
                </a:cubicBezTo>
                <a:cubicBezTo>
                  <a:pt x="1077" y="760"/>
                  <a:pt x="1077" y="760"/>
                  <a:pt x="1077" y="760"/>
                </a:cubicBezTo>
                <a:close/>
                <a:moveTo>
                  <a:pt x="437" y="914"/>
                </a:moveTo>
                <a:cubicBezTo>
                  <a:pt x="403" y="927"/>
                  <a:pt x="397" y="930"/>
                  <a:pt x="368" y="941"/>
                </a:cubicBezTo>
                <a:cubicBezTo>
                  <a:pt x="340" y="952"/>
                  <a:pt x="317" y="987"/>
                  <a:pt x="298" y="1012"/>
                </a:cubicBezTo>
                <a:cubicBezTo>
                  <a:pt x="297" y="1041"/>
                  <a:pt x="326" y="1115"/>
                  <a:pt x="347" y="1141"/>
                </a:cubicBezTo>
                <a:cubicBezTo>
                  <a:pt x="374" y="1146"/>
                  <a:pt x="410" y="1157"/>
                  <a:pt x="437" y="1146"/>
                </a:cubicBezTo>
                <a:lnTo>
                  <a:pt x="437" y="914"/>
                </a:lnTo>
                <a:close/>
                <a:moveTo>
                  <a:pt x="437" y="1194"/>
                </a:moveTo>
                <a:cubicBezTo>
                  <a:pt x="262" y="1194"/>
                  <a:pt x="262" y="1194"/>
                  <a:pt x="262" y="1194"/>
                </a:cubicBezTo>
                <a:cubicBezTo>
                  <a:pt x="257" y="1189"/>
                  <a:pt x="251" y="1184"/>
                  <a:pt x="245" y="1179"/>
                </a:cubicBezTo>
                <a:cubicBezTo>
                  <a:pt x="245" y="1019"/>
                  <a:pt x="245" y="1019"/>
                  <a:pt x="245" y="1019"/>
                </a:cubicBezTo>
                <a:cubicBezTo>
                  <a:pt x="270" y="1019"/>
                  <a:pt x="270" y="1019"/>
                  <a:pt x="270" y="1019"/>
                </a:cubicBezTo>
                <a:cubicBezTo>
                  <a:pt x="329" y="1170"/>
                  <a:pt x="329" y="1170"/>
                  <a:pt x="329" y="1170"/>
                </a:cubicBezTo>
                <a:cubicBezTo>
                  <a:pt x="437" y="1170"/>
                  <a:pt x="437" y="1170"/>
                  <a:pt x="437" y="1170"/>
                </a:cubicBezTo>
                <a:moveTo>
                  <a:pt x="227" y="1214"/>
                </a:moveTo>
                <a:cubicBezTo>
                  <a:pt x="227" y="984"/>
                  <a:pt x="227" y="984"/>
                  <a:pt x="227" y="984"/>
                </a:cubicBezTo>
                <a:cubicBezTo>
                  <a:pt x="227" y="984"/>
                  <a:pt x="141" y="984"/>
                  <a:pt x="119" y="984"/>
                </a:cubicBezTo>
                <a:cubicBezTo>
                  <a:pt x="76" y="984"/>
                  <a:pt x="59" y="1007"/>
                  <a:pt x="49" y="1031"/>
                </a:cubicBezTo>
                <a:cubicBezTo>
                  <a:pt x="11" y="1139"/>
                  <a:pt x="11" y="1139"/>
                  <a:pt x="11" y="1139"/>
                </a:cubicBezTo>
                <a:cubicBezTo>
                  <a:pt x="11" y="1257"/>
                  <a:pt x="11" y="1257"/>
                  <a:pt x="11" y="1257"/>
                </a:cubicBezTo>
                <a:cubicBezTo>
                  <a:pt x="0" y="1257"/>
                  <a:pt x="0" y="1257"/>
                  <a:pt x="0" y="1257"/>
                </a:cubicBezTo>
                <a:cubicBezTo>
                  <a:pt x="0" y="1289"/>
                  <a:pt x="0" y="1289"/>
                  <a:pt x="0" y="1289"/>
                </a:cubicBezTo>
                <a:cubicBezTo>
                  <a:pt x="37" y="1289"/>
                  <a:pt x="37" y="1289"/>
                  <a:pt x="37" y="1289"/>
                </a:cubicBezTo>
                <a:cubicBezTo>
                  <a:pt x="37" y="1282"/>
                  <a:pt x="37" y="1282"/>
                  <a:pt x="37" y="1282"/>
                </a:cubicBezTo>
                <a:cubicBezTo>
                  <a:pt x="105" y="1282"/>
                  <a:pt x="105" y="1282"/>
                  <a:pt x="105" y="1282"/>
                </a:cubicBezTo>
                <a:cubicBezTo>
                  <a:pt x="109" y="1307"/>
                  <a:pt x="132" y="1327"/>
                  <a:pt x="159" y="1327"/>
                </a:cubicBezTo>
                <a:cubicBezTo>
                  <a:pt x="186" y="1327"/>
                  <a:pt x="209" y="1307"/>
                  <a:pt x="213" y="1282"/>
                </a:cubicBezTo>
                <a:cubicBezTo>
                  <a:pt x="266" y="1282"/>
                  <a:pt x="266" y="1282"/>
                  <a:pt x="266" y="1282"/>
                </a:cubicBezTo>
                <a:cubicBezTo>
                  <a:pt x="266" y="1258"/>
                  <a:pt x="266" y="1258"/>
                  <a:pt x="266" y="1258"/>
                </a:cubicBezTo>
                <a:cubicBezTo>
                  <a:pt x="383" y="1258"/>
                  <a:pt x="383" y="1258"/>
                  <a:pt x="383" y="1258"/>
                </a:cubicBezTo>
                <a:cubicBezTo>
                  <a:pt x="382" y="1262"/>
                  <a:pt x="382" y="1267"/>
                  <a:pt x="382" y="1272"/>
                </a:cubicBezTo>
                <a:cubicBezTo>
                  <a:pt x="382" y="1302"/>
                  <a:pt x="406" y="1327"/>
                  <a:pt x="437" y="1327"/>
                </a:cubicBezTo>
                <a:cubicBezTo>
                  <a:pt x="437" y="1327"/>
                  <a:pt x="437" y="1300"/>
                  <a:pt x="437" y="1269"/>
                </a:cubicBezTo>
                <a:cubicBezTo>
                  <a:pt x="437" y="1214"/>
                  <a:pt x="437" y="1214"/>
                  <a:pt x="437" y="1214"/>
                </a:cubicBezTo>
                <a:lnTo>
                  <a:pt x="227" y="1214"/>
                </a:lnTo>
                <a:close/>
                <a:moveTo>
                  <a:pt x="184" y="1063"/>
                </a:moveTo>
                <a:cubicBezTo>
                  <a:pt x="184" y="1063"/>
                  <a:pt x="175" y="1067"/>
                  <a:pt x="137" y="1082"/>
                </a:cubicBezTo>
                <a:cubicBezTo>
                  <a:pt x="122" y="1087"/>
                  <a:pt x="85" y="1139"/>
                  <a:pt x="35" y="1139"/>
                </a:cubicBezTo>
                <a:cubicBezTo>
                  <a:pt x="70" y="1040"/>
                  <a:pt x="70" y="1040"/>
                  <a:pt x="70" y="1040"/>
                </a:cubicBezTo>
                <a:cubicBezTo>
                  <a:pt x="78" y="1021"/>
                  <a:pt x="89" y="1009"/>
                  <a:pt x="117" y="1009"/>
                </a:cubicBezTo>
                <a:cubicBezTo>
                  <a:pt x="184" y="1009"/>
                  <a:pt x="184" y="1009"/>
                  <a:pt x="184" y="1009"/>
                </a:cubicBezTo>
                <a:lnTo>
                  <a:pt x="184" y="1063"/>
                </a:lnTo>
                <a:close/>
              </a:path>
            </a:pathLst>
          </a:custGeom>
          <a:solidFill>
            <a:schemeClr val="tx1"/>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de-DE"/>
          </a:p>
        </p:txBody>
      </p:sp>
      <p:sp>
        <p:nvSpPr>
          <p:cNvPr id="42" name="Freeform 32">
            <a:extLst>
              <a:ext uri="{FF2B5EF4-FFF2-40B4-BE49-F238E27FC236}">
                <a16:creationId xmlns:a16="http://schemas.microsoft.com/office/drawing/2014/main" id="{F0B2593A-56B0-DF07-42E0-80AA506FC40A}"/>
              </a:ext>
            </a:extLst>
          </p:cNvPr>
          <p:cNvSpPr>
            <a:spLocks noEditPoints="1"/>
          </p:cNvSpPr>
          <p:nvPr>
            <p:custDataLst>
              <p:tags r:id="rId3"/>
            </p:custDataLst>
          </p:nvPr>
        </p:nvSpPr>
        <p:spPr bwMode="auto">
          <a:xfrm>
            <a:off x="4794994" y="3464797"/>
            <a:ext cx="1167674" cy="567987"/>
          </a:xfrm>
          <a:custGeom>
            <a:avLst/>
            <a:gdLst>
              <a:gd name="T0" fmla="*/ 1959 w 1959"/>
              <a:gd name="T1" fmla="*/ 38 h 879"/>
              <a:gd name="T2" fmla="*/ 1676 w 1959"/>
              <a:gd name="T3" fmla="*/ 879 h 879"/>
              <a:gd name="T4" fmla="*/ 1817 w 1959"/>
              <a:gd name="T5" fmla="*/ 0 h 879"/>
              <a:gd name="T6" fmla="*/ 1358 w 1959"/>
              <a:gd name="T7" fmla="*/ 38 h 879"/>
              <a:gd name="T8" fmla="*/ 1642 w 1959"/>
              <a:gd name="T9" fmla="*/ 879 h 879"/>
              <a:gd name="T10" fmla="*/ 1500 w 1959"/>
              <a:gd name="T11" fmla="*/ 0 h 879"/>
              <a:gd name="T12" fmla="*/ 1327 w 1959"/>
              <a:gd name="T13" fmla="*/ 879 h 879"/>
              <a:gd name="T14" fmla="*/ 1134 w 1959"/>
              <a:gd name="T15" fmla="*/ 634 h 879"/>
              <a:gd name="T16" fmla="*/ 760 w 1959"/>
              <a:gd name="T17" fmla="*/ 879 h 879"/>
              <a:gd name="T18" fmla="*/ 624 w 1959"/>
              <a:gd name="T19" fmla="*/ 570 h 879"/>
              <a:gd name="T20" fmla="*/ 453 w 1959"/>
              <a:gd name="T21" fmla="*/ 624 h 879"/>
              <a:gd name="T22" fmla="*/ 0 w 1959"/>
              <a:gd name="T23" fmla="*/ 879 h 879"/>
              <a:gd name="T24" fmla="*/ 227 w 1959"/>
              <a:gd name="T25" fmla="*/ 460 h 879"/>
              <a:gd name="T26" fmla="*/ 624 w 1959"/>
              <a:gd name="T27" fmla="*/ 530 h 879"/>
              <a:gd name="T28" fmla="*/ 760 w 1959"/>
              <a:gd name="T29" fmla="*/ 414 h 879"/>
              <a:gd name="T30" fmla="*/ 1134 w 1959"/>
              <a:gd name="T31" fmla="*/ 534 h 879"/>
              <a:gd name="T32" fmla="*/ 1327 w 1959"/>
              <a:gd name="T33" fmla="*/ 193 h 879"/>
              <a:gd name="T34" fmla="*/ 1230 w 1959"/>
              <a:gd name="T35" fmla="*/ 275 h 879"/>
              <a:gd name="T36" fmla="*/ 1176 w 1959"/>
              <a:gd name="T37" fmla="*/ 222 h 879"/>
              <a:gd name="T38" fmla="*/ 1229 w 1959"/>
              <a:gd name="T39" fmla="*/ 633 h 879"/>
              <a:gd name="T40" fmla="*/ 1283 w 1959"/>
              <a:gd name="T41" fmla="*/ 686 h 879"/>
              <a:gd name="T42" fmla="*/ 1230 w 1959"/>
              <a:gd name="T43" fmla="*/ 768 h 879"/>
              <a:gd name="T44" fmla="*/ 1176 w 1959"/>
              <a:gd name="T45" fmla="*/ 715 h 879"/>
              <a:gd name="T46" fmla="*/ 1283 w 1959"/>
              <a:gd name="T47" fmla="*/ 551 h 879"/>
              <a:gd name="T48" fmla="*/ 1230 w 1959"/>
              <a:gd name="T49" fmla="*/ 604 h 879"/>
              <a:gd name="T50" fmla="*/ 1229 w 1959"/>
              <a:gd name="T51" fmla="*/ 470 h 879"/>
              <a:gd name="T52" fmla="*/ 1283 w 1959"/>
              <a:gd name="T53" fmla="*/ 523 h 879"/>
              <a:gd name="T54" fmla="*/ 1283 w 1959"/>
              <a:gd name="T55" fmla="*/ 387 h 879"/>
              <a:gd name="T56" fmla="*/ 1230 w 1959"/>
              <a:gd name="T57" fmla="*/ 440 h 879"/>
              <a:gd name="T58" fmla="*/ 1229 w 1959"/>
              <a:gd name="T59" fmla="*/ 305 h 879"/>
              <a:gd name="T60" fmla="*/ 1283 w 1959"/>
              <a:gd name="T61" fmla="*/ 358 h 879"/>
              <a:gd name="T62" fmla="*/ 1215 w 1959"/>
              <a:gd name="T63" fmla="*/ 290 h 879"/>
              <a:gd name="T64" fmla="*/ 1162 w 1959"/>
              <a:gd name="T65" fmla="*/ 343 h 879"/>
              <a:gd name="T66" fmla="*/ 1215 w 1959"/>
              <a:gd name="T67" fmla="*/ 455 h 879"/>
              <a:gd name="T68" fmla="*/ 1162 w 1959"/>
              <a:gd name="T69" fmla="*/ 508 h 879"/>
              <a:gd name="T70" fmla="*/ 1215 w 1959"/>
              <a:gd name="T71" fmla="*/ 618 h 879"/>
              <a:gd name="T72" fmla="*/ 1162 w 1959"/>
              <a:gd name="T73" fmla="*/ 672 h 879"/>
              <a:gd name="T74" fmla="*/ 1215 w 1959"/>
              <a:gd name="T75" fmla="*/ 783 h 879"/>
              <a:gd name="T76" fmla="*/ 1162 w 1959"/>
              <a:gd name="T77" fmla="*/ 836 h 879"/>
              <a:gd name="T78" fmla="*/ 1229 w 1959"/>
              <a:gd name="T79" fmla="*/ 798 h 879"/>
              <a:gd name="T80" fmla="*/ 1283 w 1959"/>
              <a:gd name="T81" fmla="*/ 851 h 879"/>
              <a:gd name="T82" fmla="*/ 1244 w 1959"/>
              <a:gd name="T83" fmla="*/ 781 h 879"/>
              <a:gd name="T84" fmla="*/ 1297 w 1959"/>
              <a:gd name="T85" fmla="*/ 728 h 879"/>
              <a:gd name="T86" fmla="*/ 1244 w 1959"/>
              <a:gd name="T87" fmla="*/ 617 h 879"/>
              <a:gd name="T88" fmla="*/ 1297 w 1959"/>
              <a:gd name="T89" fmla="*/ 564 h 879"/>
              <a:gd name="T90" fmla="*/ 1244 w 1959"/>
              <a:gd name="T91" fmla="*/ 453 h 879"/>
              <a:gd name="T92" fmla="*/ 1297 w 1959"/>
              <a:gd name="T93" fmla="*/ 400 h 879"/>
              <a:gd name="T94" fmla="*/ 1244 w 1959"/>
              <a:gd name="T95" fmla="*/ 288 h 879"/>
              <a:gd name="T96" fmla="*/ 1297 w 1959"/>
              <a:gd name="T97" fmla="*/ 235 h 8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59" h="879">
                <a:moveTo>
                  <a:pt x="1817" y="0"/>
                </a:moveTo>
                <a:cubicBezTo>
                  <a:pt x="1896" y="0"/>
                  <a:pt x="1959" y="17"/>
                  <a:pt x="1959" y="38"/>
                </a:cubicBezTo>
                <a:cubicBezTo>
                  <a:pt x="1959" y="879"/>
                  <a:pt x="1959" y="879"/>
                  <a:pt x="1959" y="879"/>
                </a:cubicBezTo>
                <a:cubicBezTo>
                  <a:pt x="1676" y="879"/>
                  <a:pt x="1676" y="879"/>
                  <a:pt x="1676" y="879"/>
                </a:cubicBezTo>
                <a:cubicBezTo>
                  <a:pt x="1676" y="38"/>
                  <a:pt x="1676" y="38"/>
                  <a:pt x="1676" y="38"/>
                </a:cubicBezTo>
                <a:cubicBezTo>
                  <a:pt x="1676" y="17"/>
                  <a:pt x="1739" y="0"/>
                  <a:pt x="1817" y="0"/>
                </a:cubicBezTo>
                <a:close/>
                <a:moveTo>
                  <a:pt x="1500" y="0"/>
                </a:moveTo>
                <a:cubicBezTo>
                  <a:pt x="1422" y="0"/>
                  <a:pt x="1358" y="17"/>
                  <a:pt x="1358" y="38"/>
                </a:cubicBezTo>
                <a:cubicBezTo>
                  <a:pt x="1358" y="879"/>
                  <a:pt x="1358" y="879"/>
                  <a:pt x="1358" y="879"/>
                </a:cubicBezTo>
                <a:cubicBezTo>
                  <a:pt x="1642" y="879"/>
                  <a:pt x="1642" y="879"/>
                  <a:pt x="1642" y="879"/>
                </a:cubicBezTo>
                <a:cubicBezTo>
                  <a:pt x="1642" y="38"/>
                  <a:pt x="1642" y="38"/>
                  <a:pt x="1642" y="38"/>
                </a:cubicBezTo>
                <a:cubicBezTo>
                  <a:pt x="1642" y="17"/>
                  <a:pt x="1578" y="0"/>
                  <a:pt x="1500" y="0"/>
                </a:cubicBezTo>
                <a:close/>
                <a:moveTo>
                  <a:pt x="1327" y="193"/>
                </a:moveTo>
                <a:cubicBezTo>
                  <a:pt x="1327" y="879"/>
                  <a:pt x="1327" y="879"/>
                  <a:pt x="1327" y="879"/>
                </a:cubicBezTo>
                <a:cubicBezTo>
                  <a:pt x="1134" y="879"/>
                  <a:pt x="1134" y="879"/>
                  <a:pt x="1134" y="879"/>
                </a:cubicBezTo>
                <a:cubicBezTo>
                  <a:pt x="1134" y="634"/>
                  <a:pt x="1134" y="634"/>
                  <a:pt x="1134" y="634"/>
                </a:cubicBezTo>
                <a:cubicBezTo>
                  <a:pt x="760" y="705"/>
                  <a:pt x="760" y="705"/>
                  <a:pt x="760" y="705"/>
                </a:cubicBezTo>
                <a:cubicBezTo>
                  <a:pt x="760" y="879"/>
                  <a:pt x="760" y="879"/>
                  <a:pt x="760" y="879"/>
                </a:cubicBezTo>
                <a:cubicBezTo>
                  <a:pt x="624" y="879"/>
                  <a:pt x="624" y="879"/>
                  <a:pt x="624" y="879"/>
                </a:cubicBezTo>
                <a:cubicBezTo>
                  <a:pt x="624" y="570"/>
                  <a:pt x="624" y="570"/>
                  <a:pt x="624" y="570"/>
                </a:cubicBezTo>
                <a:cubicBezTo>
                  <a:pt x="301" y="514"/>
                  <a:pt x="301" y="514"/>
                  <a:pt x="301" y="514"/>
                </a:cubicBezTo>
                <a:cubicBezTo>
                  <a:pt x="453" y="624"/>
                  <a:pt x="453" y="624"/>
                  <a:pt x="453" y="624"/>
                </a:cubicBezTo>
                <a:cubicBezTo>
                  <a:pt x="453" y="879"/>
                  <a:pt x="453" y="879"/>
                  <a:pt x="453" y="879"/>
                </a:cubicBezTo>
                <a:cubicBezTo>
                  <a:pt x="0" y="879"/>
                  <a:pt x="0" y="879"/>
                  <a:pt x="0" y="879"/>
                </a:cubicBezTo>
                <a:cubicBezTo>
                  <a:pt x="0" y="624"/>
                  <a:pt x="0" y="624"/>
                  <a:pt x="0" y="624"/>
                </a:cubicBezTo>
                <a:cubicBezTo>
                  <a:pt x="227" y="460"/>
                  <a:pt x="227" y="460"/>
                  <a:pt x="227" y="460"/>
                </a:cubicBezTo>
                <a:cubicBezTo>
                  <a:pt x="228" y="460"/>
                  <a:pt x="228" y="460"/>
                  <a:pt x="228" y="460"/>
                </a:cubicBezTo>
                <a:cubicBezTo>
                  <a:pt x="624" y="530"/>
                  <a:pt x="624" y="530"/>
                  <a:pt x="624" y="530"/>
                </a:cubicBezTo>
                <a:cubicBezTo>
                  <a:pt x="624" y="414"/>
                  <a:pt x="624" y="414"/>
                  <a:pt x="624" y="414"/>
                </a:cubicBezTo>
                <a:cubicBezTo>
                  <a:pt x="760" y="414"/>
                  <a:pt x="760" y="414"/>
                  <a:pt x="760" y="414"/>
                </a:cubicBezTo>
                <a:cubicBezTo>
                  <a:pt x="760" y="602"/>
                  <a:pt x="760" y="602"/>
                  <a:pt x="760" y="602"/>
                </a:cubicBezTo>
                <a:cubicBezTo>
                  <a:pt x="1134" y="534"/>
                  <a:pt x="1134" y="534"/>
                  <a:pt x="1134" y="534"/>
                </a:cubicBezTo>
                <a:cubicBezTo>
                  <a:pt x="1134" y="193"/>
                  <a:pt x="1134" y="193"/>
                  <a:pt x="1134" y="193"/>
                </a:cubicBezTo>
                <a:lnTo>
                  <a:pt x="1327" y="193"/>
                </a:lnTo>
                <a:close/>
                <a:moveTo>
                  <a:pt x="1176" y="222"/>
                </a:moveTo>
                <a:cubicBezTo>
                  <a:pt x="1230" y="275"/>
                  <a:pt x="1230" y="275"/>
                  <a:pt x="1230" y="275"/>
                </a:cubicBezTo>
                <a:cubicBezTo>
                  <a:pt x="1283" y="222"/>
                  <a:pt x="1283" y="222"/>
                  <a:pt x="1283" y="222"/>
                </a:cubicBezTo>
                <a:lnTo>
                  <a:pt x="1176" y="222"/>
                </a:lnTo>
                <a:close/>
                <a:moveTo>
                  <a:pt x="1283" y="686"/>
                </a:moveTo>
                <a:cubicBezTo>
                  <a:pt x="1229" y="633"/>
                  <a:pt x="1229" y="633"/>
                  <a:pt x="1229" y="633"/>
                </a:cubicBezTo>
                <a:cubicBezTo>
                  <a:pt x="1176" y="686"/>
                  <a:pt x="1176" y="686"/>
                  <a:pt x="1176" y="686"/>
                </a:cubicBezTo>
                <a:lnTo>
                  <a:pt x="1283" y="686"/>
                </a:lnTo>
                <a:close/>
                <a:moveTo>
                  <a:pt x="1176" y="715"/>
                </a:moveTo>
                <a:cubicBezTo>
                  <a:pt x="1230" y="768"/>
                  <a:pt x="1230" y="768"/>
                  <a:pt x="1230" y="768"/>
                </a:cubicBezTo>
                <a:cubicBezTo>
                  <a:pt x="1283" y="715"/>
                  <a:pt x="1283" y="715"/>
                  <a:pt x="1283" y="715"/>
                </a:cubicBezTo>
                <a:lnTo>
                  <a:pt x="1176" y="715"/>
                </a:lnTo>
                <a:close/>
                <a:moveTo>
                  <a:pt x="1230" y="604"/>
                </a:moveTo>
                <a:cubicBezTo>
                  <a:pt x="1283" y="551"/>
                  <a:pt x="1283" y="551"/>
                  <a:pt x="1283" y="551"/>
                </a:cubicBezTo>
                <a:cubicBezTo>
                  <a:pt x="1176" y="551"/>
                  <a:pt x="1176" y="551"/>
                  <a:pt x="1176" y="551"/>
                </a:cubicBezTo>
                <a:lnTo>
                  <a:pt x="1230" y="604"/>
                </a:lnTo>
                <a:close/>
                <a:moveTo>
                  <a:pt x="1283" y="523"/>
                </a:moveTo>
                <a:cubicBezTo>
                  <a:pt x="1229" y="470"/>
                  <a:pt x="1229" y="470"/>
                  <a:pt x="1229" y="470"/>
                </a:cubicBezTo>
                <a:cubicBezTo>
                  <a:pt x="1176" y="523"/>
                  <a:pt x="1176" y="523"/>
                  <a:pt x="1176" y="523"/>
                </a:cubicBezTo>
                <a:lnTo>
                  <a:pt x="1283" y="523"/>
                </a:lnTo>
                <a:close/>
                <a:moveTo>
                  <a:pt x="1230" y="440"/>
                </a:moveTo>
                <a:cubicBezTo>
                  <a:pt x="1283" y="387"/>
                  <a:pt x="1283" y="387"/>
                  <a:pt x="1283" y="387"/>
                </a:cubicBezTo>
                <a:cubicBezTo>
                  <a:pt x="1176" y="387"/>
                  <a:pt x="1176" y="387"/>
                  <a:pt x="1176" y="387"/>
                </a:cubicBezTo>
                <a:lnTo>
                  <a:pt x="1230" y="440"/>
                </a:lnTo>
                <a:close/>
                <a:moveTo>
                  <a:pt x="1283" y="358"/>
                </a:moveTo>
                <a:cubicBezTo>
                  <a:pt x="1229" y="305"/>
                  <a:pt x="1229" y="305"/>
                  <a:pt x="1229" y="305"/>
                </a:cubicBezTo>
                <a:cubicBezTo>
                  <a:pt x="1176" y="358"/>
                  <a:pt x="1176" y="358"/>
                  <a:pt x="1176" y="358"/>
                </a:cubicBezTo>
                <a:lnTo>
                  <a:pt x="1283" y="358"/>
                </a:lnTo>
                <a:close/>
                <a:moveTo>
                  <a:pt x="1162" y="343"/>
                </a:moveTo>
                <a:cubicBezTo>
                  <a:pt x="1215" y="290"/>
                  <a:pt x="1215" y="290"/>
                  <a:pt x="1215" y="290"/>
                </a:cubicBezTo>
                <a:cubicBezTo>
                  <a:pt x="1162" y="237"/>
                  <a:pt x="1162" y="237"/>
                  <a:pt x="1162" y="237"/>
                </a:cubicBezTo>
                <a:lnTo>
                  <a:pt x="1162" y="343"/>
                </a:lnTo>
                <a:close/>
                <a:moveTo>
                  <a:pt x="1162" y="508"/>
                </a:moveTo>
                <a:cubicBezTo>
                  <a:pt x="1215" y="455"/>
                  <a:pt x="1215" y="455"/>
                  <a:pt x="1215" y="455"/>
                </a:cubicBezTo>
                <a:cubicBezTo>
                  <a:pt x="1162" y="402"/>
                  <a:pt x="1162" y="402"/>
                  <a:pt x="1162" y="402"/>
                </a:cubicBezTo>
                <a:lnTo>
                  <a:pt x="1162" y="508"/>
                </a:lnTo>
                <a:close/>
                <a:moveTo>
                  <a:pt x="1162" y="672"/>
                </a:moveTo>
                <a:cubicBezTo>
                  <a:pt x="1215" y="618"/>
                  <a:pt x="1215" y="618"/>
                  <a:pt x="1215" y="618"/>
                </a:cubicBezTo>
                <a:cubicBezTo>
                  <a:pt x="1162" y="565"/>
                  <a:pt x="1162" y="565"/>
                  <a:pt x="1162" y="565"/>
                </a:cubicBezTo>
                <a:lnTo>
                  <a:pt x="1162" y="672"/>
                </a:lnTo>
                <a:close/>
                <a:moveTo>
                  <a:pt x="1162" y="836"/>
                </a:moveTo>
                <a:cubicBezTo>
                  <a:pt x="1215" y="783"/>
                  <a:pt x="1215" y="783"/>
                  <a:pt x="1215" y="783"/>
                </a:cubicBezTo>
                <a:cubicBezTo>
                  <a:pt x="1162" y="730"/>
                  <a:pt x="1162" y="730"/>
                  <a:pt x="1162" y="730"/>
                </a:cubicBezTo>
                <a:lnTo>
                  <a:pt x="1162" y="836"/>
                </a:lnTo>
                <a:close/>
                <a:moveTo>
                  <a:pt x="1283" y="851"/>
                </a:moveTo>
                <a:cubicBezTo>
                  <a:pt x="1229" y="798"/>
                  <a:pt x="1229" y="798"/>
                  <a:pt x="1229" y="798"/>
                </a:cubicBezTo>
                <a:cubicBezTo>
                  <a:pt x="1176" y="851"/>
                  <a:pt x="1176" y="851"/>
                  <a:pt x="1176" y="851"/>
                </a:cubicBezTo>
                <a:lnTo>
                  <a:pt x="1283" y="851"/>
                </a:lnTo>
                <a:close/>
                <a:moveTo>
                  <a:pt x="1297" y="728"/>
                </a:moveTo>
                <a:cubicBezTo>
                  <a:pt x="1244" y="781"/>
                  <a:pt x="1244" y="781"/>
                  <a:pt x="1244" y="781"/>
                </a:cubicBezTo>
                <a:cubicBezTo>
                  <a:pt x="1297" y="834"/>
                  <a:pt x="1297" y="834"/>
                  <a:pt x="1297" y="834"/>
                </a:cubicBezTo>
                <a:lnTo>
                  <a:pt x="1297" y="728"/>
                </a:lnTo>
                <a:close/>
                <a:moveTo>
                  <a:pt x="1297" y="564"/>
                </a:moveTo>
                <a:cubicBezTo>
                  <a:pt x="1244" y="617"/>
                  <a:pt x="1244" y="617"/>
                  <a:pt x="1244" y="617"/>
                </a:cubicBezTo>
                <a:cubicBezTo>
                  <a:pt x="1297" y="670"/>
                  <a:pt x="1297" y="670"/>
                  <a:pt x="1297" y="670"/>
                </a:cubicBezTo>
                <a:lnTo>
                  <a:pt x="1297" y="564"/>
                </a:lnTo>
                <a:close/>
                <a:moveTo>
                  <a:pt x="1297" y="400"/>
                </a:moveTo>
                <a:cubicBezTo>
                  <a:pt x="1244" y="453"/>
                  <a:pt x="1244" y="453"/>
                  <a:pt x="1244" y="453"/>
                </a:cubicBezTo>
                <a:cubicBezTo>
                  <a:pt x="1297" y="507"/>
                  <a:pt x="1297" y="507"/>
                  <a:pt x="1297" y="507"/>
                </a:cubicBezTo>
                <a:lnTo>
                  <a:pt x="1297" y="400"/>
                </a:lnTo>
                <a:close/>
                <a:moveTo>
                  <a:pt x="1297" y="235"/>
                </a:moveTo>
                <a:cubicBezTo>
                  <a:pt x="1244" y="288"/>
                  <a:pt x="1244" y="288"/>
                  <a:pt x="1244" y="288"/>
                </a:cubicBezTo>
                <a:cubicBezTo>
                  <a:pt x="1297" y="341"/>
                  <a:pt x="1297" y="341"/>
                  <a:pt x="1297" y="341"/>
                </a:cubicBezTo>
                <a:lnTo>
                  <a:pt x="1297" y="235"/>
                </a:lnTo>
                <a:close/>
              </a:path>
            </a:pathLst>
          </a:custGeom>
          <a:solidFill>
            <a:schemeClr val="tx1"/>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de-DE" dirty="0"/>
          </a:p>
        </p:txBody>
      </p:sp>
    </p:spTree>
    <p:extLst>
      <p:ext uri="{BB962C8B-B14F-4D97-AF65-F5344CB8AC3E}">
        <p14:creationId xmlns:p14="http://schemas.microsoft.com/office/powerpoint/2010/main" val="1458725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en-US" b="1" dirty="0"/>
              <a:t>Delay Cost Threshold </a:t>
            </a:r>
            <a:r>
              <a:rPr lang="en-US" dirty="0"/>
              <a:t>and</a:t>
            </a:r>
            <a:r>
              <a:rPr lang="en-US" b="1" dirty="0"/>
              <a:t> Delay Cost Coefficient</a:t>
            </a:r>
            <a:endParaRPr lang="de-DE" dirty="0"/>
          </a:p>
        </p:txBody>
      </p:sp>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49" y="1350963"/>
            <a:ext cx="10449983" cy="4445000"/>
          </a:xfrm>
        </p:spPr>
        <p:txBody>
          <a:bodyPr/>
          <a:lstStyle/>
          <a:p>
            <a:pPr algn="just">
              <a:lnSpc>
                <a:spcPct val="120000"/>
              </a:lnSpc>
            </a:pPr>
            <a:r>
              <a:rPr lang="de-DE" b="0" dirty="0"/>
              <a:t>The </a:t>
            </a:r>
            <a:r>
              <a:rPr lang="de-DE" b="0" dirty="0" err="1"/>
              <a:t>penalty</a:t>
            </a:r>
            <a:r>
              <a:rPr lang="de-DE" b="0" dirty="0"/>
              <a:t> </a:t>
            </a:r>
            <a:r>
              <a:rPr lang="de-DE" b="0" dirty="0" err="1"/>
              <a:t>of</a:t>
            </a:r>
            <a:r>
              <a:rPr lang="de-DE" b="0" dirty="0"/>
              <a:t> </a:t>
            </a:r>
            <a:r>
              <a:rPr lang="de-DE" b="0" dirty="0" err="1"/>
              <a:t>delay</a:t>
            </a:r>
            <a:r>
              <a:rPr lang="de-DE" b="0" dirty="0"/>
              <a:t> </a:t>
            </a:r>
            <a:r>
              <a:rPr lang="de-DE" b="0" dirty="0" err="1"/>
              <a:t>is</a:t>
            </a:r>
            <a:r>
              <a:rPr lang="de-DE" b="0" dirty="0"/>
              <a:t> </a:t>
            </a:r>
            <a:r>
              <a:rPr lang="de-DE" b="0" dirty="0" err="1"/>
              <a:t>quadratic</a:t>
            </a:r>
            <a:r>
              <a:rPr lang="de-DE" b="0" dirty="0"/>
              <a:t> </a:t>
            </a:r>
            <a:r>
              <a:rPr lang="de-DE" b="0" dirty="0" err="1"/>
              <a:t>up</a:t>
            </a:r>
            <a:r>
              <a:rPr lang="de-DE" b="0" dirty="0"/>
              <a:t> </a:t>
            </a:r>
            <a:r>
              <a:rPr lang="de-DE" b="0" dirty="0" err="1"/>
              <a:t>to</a:t>
            </a:r>
            <a:r>
              <a:rPr lang="de-DE" b="0" dirty="0"/>
              <a:t> </a:t>
            </a:r>
            <a:r>
              <a:rPr lang="de-DE" b="0" dirty="0" err="1"/>
              <a:t>the</a:t>
            </a:r>
            <a:r>
              <a:rPr lang="de-DE" b="0" dirty="0"/>
              <a:t> </a:t>
            </a:r>
            <a:r>
              <a:rPr lang="de-DE" b="0" dirty="0" err="1"/>
              <a:t>threshold</a:t>
            </a:r>
            <a:r>
              <a:rPr lang="de-DE" b="0" dirty="0"/>
              <a:t>, </a:t>
            </a:r>
            <a:r>
              <a:rPr lang="de-DE" b="0" dirty="0" err="1"/>
              <a:t>then</a:t>
            </a:r>
            <a:r>
              <a:rPr lang="de-DE" b="0" dirty="0"/>
              <a:t> </a:t>
            </a:r>
            <a:r>
              <a:rPr lang="de-DE" b="0" dirty="0" err="1"/>
              <a:t>the</a:t>
            </a:r>
            <a:r>
              <a:rPr lang="de-DE" b="0" dirty="0"/>
              <a:t> </a:t>
            </a:r>
            <a:r>
              <a:rPr lang="de-DE" b="0" dirty="0" err="1"/>
              <a:t>coefficient</a:t>
            </a:r>
            <a:r>
              <a:rPr lang="de-DE" b="0" dirty="0"/>
              <a:t> </a:t>
            </a:r>
            <a:r>
              <a:rPr lang="de-DE" b="0" dirty="0" err="1"/>
              <a:t>describes</a:t>
            </a:r>
            <a:r>
              <a:rPr lang="de-DE" b="0" dirty="0"/>
              <a:t> </a:t>
            </a:r>
            <a:r>
              <a:rPr lang="de-DE" b="0" dirty="0" err="1"/>
              <a:t>the</a:t>
            </a:r>
            <a:r>
              <a:rPr lang="de-DE" b="0" dirty="0"/>
              <a:t> </a:t>
            </a:r>
            <a:r>
              <a:rPr lang="de-DE" b="0" dirty="0" err="1"/>
              <a:t>slope</a:t>
            </a:r>
            <a:r>
              <a:rPr lang="de-DE" b="0" dirty="0"/>
              <a:t> </a:t>
            </a:r>
            <a:r>
              <a:rPr lang="de-DE" b="0" dirty="0" err="1"/>
              <a:t>of</a:t>
            </a:r>
            <a:r>
              <a:rPr lang="de-DE" b="0" dirty="0"/>
              <a:t> </a:t>
            </a:r>
            <a:r>
              <a:rPr lang="de-DE" b="0" dirty="0" err="1"/>
              <a:t>the</a:t>
            </a:r>
            <a:r>
              <a:rPr lang="de-DE" b="0" dirty="0"/>
              <a:t> linear </a:t>
            </a:r>
            <a:r>
              <a:rPr lang="de-DE" b="0" dirty="0" err="1"/>
              <a:t>cost</a:t>
            </a:r>
            <a:r>
              <a:rPr lang="de-DE" b="0" dirty="0"/>
              <a:t> </a:t>
            </a:r>
            <a:r>
              <a:rPr lang="de-DE" b="0" dirty="0" err="1"/>
              <a:t>function</a:t>
            </a:r>
            <a:r>
              <a:rPr lang="de-DE" b="0" dirty="0"/>
              <a:t> part.</a:t>
            </a:r>
            <a:endParaRPr lang="en-US" b="0" dirty="0"/>
          </a:p>
        </p:txBody>
      </p:sp>
      <p:cxnSp>
        <p:nvCxnSpPr>
          <p:cNvPr id="51" name="Gerade Verbindung 14">
            <a:extLst>
              <a:ext uri="{FF2B5EF4-FFF2-40B4-BE49-F238E27FC236}">
                <a16:creationId xmlns:a16="http://schemas.microsoft.com/office/drawing/2014/main" id="{B7D16D58-2387-3414-1F76-5D289E1F5CA4}"/>
              </a:ext>
            </a:extLst>
          </p:cNvPr>
          <p:cNvCxnSpPr/>
          <p:nvPr/>
        </p:nvCxnSpPr>
        <p:spPr bwMode="auto">
          <a:xfrm>
            <a:off x="1463416" y="5328592"/>
            <a:ext cx="8856984" cy="0"/>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2" name="Gerade Verbindung 7">
            <a:extLst>
              <a:ext uri="{FF2B5EF4-FFF2-40B4-BE49-F238E27FC236}">
                <a16:creationId xmlns:a16="http://schemas.microsoft.com/office/drawing/2014/main" id="{A802D677-BE43-7D2F-A434-C3DD4156A68B}"/>
              </a:ext>
            </a:extLst>
          </p:cNvPr>
          <p:cNvCxnSpPr/>
          <p:nvPr/>
        </p:nvCxnSpPr>
        <p:spPr bwMode="auto">
          <a:xfrm>
            <a:off x="1938674" y="5148572"/>
            <a:ext cx="0" cy="36004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3" name="Gerade Verbindung 27">
            <a:extLst>
              <a:ext uri="{FF2B5EF4-FFF2-40B4-BE49-F238E27FC236}">
                <a16:creationId xmlns:a16="http://schemas.microsoft.com/office/drawing/2014/main" id="{E86931C2-FD5B-5D85-56F4-A39CC973FD2F}"/>
              </a:ext>
            </a:extLst>
          </p:cNvPr>
          <p:cNvCxnSpPr/>
          <p:nvPr/>
        </p:nvCxnSpPr>
        <p:spPr bwMode="auto">
          <a:xfrm>
            <a:off x="4055704" y="5148572"/>
            <a:ext cx="0" cy="360040"/>
          </a:xfrm>
          <a:prstGeom prst="line">
            <a:avLst/>
          </a:prstGeom>
          <a:noFill/>
          <a:ln w="28575" cap="flat" cmpd="sng" algn="ctr">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4" name="Gerade Verbindung 29">
            <a:extLst>
              <a:ext uri="{FF2B5EF4-FFF2-40B4-BE49-F238E27FC236}">
                <a16:creationId xmlns:a16="http://schemas.microsoft.com/office/drawing/2014/main" id="{0CFD215E-EB9A-E00E-5500-173A5D7C1A01}"/>
              </a:ext>
            </a:extLst>
          </p:cNvPr>
          <p:cNvCxnSpPr/>
          <p:nvPr/>
        </p:nvCxnSpPr>
        <p:spPr bwMode="auto">
          <a:xfrm>
            <a:off x="4055704" y="5148572"/>
            <a:ext cx="0" cy="36004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5" name="Gerade Verbindung 31">
            <a:extLst>
              <a:ext uri="{FF2B5EF4-FFF2-40B4-BE49-F238E27FC236}">
                <a16:creationId xmlns:a16="http://schemas.microsoft.com/office/drawing/2014/main" id="{4C7800ED-E6B3-567F-DCB7-812A0F3FB59C}"/>
              </a:ext>
            </a:extLst>
          </p:cNvPr>
          <p:cNvCxnSpPr/>
          <p:nvPr/>
        </p:nvCxnSpPr>
        <p:spPr bwMode="auto">
          <a:xfrm>
            <a:off x="6172734" y="5148572"/>
            <a:ext cx="0" cy="36004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 name="Gerade Verbindung 35">
            <a:extLst>
              <a:ext uri="{FF2B5EF4-FFF2-40B4-BE49-F238E27FC236}">
                <a16:creationId xmlns:a16="http://schemas.microsoft.com/office/drawing/2014/main" id="{1D862D5D-637F-4295-E49E-6C9FAE8D3B46}"/>
              </a:ext>
            </a:extLst>
          </p:cNvPr>
          <p:cNvCxnSpPr/>
          <p:nvPr/>
        </p:nvCxnSpPr>
        <p:spPr bwMode="auto">
          <a:xfrm>
            <a:off x="8304176" y="5148572"/>
            <a:ext cx="0" cy="36004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7" name="Textfeld 56">
            <a:extLst>
              <a:ext uri="{FF2B5EF4-FFF2-40B4-BE49-F238E27FC236}">
                <a16:creationId xmlns:a16="http://schemas.microsoft.com/office/drawing/2014/main" id="{A2C227B5-752A-DFFC-B562-99097F408D70}"/>
              </a:ext>
            </a:extLst>
          </p:cNvPr>
          <p:cNvSpPr txBox="1"/>
          <p:nvPr/>
        </p:nvSpPr>
        <p:spPr>
          <a:xfrm>
            <a:off x="1595379" y="5714111"/>
            <a:ext cx="651734" cy="354071"/>
          </a:xfrm>
          <a:prstGeom prst="rect">
            <a:avLst/>
          </a:prstGeom>
          <a:noFill/>
        </p:spPr>
        <p:txBody>
          <a:bodyPr wrap="square" rtlCol="0">
            <a:spAutoFit/>
          </a:bodyPr>
          <a:lstStyle/>
          <a:p>
            <a:r>
              <a:rPr lang="de-DE" dirty="0"/>
              <a:t>7:00</a:t>
            </a:r>
          </a:p>
        </p:txBody>
      </p:sp>
      <p:sp>
        <p:nvSpPr>
          <p:cNvPr id="58" name="Textfeld 57">
            <a:extLst>
              <a:ext uri="{FF2B5EF4-FFF2-40B4-BE49-F238E27FC236}">
                <a16:creationId xmlns:a16="http://schemas.microsoft.com/office/drawing/2014/main" id="{30C5556E-2560-5902-DCBE-988C92F702C7}"/>
              </a:ext>
            </a:extLst>
          </p:cNvPr>
          <p:cNvSpPr txBox="1"/>
          <p:nvPr/>
        </p:nvSpPr>
        <p:spPr>
          <a:xfrm>
            <a:off x="3707934" y="5731977"/>
            <a:ext cx="715780" cy="354071"/>
          </a:xfrm>
          <a:prstGeom prst="rect">
            <a:avLst/>
          </a:prstGeom>
          <a:noFill/>
        </p:spPr>
        <p:txBody>
          <a:bodyPr wrap="square" rtlCol="0">
            <a:spAutoFit/>
          </a:bodyPr>
          <a:lstStyle/>
          <a:p>
            <a:r>
              <a:rPr lang="de-DE" dirty="0"/>
              <a:t>8:00</a:t>
            </a:r>
          </a:p>
        </p:txBody>
      </p:sp>
      <p:sp>
        <p:nvSpPr>
          <p:cNvPr id="59" name="Textfeld 58">
            <a:extLst>
              <a:ext uri="{FF2B5EF4-FFF2-40B4-BE49-F238E27FC236}">
                <a16:creationId xmlns:a16="http://schemas.microsoft.com/office/drawing/2014/main" id="{D137CF4A-071B-80C3-0984-5302412442ED}"/>
              </a:ext>
            </a:extLst>
          </p:cNvPr>
          <p:cNvSpPr txBox="1"/>
          <p:nvPr/>
        </p:nvSpPr>
        <p:spPr>
          <a:xfrm>
            <a:off x="5813324" y="5716463"/>
            <a:ext cx="718820" cy="354071"/>
          </a:xfrm>
          <a:prstGeom prst="rect">
            <a:avLst/>
          </a:prstGeom>
          <a:noFill/>
        </p:spPr>
        <p:txBody>
          <a:bodyPr wrap="square" rtlCol="0">
            <a:spAutoFit/>
          </a:bodyPr>
          <a:lstStyle/>
          <a:p>
            <a:r>
              <a:rPr lang="de-DE" dirty="0"/>
              <a:t>9:00</a:t>
            </a:r>
          </a:p>
        </p:txBody>
      </p:sp>
      <p:sp>
        <p:nvSpPr>
          <p:cNvPr id="60" name="Textfeld 59">
            <a:extLst>
              <a:ext uri="{FF2B5EF4-FFF2-40B4-BE49-F238E27FC236}">
                <a16:creationId xmlns:a16="http://schemas.microsoft.com/office/drawing/2014/main" id="{489C80DA-8244-1A73-7425-D55226199FF3}"/>
              </a:ext>
            </a:extLst>
          </p:cNvPr>
          <p:cNvSpPr txBox="1"/>
          <p:nvPr/>
        </p:nvSpPr>
        <p:spPr>
          <a:xfrm>
            <a:off x="7904464" y="5731977"/>
            <a:ext cx="799423" cy="354071"/>
          </a:xfrm>
          <a:prstGeom prst="rect">
            <a:avLst/>
          </a:prstGeom>
          <a:noFill/>
        </p:spPr>
        <p:txBody>
          <a:bodyPr wrap="square" rtlCol="0">
            <a:spAutoFit/>
          </a:bodyPr>
          <a:lstStyle/>
          <a:p>
            <a:r>
              <a:rPr lang="de-DE" dirty="0"/>
              <a:t>10:00</a:t>
            </a:r>
          </a:p>
        </p:txBody>
      </p:sp>
      <p:sp>
        <p:nvSpPr>
          <p:cNvPr id="61" name="Rechteck 60">
            <a:extLst>
              <a:ext uri="{FF2B5EF4-FFF2-40B4-BE49-F238E27FC236}">
                <a16:creationId xmlns:a16="http://schemas.microsoft.com/office/drawing/2014/main" id="{07846E3C-7AE4-F36C-963B-095125785EBB}"/>
              </a:ext>
            </a:extLst>
          </p:cNvPr>
          <p:cNvSpPr/>
          <p:nvPr/>
        </p:nvSpPr>
        <p:spPr bwMode="auto">
          <a:xfrm>
            <a:off x="1938674" y="5539619"/>
            <a:ext cx="2117030" cy="216024"/>
          </a:xfrm>
          <a:prstGeom prst="rect">
            <a:avLst/>
          </a:prstGeom>
          <a:solidFill>
            <a:srgbClr val="00B050"/>
          </a:solidFill>
          <a:ln w="952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62" name="Rechteck 61">
            <a:extLst>
              <a:ext uri="{FF2B5EF4-FFF2-40B4-BE49-F238E27FC236}">
                <a16:creationId xmlns:a16="http://schemas.microsoft.com/office/drawing/2014/main" id="{59691DF4-FE3D-FD1B-743C-C61A8D96021D}"/>
              </a:ext>
            </a:extLst>
          </p:cNvPr>
          <p:cNvSpPr/>
          <p:nvPr/>
        </p:nvSpPr>
        <p:spPr bwMode="auto">
          <a:xfrm>
            <a:off x="4055704" y="5539619"/>
            <a:ext cx="4248472" cy="216024"/>
          </a:xfrm>
          <a:prstGeom prst="rect">
            <a:avLst/>
          </a:prstGeom>
          <a:solidFill>
            <a:srgbClr val="FE7668"/>
          </a:solidFill>
          <a:ln w="9525" cap="flat" cmpd="sng" algn="ctr">
            <a:solidFill>
              <a:srgbClr val="FE766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cxnSp>
        <p:nvCxnSpPr>
          <p:cNvPr id="63" name="Gerade Verbindung 41">
            <a:extLst>
              <a:ext uri="{FF2B5EF4-FFF2-40B4-BE49-F238E27FC236}">
                <a16:creationId xmlns:a16="http://schemas.microsoft.com/office/drawing/2014/main" id="{C4802DD8-0D19-5F47-9B04-B3B5F5E72882}"/>
              </a:ext>
            </a:extLst>
          </p:cNvPr>
          <p:cNvCxnSpPr/>
          <p:nvPr/>
        </p:nvCxnSpPr>
        <p:spPr bwMode="auto">
          <a:xfrm flipV="1">
            <a:off x="1604498" y="2216279"/>
            <a:ext cx="2934" cy="3112313"/>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4" name="Textfeld 63">
            <a:extLst>
              <a:ext uri="{FF2B5EF4-FFF2-40B4-BE49-F238E27FC236}">
                <a16:creationId xmlns:a16="http://schemas.microsoft.com/office/drawing/2014/main" id="{8BE20DB8-490C-4581-A16B-2E0FFA56762C}"/>
              </a:ext>
            </a:extLst>
          </p:cNvPr>
          <p:cNvSpPr txBox="1"/>
          <p:nvPr/>
        </p:nvSpPr>
        <p:spPr>
          <a:xfrm rot="16200000">
            <a:off x="629336" y="3803525"/>
            <a:ext cx="1204176" cy="354071"/>
          </a:xfrm>
          <a:prstGeom prst="rect">
            <a:avLst/>
          </a:prstGeom>
          <a:noFill/>
        </p:spPr>
        <p:txBody>
          <a:bodyPr wrap="none" rtlCol="0">
            <a:spAutoFit/>
          </a:bodyPr>
          <a:lstStyle/>
          <a:p>
            <a:r>
              <a:rPr lang="de-DE" dirty="0"/>
              <a:t>Delay </a:t>
            </a:r>
            <a:r>
              <a:rPr lang="de-DE" dirty="0" err="1"/>
              <a:t>cost</a:t>
            </a:r>
            <a:endParaRPr lang="de-DE" dirty="0"/>
          </a:p>
        </p:txBody>
      </p:sp>
      <p:cxnSp>
        <p:nvCxnSpPr>
          <p:cNvPr id="65" name="Gerade Verbindung 48">
            <a:extLst>
              <a:ext uri="{FF2B5EF4-FFF2-40B4-BE49-F238E27FC236}">
                <a16:creationId xmlns:a16="http://schemas.microsoft.com/office/drawing/2014/main" id="{5DC8B55A-524C-E205-9D77-8585578A817B}"/>
              </a:ext>
            </a:extLst>
          </p:cNvPr>
          <p:cNvCxnSpPr/>
          <p:nvPr/>
        </p:nvCxnSpPr>
        <p:spPr bwMode="auto">
          <a:xfrm flipH="1">
            <a:off x="1607433" y="2684331"/>
            <a:ext cx="8712967" cy="0"/>
          </a:xfrm>
          <a:prstGeom prst="line">
            <a:avLst/>
          </a:prstGeom>
          <a:noFill/>
          <a:ln w="28575" cap="rnd"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6" name="Bogen 65">
            <a:extLst>
              <a:ext uri="{FF2B5EF4-FFF2-40B4-BE49-F238E27FC236}">
                <a16:creationId xmlns:a16="http://schemas.microsoft.com/office/drawing/2014/main" id="{01ED9B49-3782-713E-D9B8-7777C5D434B9}"/>
              </a:ext>
            </a:extLst>
          </p:cNvPr>
          <p:cNvSpPr/>
          <p:nvPr/>
        </p:nvSpPr>
        <p:spPr bwMode="auto">
          <a:xfrm rot="5400000">
            <a:off x="1394219" y="501245"/>
            <a:ext cx="5308558" cy="4306068"/>
          </a:xfrm>
          <a:prstGeom prst="arc">
            <a:avLst>
              <a:gd name="adj1" fmla="val 16251404"/>
              <a:gd name="adj2" fmla="val 0"/>
            </a:avLst>
          </a:prstGeom>
          <a:noFill/>
          <a:ln w="22225" cap="flat" cmpd="sng" algn="ctr">
            <a:solidFill>
              <a:srgbClr val="FE766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cxnSp>
        <p:nvCxnSpPr>
          <p:cNvPr id="67" name="Gerade Verbindung 53">
            <a:extLst>
              <a:ext uri="{FF2B5EF4-FFF2-40B4-BE49-F238E27FC236}">
                <a16:creationId xmlns:a16="http://schemas.microsoft.com/office/drawing/2014/main" id="{633DA9FF-7EB5-97FC-10ED-C3E09BC40855}"/>
              </a:ext>
            </a:extLst>
          </p:cNvPr>
          <p:cNvCxnSpPr/>
          <p:nvPr/>
        </p:nvCxnSpPr>
        <p:spPr bwMode="auto">
          <a:xfrm flipH="1">
            <a:off x="6215944" y="2486619"/>
            <a:ext cx="4513642" cy="197712"/>
          </a:xfrm>
          <a:prstGeom prst="line">
            <a:avLst/>
          </a:prstGeom>
          <a:noFill/>
          <a:ln w="28575" cap="flat" cmpd="sng" algn="ctr">
            <a:solidFill>
              <a:srgbClr val="FE766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8" name="Rechteck 67">
            <a:extLst>
              <a:ext uri="{FF2B5EF4-FFF2-40B4-BE49-F238E27FC236}">
                <a16:creationId xmlns:a16="http://schemas.microsoft.com/office/drawing/2014/main" id="{AB067E43-7898-2775-C612-E0A021862321}"/>
              </a:ext>
            </a:extLst>
          </p:cNvPr>
          <p:cNvSpPr/>
          <p:nvPr/>
        </p:nvSpPr>
        <p:spPr bwMode="auto">
          <a:xfrm>
            <a:off x="914364" y="6092472"/>
            <a:ext cx="216024" cy="216024"/>
          </a:xfrm>
          <a:prstGeom prst="rect">
            <a:avLst/>
          </a:prstGeom>
          <a:solidFill>
            <a:srgbClr val="33CC33"/>
          </a:solidFill>
          <a:ln w="9525" cap="flat" cmpd="sng" algn="ctr">
            <a:solidFill>
              <a:srgbClr val="008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69" name="Rechteck 68">
            <a:extLst>
              <a:ext uri="{FF2B5EF4-FFF2-40B4-BE49-F238E27FC236}">
                <a16:creationId xmlns:a16="http://schemas.microsoft.com/office/drawing/2014/main" id="{8B7ECBA9-FF66-C3B6-35DC-C6498E7C04CC}"/>
              </a:ext>
            </a:extLst>
          </p:cNvPr>
          <p:cNvSpPr/>
          <p:nvPr/>
        </p:nvSpPr>
        <p:spPr bwMode="auto">
          <a:xfrm>
            <a:off x="4291534" y="6092472"/>
            <a:ext cx="216024" cy="216024"/>
          </a:xfrm>
          <a:prstGeom prst="rect">
            <a:avLst/>
          </a:prstGeom>
          <a:solidFill>
            <a:srgbClr val="FE7668"/>
          </a:solidFill>
          <a:ln w="9525" cap="flat" cmpd="sng" algn="ctr">
            <a:solidFill>
              <a:srgbClr val="FE766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70" name="Textfeld 69">
            <a:extLst>
              <a:ext uri="{FF2B5EF4-FFF2-40B4-BE49-F238E27FC236}">
                <a16:creationId xmlns:a16="http://schemas.microsoft.com/office/drawing/2014/main" id="{6DA15055-1A63-2476-68B5-8CB3FEC2205B}"/>
              </a:ext>
            </a:extLst>
          </p:cNvPr>
          <p:cNvSpPr txBox="1"/>
          <p:nvPr/>
        </p:nvSpPr>
        <p:spPr>
          <a:xfrm>
            <a:off x="1264366" y="6000429"/>
            <a:ext cx="2595582" cy="400110"/>
          </a:xfrm>
          <a:prstGeom prst="rect">
            <a:avLst/>
          </a:prstGeom>
          <a:noFill/>
        </p:spPr>
        <p:txBody>
          <a:bodyPr wrap="none" rtlCol="0">
            <a:spAutoFit/>
          </a:bodyPr>
          <a:lstStyle/>
          <a:p>
            <a:r>
              <a:rPr lang="en-US" dirty="0"/>
              <a:t>Delivery time window</a:t>
            </a:r>
          </a:p>
        </p:txBody>
      </p:sp>
      <p:sp>
        <p:nvSpPr>
          <p:cNvPr id="71" name="Textfeld 70">
            <a:extLst>
              <a:ext uri="{FF2B5EF4-FFF2-40B4-BE49-F238E27FC236}">
                <a16:creationId xmlns:a16="http://schemas.microsoft.com/office/drawing/2014/main" id="{B4FA8402-50C6-0571-FA58-02561184B63E}"/>
              </a:ext>
            </a:extLst>
          </p:cNvPr>
          <p:cNvSpPr txBox="1"/>
          <p:nvPr/>
        </p:nvSpPr>
        <p:spPr>
          <a:xfrm>
            <a:off x="4585125" y="6000429"/>
            <a:ext cx="1199367" cy="400110"/>
          </a:xfrm>
          <a:prstGeom prst="rect">
            <a:avLst/>
          </a:prstGeom>
          <a:noFill/>
        </p:spPr>
        <p:txBody>
          <a:bodyPr wrap="none" rtlCol="0">
            <a:spAutoFit/>
          </a:bodyPr>
          <a:lstStyle/>
          <a:p>
            <a:r>
              <a:rPr lang="en-US" dirty="0"/>
              <a:t>Deadline</a:t>
            </a:r>
          </a:p>
        </p:txBody>
      </p:sp>
      <p:sp>
        <p:nvSpPr>
          <p:cNvPr id="72" name="Geschweifte Klammer rechts 71">
            <a:extLst>
              <a:ext uri="{FF2B5EF4-FFF2-40B4-BE49-F238E27FC236}">
                <a16:creationId xmlns:a16="http://schemas.microsoft.com/office/drawing/2014/main" id="{278CD5C5-7D3E-A30E-1D76-258DADB66E5C}"/>
              </a:ext>
            </a:extLst>
          </p:cNvPr>
          <p:cNvSpPr/>
          <p:nvPr/>
        </p:nvSpPr>
        <p:spPr bwMode="auto">
          <a:xfrm rot="16200000">
            <a:off x="5015294" y="1432329"/>
            <a:ext cx="220714" cy="2108582"/>
          </a:xfrm>
          <a:prstGeom prst="rightBrace">
            <a:avLst>
              <a:gd name="adj1" fmla="val 25000"/>
              <a:gd name="adj2" fmla="val 50000"/>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73" name="Textfeld 72">
            <a:extLst>
              <a:ext uri="{FF2B5EF4-FFF2-40B4-BE49-F238E27FC236}">
                <a16:creationId xmlns:a16="http://schemas.microsoft.com/office/drawing/2014/main" id="{90BBF174-3E7C-576E-A4EB-3CE2F0340981}"/>
              </a:ext>
            </a:extLst>
          </p:cNvPr>
          <p:cNvSpPr txBox="1"/>
          <p:nvPr/>
        </p:nvSpPr>
        <p:spPr>
          <a:xfrm>
            <a:off x="3191608" y="2016224"/>
            <a:ext cx="5212928" cy="400110"/>
          </a:xfrm>
          <a:prstGeom prst="rect">
            <a:avLst/>
          </a:prstGeom>
          <a:noFill/>
        </p:spPr>
        <p:txBody>
          <a:bodyPr wrap="square" rtlCol="0">
            <a:spAutoFit/>
          </a:bodyPr>
          <a:lstStyle/>
          <a:p>
            <a:r>
              <a:rPr lang="en-US" dirty="0"/>
              <a:t>Length of the delivery time window</a:t>
            </a:r>
          </a:p>
        </p:txBody>
      </p:sp>
      <p:cxnSp>
        <p:nvCxnSpPr>
          <p:cNvPr id="74" name="Gerade Verbindung 66">
            <a:extLst>
              <a:ext uri="{FF2B5EF4-FFF2-40B4-BE49-F238E27FC236}">
                <a16:creationId xmlns:a16="http://schemas.microsoft.com/office/drawing/2014/main" id="{3113D39C-3EC2-9838-BADA-CA48ABA67EC8}"/>
              </a:ext>
            </a:extLst>
          </p:cNvPr>
          <p:cNvCxnSpPr/>
          <p:nvPr/>
        </p:nvCxnSpPr>
        <p:spPr bwMode="auto">
          <a:xfrm flipH="1" flipV="1">
            <a:off x="6192938" y="6200485"/>
            <a:ext cx="482066" cy="2322"/>
          </a:xfrm>
          <a:prstGeom prst="line">
            <a:avLst/>
          </a:prstGeom>
          <a:noFill/>
          <a:ln w="28575" cap="rnd"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5" name="Textfeld 74">
            <a:extLst>
              <a:ext uri="{FF2B5EF4-FFF2-40B4-BE49-F238E27FC236}">
                <a16:creationId xmlns:a16="http://schemas.microsoft.com/office/drawing/2014/main" id="{CB38276F-A074-8AC3-6EB5-509CFC1A7ED1}"/>
              </a:ext>
            </a:extLst>
          </p:cNvPr>
          <p:cNvSpPr txBox="1"/>
          <p:nvPr/>
        </p:nvSpPr>
        <p:spPr>
          <a:xfrm>
            <a:off x="6747012" y="6000429"/>
            <a:ext cx="2647071" cy="354071"/>
          </a:xfrm>
          <a:prstGeom prst="rect">
            <a:avLst/>
          </a:prstGeom>
          <a:noFill/>
        </p:spPr>
        <p:txBody>
          <a:bodyPr wrap="square" rtlCol="0">
            <a:spAutoFit/>
          </a:bodyPr>
          <a:lstStyle/>
          <a:p>
            <a:r>
              <a:rPr lang="en-US" dirty="0"/>
              <a:t>Delay Cost Threshold</a:t>
            </a:r>
          </a:p>
        </p:txBody>
      </p:sp>
      <p:cxnSp>
        <p:nvCxnSpPr>
          <p:cNvPr id="76" name="Gerade Verbindung 72">
            <a:extLst>
              <a:ext uri="{FF2B5EF4-FFF2-40B4-BE49-F238E27FC236}">
                <a16:creationId xmlns:a16="http://schemas.microsoft.com/office/drawing/2014/main" id="{3B7616DD-F109-BBF5-6455-9C2DC1782B44}"/>
              </a:ext>
            </a:extLst>
          </p:cNvPr>
          <p:cNvCxnSpPr/>
          <p:nvPr/>
        </p:nvCxnSpPr>
        <p:spPr bwMode="auto">
          <a:xfrm flipH="1">
            <a:off x="1463416" y="2684331"/>
            <a:ext cx="144017" cy="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7" name="Textfeld 76">
            <a:extLst>
              <a:ext uri="{FF2B5EF4-FFF2-40B4-BE49-F238E27FC236}">
                <a16:creationId xmlns:a16="http://schemas.microsoft.com/office/drawing/2014/main" id="{E3EEFFAE-9A62-7806-4E38-1061CFD21824}"/>
              </a:ext>
            </a:extLst>
          </p:cNvPr>
          <p:cNvSpPr txBox="1"/>
          <p:nvPr/>
        </p:nvSpPr>
        <p:spPr>
          <a:xfrm>
            <a:off x="1136082" y="5123554"/>
            <a:ext cx="327334" cy="400110"/>
          </a:xfrm>
          <a:prstGeom prst="rect">
            <a:avLst/>
          </a:prstGeom>
          <a:noFill/>
        </p:spPr>
        <p:txBody>
          <a:bodyPr wrap="none" rtlCol="0">
            <a:spAutoFit/>
          </a:bodyPr>
          <a:lstStyle/>
          <a:p>
            <a:r>
              <a:rPr lang="de-DE" dirty="0"/>
              <a:t>0</a:t>
            </a:r>
          </a:p>
        </p:txBody>
      </p:sp>
      <p:sp>
        <p:nvSpPr>
          <p:cNvPr id="78" name="Textfeld 77">
            <a:extLst>
              <a:ext uri="{FF2B5EF4-FFF2-40B4-BE49-F238E27FC236}">
                <a16:creationId xmlns:a16="http://schemas.microsoft.com/office/drawing/2014/main" id="{DA8306D2-66E2-4EEE-2A6E-1415D73F8F63}"/>
              </a:ext>
            </a:extLst>
          </p:cNvPr>
          <p:cNvSpPr txBox="1"/>
          <p:nvPr/>
        </p:nvSpPr>
        <p:spPr>
          <a:xfrm>
            <a:off x="666557" y="2507295"/>
            <a:ext cx="732893" cy="354071"/>
          </a:xfrm>
          <a:prstGeom prst="rect">
            <a:avLst/>
          </a:prstGeom>
          <a:noFill/>
        </p:spPr>
        <p:txBody>
          <a:bodyPr wrap="none" rtlCol="0">
            <a:spAutoFit/>
          </a:bodyPr>
          <a:lstStyle/>
          <a:p>
            <a:r>
              <a:rPr lang="de-DE" dirty="0"/>
              <a:t>3,600</a:t>
            </a:r>
          </a:p>
        </p:txBody>
      </p:sp>
    </p:spTree>
    <p:extLst>
      <p:ext uri="{BB962C8B-B14F-4D97-AF65-F5344CB8AC3E}">
        <p14:creationId xmlns:p14="http://schemas.microsoft.com/office/powerpoint/2010/main" val="1578875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en-US" b="1" dirty="0"/>
              <a:t>Order Priority Weight</a:t>
            </a:r>
            <a:endParaRPr lang="de-DE" dirty="0"/>
          </a:p>
        </p:txBody>
      </p:sp>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49" y="1350963"/>
            <a:ext cx="10449983" cy="4445000"/>
          </a:xfrm>
        </p:spPr>
        <p:txBody>
          <a:bodyPr/>
          <a:lstStyle/>
          <a:p>
            <a:pPr algn="just">
              <a:lnSpc>
                <a:spcPct val="120000"/>
              </a:lnSpc>
            </a:pPr>
            <a:r>
              <a:rPr lang="en-US" b="0" dirty="0"/>
              <a:t>The optimization will propose Order B for Truck 1 if the extra cost that are caused by the longer approach and homerun is less than the order priority weight. The default value is 100 seconds.</a:t>
            </a:r>
            <a:endParaRPr lang="en-US" b="0" dirty="0">
              <a:latin typeface="Courier New" panose="02070309020205020404" pitchFamily="49" charset="0"/>
              <a:cs typeface="Courier New" panose="02070309020205020404" pitchFamily="49" charset="0"/>
            </a:endParaRPr>
          </a:p>
        </p:txBody>
      </p:sp>
      <p:sp>
        <p:nvSpPr>
          <p:cNvPr id="5" name="Rechteck 4">
            <a:extLst>
              <a:ext uri="{FF2B5EF4-FFF2-40B4-BE49-F238E27FC236}">
                <a16:creationId xmlns:a16="http://schemas.microsoft.com/office/drawing/2014/main" id="{62B7F87D-56F3-5C7F-2616-E8D3B88ED2BF}"/>
              </a:ext>
            </a:extLst>
          </p:cNvPr>
          <p:cNvSpPr/>
          <p:nvPr/>
        </p:nvSpPr>
        <p:spPr bwMode="auto">
          <a:xfrm>
            <a:off x="4925995" y="2464454"/>
            <a:ext cx="1739460"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6" name="Gleichschenkliges Dreieck 5">
            <a:extLst>
              <a:ext uri="{FF2B5EF4-FFF2-40B4-BE49-F238E27FC236}">
                <a16:creationId xmlns:a16="http://schemas.microsoft.com/office/drawing/2014/main" id="{CEF47D5B-A538-1DF0-7C1E-CF6172F955FF}"/>
              </a:ext>
            </a:extLst>
          </p:cNvPr>
          <p:cNvSpPr/>
          <p:nvPr/>
        </p:nvSpPr>
        <p:spPr bwMode="auto">
          <a:xfrm rot="5400000">
            <a:off x="8653349" y="2464466"/>
            <a:ext cx="216024" cy="216000"/>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7" name="Rechteck 6">
            <a:extLst>
              <a:ext uri="{FF2B5EF4-FFF2-40B4-BE49-F238E27FC236}">
                <a16:creationId xmlns:a16="http://schemas.microsoft.com/office/drawing/2014/main" id="{BBB3B2B7-72AE-9C26-7A9B-C5339EDDB7A5}"/>
              </a:ext>
            </a:extLst>
          </p:cNvPr>
          <p:cNvSpPr/>
          <p:nvPr/>
        </p:nvSpPr>
        <p:spPr bwMode="auto">
          <a:xfrm>
            <a:off x="4349931" y="4192646"/>
            <a:ext cx="610416" cy="216024"/>
          </a:xfrm>
          <a:prstGeom prst="rect">
            <a:avLst/>
          </a:prstGeom>
          <a:pattFill prst="ltUpDiag">
            <a:fgClr>
              <a:schemeClr val="tx1"/>
            </a:fgClr>
            <a:bgClr>
              <a:srgbClr val="93FF93"/>
            </a:bgClr>
          </a:patt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8" name="Rechteck 7">
            <a:extLst>
              <a:ext uri="{FF2B5EF4-FFF2-40B4-BE49-F238E27FC236}">
                <a16:creationId xmlns:a16="http://schemas.microsoft.com/office/drawing/2014/main" id="{F8464331-E6E2-3C6D-E886-EE57D8141384}"/>
              </a:ext>
            </a:extLst>
          </p:cNvPr>
          <p:cNvSpPr/>
          <p:nvPr/>
        </p:nvSpPr>
        <p:spPr bwMode="auto">
          <a:xfrm>
            <a:off x="4925995" y="4194928"/>
            <a:ext cx="1739460" cy="213742"/>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9" name="Rechteck 8">
            <a:extLst>
              <a:ext uri="{FF2B5EF4-FFF2-40B4-BE49-F238E27FC236}">
                <a16:creationId xmlns:a16="http://schemas.microsoft.com/office/drawing/2014/main" id="{891A1B3B-28AE-BE3B-CF11-567EAECCC0A9}"/>
              </a:ext>
            </a:extLst>
          </p:cNvPr>
          <p:cNvSpPr/>
          <p:nvPr/>
        </p:nvSpPr>
        <p:spPr bwMode="auto">
          <a:xfrm>
            <a:off x="6679277" y="2464454"/>
            <a:ext cx="1974084" cy="216024"/>
          </a:xfrm>
          <a:prstGeom prst="rect">
            <a:avLst/>
          </a:prstGeom>
          <a:solidFill>
            <a:srgbClr val="FFA6FF"/>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0" name="Rechteck 9">
            <a:extLst>
              <a:ext uri="{FF2B5EF4-FFF2-40B4-BE49-F238E27FC236}">
                <a16:creationId xmlns:a16="http://schemas.microsoft.com/office/drawing/2014/main" id="{FF9EBDC6-3B31-2375-D819-64A31C47C63E}"/>
              </a:ext>
            </a:extLst>
          </p:cNvPr>
          <p:cNvSpPr/>
          <p:nvPr/>
        </p:nvSpPr>
        <p:spPr bwMode="auto">
          <a:xfrm>
            <a:off x="1679224" y="5838834"/>
            <a:ext cx="235830" cy="217200"/>
          </a:xfrm>
          <a:prstGeom prst="rect">
            <a:avLst/>
          </a:prstGeom>
          <a:pattFill prst="ltUpDiag">
            <a:fgClr>
              <a:schemeClr val="tx1"/>
            </a:fgClr>
            <a:bgClr>
              <a:srgbClr val="93FF93"/>
            </a:bgClr>
          </a:patt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1" name="Rechteck 10">
            <a:extLst>
              <a:ext uri="{FF2B5EF4-FFF2-40B4-BE49-F238E27FC236}">
                <a16:creationId xmlns:a16="http://schemas.microsoft.com/office/drawing/2014/main" id="{C65A9C4B-C545-6B34-09DC-D498F848E03A}"/>
              </a:ext>
            </a:extLst>
          </p:cNvPr>
          <p:cNvSpPr/>
          <p:nvPr/>
        </p:nvSpPr>
        <p:spPr bwMode="auto">
          <a:xfrm>
            <a:off x="4343591" y="5840010"/>
            <a:ext cx="230848"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4" name="Rechteck 13">
            <a:extLst>
              <a:ext uri="{FF2B5EF4-FFF2-40B4-BE49-F238E27FC236}">
                <a16:creationId xmlns:a16="http://schemas.microsoft.com/office/drawing/2014/main" id="{52EF7F5B-2816-2693-A1E6-538DD9777EA5}"/>
              </a:ext>
            </a:extLst>
          </p:cNvPr>
          <p:cNvSpPr/>
          <p:nvPr/>
        </p:nvSpPr>
        <p:spPr bwMode="auto">
          <a:xfrm>
            <a:off x="7773678" y="5838834"/>
            <a:ext cx="242321" cy="212214"/>
          </a:xfrm>
          <a:prstGeom prst="rect">
            <a:avLst/>
          </a:prstGeom>
          <a:solidFill>
            <a:srgbClr val="FFA6FF"/>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5" name="Textfeld 14">
            <a:extLst>
              <a:ext uri="{FF2B5EF4-FFF2-40B4-BE49-F238E27FC236}">
                <a16:creationId xmlns:a16="http://schemas.microsoft.com/office/drawing/2014/main" id="{073BE280-785A-E289-91FF-C69D1DB8F320}"/>
              </a:ext>
            </a:extLst>
          </p:cNvPr>
          <p:cNvSpPr txBox="1"/>
          <p:nvPr/>
        </p:nvSpPr>
        <p:spPr>
          <a:xfrm>
            <a:off x="2004705" y="5744886"/>
            <a:ext cx="2122862" cy="400110"/>
          </a:xfrm>
          <a:prstGeom prst="rect">
            <a:avLst/>
          </a:prstGeom>
          <a:noFill/>
        </p:spPr>
        <p:txBody>
          <a:bodyPr wrap="square" rtlCol="0">
            <a:spAutoFit/>
          </a:bodyPr>
          <a:lstStyle/>
          <a:p>
            <a:r>
              <a:rPr lang="de-DE" dirty="0"/>
              <a:t>Empty Approach</a:t>
            </a:r>
          </a:p>
        </p:txBody>
      </p:sp>
      <p:sp>
        <p:nvSpPr>
          <p:cNvPr id="16" name="Textfeld 15">
            <a:extLst>
              <a:ext uri="{FF2B5EF4-FFF2-40B4-BE49-F238E27FC236}">
                <a16:creationId xmlns:a16="http://schemas.microsoft.com/office/drawing/2014/main" id="{F19C0F7A-196F-C886-C650-6736151157FC}"/>
              </a:ext>
            </a:extLst>
          </p:cNvPr>
          <p:cNvSpPr txBox="1"/>
          <p:nvPr/>
        </p:nvSpPr>
        <p:spPr>
          <a:xfrm>
            <a:off x="4631623" y="5744886"/>
            <a:ext cx="2736304" cy="400110"/>
          </a:xfrm>
          <a:prstGeom prst="rect">
            <a:avLst/>
          </a:prstGeom>
          <a:noFill/>
        </p:spPr>
        <p:txBody>
          <a:bodyPr wrap="square" rtlCol="0">
            <a:spAutoFit/>
          </a:bodyPr>
          <a:lstStyle/>
          <a:p>
            <a:r>
              <a:rPr lang="de-DE" dirty="0"/>
              <a:t>Load – Drive – Unload</a:t>
            </a:r>
          </a:p>
        </p:txBody>
      </p:sp>
      <p:sp>
        <p:nvSpPr>
          <p:cNvPr id="17" name="Textfeld 16">
            <a:extLst>
              <a:ext uri="{FF2B5EF4-FFF2-40B4-BE49-F238E27FC236}">
                <a16:creationId xmlns:a16="http://schemas.microsoft.com/office/drawing/2014/main" id="{8989C32C-B175-DB9D-89E1-D3E1501A0169}"/>
              </a:ext>
            </a:extLst>
          </p:cNvPr>
          <p:cNvSpPr txBox="1"/>
          <p:nvPr/>
        </p:nvSpPr>
        <p:spPr>
          <a:xfrm>
            <a:off x="8174452" y="5744886"/>
            <a:ext cx="2316037" cy="400110"/>
          </a:xfrm>
          <a:prstGeom prst="rect">
            <a:avLst/>
          </a:prstGeom>
          <a:noFill/>
        </p:spPr>
        <p:txBody>
          <a:bodyPr wrap="square" rtlCol="0">
            <a:spAutoFit/>
          </a:bodyPr>
          <a:lstStyle/>
          <a:p>
            <a:r>
              <a:rPr lang="de-DE" dirty="0" err="1"/>
              <a:t>Homerun</a:t>
            </a:r>
            <a:endParaRPr lang="de-DE" dirty="0"/>
          </a:p>
        </p:txBody>
      </p:sp>
      <p:sp>
        <p:nvSpPr>
          <p:cNvPr id="19" name="Gleichschenkliges Dreieck 18">
            <a:extLst>
              <a:ext uri="{FF2B5EF4-FFF2-40B4-BE49-F238E27FC236}">
                <a16:creationId xmlns:a16="http://schemas.microsoft.com/office/drawing/2014/main" id="{178A62B0-08F5-AEC5-63DC-A94904E599D9}"/>
              </a:ext>
            </a:extLst>
          </p:cNvPr>
          <p:cNvSpPr/>
          <p:nvPr/>
        </p:nvSpPr>
        <p:spPr bwMode="auto">
          <a:xfrm rot="16200000">
            <a:off x="4709971" y="2465526"/>
            <a:ext cx="216024" cy="216024"/>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0" name="Gleichschenkliges Dreieck 19">
            <a:extLst>
              <a:ext uri="{FF2B5EF4-FFF2-40B4-BE49-F238E27FC236}">
                <a16:creationId xmlns:a16="http://schemas.microsoft.com/office/drawing/2014/main" id="{C9F8F756-49E5-ECC5-E824-681E5CB8E0CB}"/>
              </a:ext>
            </a:extLst>
          </p:cNvPr>
          <p:cNvSpPr/>
          <p:nvPr/>
        </p:nvSpPr>
        <p:spPr bwMode="auto">
          <a:xfrm rot="16200000">
            <a:off x="4133907" y="4194130"/>
            <a:ext cx="216024" cy="216024"/>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1" name="Rechteck 20">
            <a:extLst>
              <a:ext uri="{FF2B5EF4-FFF2-40B4-BE49-F238E27FC236}">
                <a16:creationId xmlns:a16="http://schemas.microsoft.com/office/drawing/2014/main" id="{E542BF86-C775-7D6A-CCC5-9F1C05612618}"/>
              </a:ext>
            </a:extLst>
          </p:cNvPr>
          <p:cNvSpPr/>
          <p:nvPr/>
        </p:nvSpPr>
        <p:spPr bwMode="auto">
          <a:xfrm>
            <a:off x="6665455" y="4192646"/>
            <a:ext cx="1716402" cy="216024"/>
          </a:xfrm>
          <a:prstGeom prst="rect">
            <a:avLst/>
          </a:prstGeom>
          <a:solidFill>
            <a:srgbClr val="FFA6FF"/>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2" name="Gleichschenkliges Dreieck 21">
            <a:extLst>
              <a:ext uri="{FF2B5EF4-FFF2-40B4-BE49-F238E27FC236}">
                <a16:creationId xmlns:a16="http://schemas.microsoft.com/office/drawing/2014/main" id="{D742E7D9-85CE-A78A-CDF6-22567C8904E4}"/>
              </a:ext>
            </a:extLst>
          </p:cNvPr>
          <p:cNvSpPr/>
          <p:nvPr/>
        </p:nvSpPr>
        <p:spPr bwMode="auto">
          <a:xfrm rot="5400000">
            <a:off x="8388571" y="4193400"/>
            <a:ext cx="217508" cy="216000"/>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3" name="Textfeld 22">
            <a:extLst>
              <a:ext uri="{FF2B5EF4-FFF2-40B4-BE49-F238E27FC236}">
                <a16:creationId xmlns:a16="http://schemas.microsoft.com/office/drawing/2014/main" id="{E235FFF1-B624-798F-29FC-61926081D367}"/>
              </a:ext>
            </a:extLst>
          </p:cNvPr>
          <p:cNvSpPr txBox="1"/>
          <p:nvPr/>
        </p:nvSpPr>
        <p:spPr>
          <a:xfrm>
            <a:off x="1181579" y="2709158"/>
            <a:ext cx="1584176" cy="707886"/>
          </a:xfrm>
          <a:prstGeom prst="rect">
            <a:avLst/>
          </a:prstGeom>
          <a:noFill/>
        </p:spPr>
        <p:txBody>
          <a:bodyPr wrap="square" rtlCol="0">
            <a:spAutoFit/>
          </a:bodyPr>
          <a:lstStyle/>
          <a:p>
            <a:r>
              <a:rPr lang="en-US" dirty="0"/>
              <a:t>Order A on </a:t>
            </a:r>
          </a:p>
          <a:p>
            <a:r>
              <a:rPr lang="en-US" b="1" dirty="0"/>
              <a:t>Truck 1</a:t>
            </a:r>
          </a:p>
        </p:txBody>
      </p:sp>
      <p:sp>
        <p:nvSpPr>
          <p:cNvPr id="24" name="Textfeld 23">
            <a:extLst>
              <a:ext uri="{FF2B5EF4-FFF2-40B4-BE49-F238E27FC236}">
                <a16:creationId xmlns:a16="http://schemas.microsoft.com/office/drawing/2014/main" id="{8D466151-A960-74F4-C54B-8F2162D7AE76}"/>
              </a:ext>
            </a:extLst>
          </p:cNvPr>
          <p:cNvSpPr txBox="1"/>
          <p:nvPr/>
        </p:nvSpPr>
        <p:spPr>
          <a:xfrm>
            <a:off x="1181579" y="4383785"/>
            <a:ext cx="1440160" cy="707886"/>
          </a:xfrm>
          <a:prstGeom prst="rect">
            <a:avLst/>
          </a:prstGeom>
          <a:noFill/>
        </p:spPr>
        <p:txBody>
          <a:bodyPr wrap="square" rtlCol="0">
            <a:spAutoFit/>
          </a:bodyPr>
          <a:lstStyle/>
          <a:p>
            <a:r>
              <a:rPr lang="en-US" dirty="0"/>
              <a:t>Order B on </a:t>
            </a:r>
          </a:p>
          <a:p>
            <a:r>
              <a:rPr lang="en-US" b="1" dirty="0"/>
              <a:t>Truck 1</a:t>
            </a:r>
          </a:p>
        </p:txBody>
      </p:sp>
      <p:cxnSp>
        <p:nvCxnSpPr>
          <p:cNvPr id="25" name="Gerade Verbindung 61">
            <a:extLst>
              <a:ext uri="{FF2B5EF4-FFF2-40B4-BE49-F238E27FC236}">
                <a16:creationId xmlns:a16="http://schemas.microsoft.com/office/drawing/2014/main" id="{9A380409-C001-F241-04FA-9AE436C8E56D}"/>
              </a:ext>
            </a:extLst>
          </p:cNvPr>
          <p:cNvCxnSpPr/>
          <p:nvPr/>
        </p:nvCxnSpPr>
        <p:spPr bwMode="auto">
          <a:xfrm>
            <a:off x="3917883" y="2930081"/>
            <a:ext cx="5976664" cy="1640"/>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6" name="Gerade Verbindung 62">
            <a:extLst>
              <a:ext uri="{FF2B5EF4-FFF2-40B4-BE49-F238E27FC236}">
                <a16:creationId xmlns:a16="http://schemas.microsoft.com/office/drawing/2014/main" id="{71B68192-7138-DD88-159A-9F8ADD605874}"/>
              </a:ext>
            </a:extLst>
          </p:cNvPr>
          <p:cNvCxnSpPr/>
          <p:nvPr/>
        </p:nvCxnSpPr>
        <p:spPr bwMode="auto">
          <a:xfrm>
            <a:off x="4925705" y="2792558"/>
            <a:ext cx="71" cy="27504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7" name="Gerade Verbindung 63">
            <a:extLst>
              <a:ext uri="{FF2B5EF4-FFF2-40B4-BE49-F238E27FC236}">
                <a16:creationId xmlns:a16="http://schemas.microsoft.com/office/drawing/2014/main" id="{B5F5160D-DFA0-AEA2-9789-A2E35B520753}"/>
              </a:ext>
            </a:extLst>
          </p:cNvPr>
          <p:cNvCxnSpPr/>
          <p:nvPr/>
        </p:nvCxnSpPr>
        <p:spPr bwMode="auto">
          <a:xfrm>
            <a:off x="6438162" y="2792558"/>
            <a:ext cx="968" cy="24862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8" name="Gerade Verbindung 64">
            <a:extLst>
              <a:ext uri="{FF2B5EF4-FFF2-40B4-BE49-F238E27FC236}">
                <a16:creationId xmlns:a16="http://schemas.microsoft.com/office/drawing/2014/main" id="{9FCCC6B3-57A1-5767-FE94-AB5BE0174AA4}"/>
              </a:ext>
            </a:extLst>
          </p:cNvPr>
          <p:cNvCxnSpPr/>
          <p:nvPr/>
        </p:nvCxnSpPr>
        <p:spPr bwMode="auto">
          <a:xfrm flipH="1">
            <a:off x="7957082" y="2792558"/>
            <a:ext cx="71" cy="27652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9" name="Textfeld 28">
            <a:extLst>
              <a:ext uri="{FF2B5EF4-FFF2-40B4-BE49-F238E27FC236}">
                <a16:creationId xmlns:a16="http://schemas.microsoft.com/office/drawing/2014/main" id="{051C39A1-E606-8807-A61F-ED6FC52F9F51}"/>
              </a:ext>
            </a:extLst>
          </p:cNvPr>
          <p:cNvSpPr txBox="1"/>
          <p:nvPr/>
        </p:nvSpPr>
        <p:spPr>
          <a:xfrm>
            <a:off x="4620692" y="3032138"/>
            <a:ext cx="609448" cy="354071"/>
          </a:xfrm>
          <a:prstGeom prst="rect">
            <a:avLst/>
          </a:prstGeom>
          <a:noFill/>
        </p:spPr>
        <p:txBody>
          <a:bodyPr wrap="square" rtlCol="0">
            <a:spAutoFit/>
          </a:bodyPr>
          <a:lstStyle/>
          <a:p>
            <a:r>
              <a:rPr lang="de-DE" dirty="0"/>
              <a:t>6:00</a:t>
            </a:r>
          </a:p>
        </p:txBody>
      </p:sp>
      <p:sp>
        <p:nvSpPr>
          <p:cNvPr id="30" name="Textfeld 29">
            <a:extLst>
              <a:ext uri="{FF2B5EF4-FFF2-40B4-BE49-F238E27FC236}">
                <a16:creationId xmlns:a16="http://schemas.microsoft.com/office/drawing/2014/main" id="{96622EB7-6FC2-8865-DFCC-05592E291210}"/>
              </a:ext>
            </a:extLst>
          </p:cNvPr>
          <p:cNvSpPr txBox="1"/>
          <p:nvPr/>
        </p:nvSpPr>
        <p:spPr>
          <a:xfrm>
            <a:off x="6132860" y="3032138"/>
            <a:ext cx="609448" cy="354071"/>
          </a:xfrm>
          <a:prstGeom prst="rect">
            <a:avLst/>
          </a:prstGeom>
          <a:noFill/>
        </p:spPr>
        <p:txBody>
          <a:bodyPr wrap="square" rtlCol="0">
            <a:spAutoFit/>
          </a:bodyPr>
          <a:lstStyle/>
          <a:p>
            <a:r>
              <a:rPr lang="de-DE" dirty="0"/>
              <a:t>7:00</a:t>
            </a:r>
          </a:p>
        </p:txBody>
      </p:sp>
      <p:sp>
        <p:nvSpPr>
          <p:cNvPr id="31" name="Textfeld 30">
            <a:extLst>
              <a:ext uri="{FF2B5EF4-FFF2-40B4-BE49-F238E27FC236}">
                <a16:creationId xmlns:a16="http://schemas.microsoft.com/office/drawing/2014/main" id="{FD203914-596B-5804-FAF3-D350CCDC4200}"/>
              </a:ext>
            </a:extLst>
          </p:cNvPr>
          <p:cNvSpPr txBox="1"/>
          <p:nvPr/>
        </p:nvSpPr>
        <p:spPr>
          <a:xfrm>
            <a:off x="7645028" y="3032138"/>
            <a:ext cx="609448" cy="354071"/>
          </a:xfrm>
          <a:prstGeom prst="rect">
            <a:avLst/>
          </a:prstGeom>
          <a:noFill/>
        </p:spPr>
        <p:txBody>
          <a:bodyPr wrap="square" rtlCol="0">
            <a:spAutoFit/>
          </a:bodyPr>
          <a:lstStyle/>
          <a:p>
            <a:r>
              <a:rPr lang="de-DE" dirty="0"/>
              <a:t>8:00</a:t>
            </a:r>
          </a:p>
        </p:txBody>
      </p:sp>
      <p:sp>
        <p:nvSpPr>
          <p:cNvPr id="32" name="Textfeld 31">
            <a:extLst>
              <a:ext uri="{FF2B5EF4-FFF2-40B4-BE49-F238E27FC236}">
                <a16:creationId xmlns:a16="http://schemas.microsoft.com/office/drawing/2014/main" id="{253C7CDD-2486-B846-9F87-A7A45D8FB205}"/>
              </a:ext>
            </a:extLst>
          </p:cNvPr>
          <p:cNvSpPr txBox="1"/>
          <p:nvPr/>
        </p:nvSpPr>
        <p:spPr>
          <a:xfrm>
            <a:off x="9894750" y="2942651"/>
            <a:ext cx="1080120" cy="400110"/>
          </a:xfrm>
          <a:prstGeom prst="rect">
            <a:avLst/>
          </a:prstGeom>
          <a:noFill/>
        </p:spPr>
        <p:txBody>
          <a:bodyPr wrap="square" rtlCol="0">
            <a:spAutoFit/>
          </a:bodyPr>
          <a:lstStyle/>
          <a:p>
            <a:r>
              <a:rPr lang="de-DE" dirty="0"/>
              <a:t>Time</a:t>
            </a:r>
          </a:p>
        </p:txBody>
      </p:sp>
      <p:cxnSp>
        <p:nvCxnSpPr>
          <p:cNvPr id="33" name="Gerade Verbindung 80">
            <a:extLst>
              <a:ext uri="{FF2B5EF4-FFF2-40B4-BE49-F238E27FC236}">
                <a16:creationId xmlns:a16="http://schemas.microsoft.com/office/drawing/2014/main" id="{96C5A11B-AE87-CFF9-035B-69A0DE3BC0AB}"/>
              </a:ext>
            </a:extLst>
          </p:cNvPr>
          <p:cNvCxnSpPr/>
          <p:nvPr/>
        </p:nvCxnSpPr>
        <p:spPr bwMode="auto">
          <a:xfrm flipV="1">
            <a:off x="3845875" y="4659913"/>
            <a:ext cx="6063534" cy="10930"/>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4" name="Gerade Verbindung 81">
            <a:extLst>
              <a:ext uri="{FF2B5EF4-FFF2-40B4-BE49-F238E27FC236}">
                <a16:creationId xmlns:a16="http://schemas.microsoft.com/office/drawing/2014/main" id="{74451C57-F039-BAE4-82E1-3818E13DBD84}"/>
              </a:ext>
            </a:extLst>
          </p:cNvPr>
          <p:cNvCxnSpPr/>
          <p:nvPr/>
        </p:nvCxnSpPr>
        <p:spPr bwMode="auto">
          <a:xfrm>
            <a:off x="4940567" y="4520750"/>
            <a:ext cx="71" cy="27504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5" name="Gerade Verbindung 82">
            <a:extLst>
              <a:ext uri="{FF2B5EF4-FFF2-40B4-BE49-F238E27FC236}">
                <a16:creationId xmlns:a16="http://schemas.microsoft.com/office/drawing/2014/main" id="{2B00C7F4-61CA-11C0-23FF-DFF77A2A5C0D}"/>
              </a:ext>
            </a:extLst>
          </p:cNvPr>
          <p:cNvCxnSpPr/>
          <p:nvPr/>
        </p:nvCxnSpPr>
        <p:spPr bwMode="auto">
          <a:xfrm>
            <a:off x="6453024" y="4520750"/>
            <a:ext cx="968" cy="24862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6" name="Gerade Verbindung 83">
            <a:extLst>
              <a:ext uri="{FF2B5EF4-FFF2-40B4-BE49-F238E27FC236}">
                <a16:creationId xmlns:a16="http://schemas.microsoft.com/office/drawing/2014/main" id="{CF67FCCA-9D05-1E6B-1A99-9FED5489F62B}"/>
              </a:ext>
            </a:extLst>
          </p:cNvPr>
          <p:cNvCxnSpPr/>
          <p:nvPr/>
        </p:nvCxnSpPr>
        <p:spPr bwMode="auto">
          <a:xfrm flipH="1">
            <a:off x="7971944" y="4520750"/>
            <a:ext cx="71" cy="27652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0" name="Textfeld 39">
            <a:extLst>
              <a:ext uri="{FF2B5EF4-FFF2-40B4-BE49-F238E27FC236}">
                <a16:creationId xmlns:a16="http://schemas.microsoft.com/office/drawing/2014/main" id="{EE0CF846-DFA7-3E09-B6A0-ACAF92904287}"/>
              </a:ext>
            </a:extLst>
          </p:cNvPr>
          <p:cNvSpPr txBox="1"/>
          <p:nvPr/>
        </p:nvSpPr>
        <p:spPr>
          <a:xfrm>
            <a:off x="9909612" y="4670843"/>
            <a:ext cx="1080120" cy="400110"/>
          </a:xfrm>
          <a:prstGeom prst="rect">
            <a:avLst/>
          </a:prstGeom>
          <a:noFill/>
        </p:spPr>
        <p:txBody>
          <a:bodyPr wrap="square" rtlCol="0">
            <a:spAutoFit/>
          </a:bodyPr>
          <a:lstStyle/>
          <a:p>
            <a:r>
              <a:rPr lang="de-DE" dirty="0"/>
              <a:t>Time</a:t>
            </a:r>
          </a:p>
        </p:txBody>
      </p:sp>
      <p:sp>
        <p:nvSpPr>
          <p:cNvPr id="41" name="Textfeld 40">
            <a:extLst>
              <a:ext uri="{FF2B5EF4-FFF2-40B4-BE49-F238E27FC236}">
                <a16:creationId xmlns:a16="http://schemas.microsoft.com/office/drawing/2014/main" id="{CE8C2D06-912A-D60D-3AA1-65DAECD10B27}"/>
              </a:ext>
            </a:extLst>
          </p:cNvPr>
          <p:cNvSpPr txBox="1"/>
          <p:nvPr/>
        </p:nvSpPr>
        <p:spPr>
          <a:xfrm>
            <a:off x="4627096" y="4767442"/>
            <a:ext cx="609448" cy="354071"/>
          </a:xfrm>
          <a:prstGeom prst="rect">
            <a:avLst/>
          </a:prstGeom>
          <a:noFill/>
        </p:spPr>
        <p:txBody>
          <a:bodyPr wrap="square" rtlCol="0">
            <a:spAutoFit/>
          </a:bodyPr>
          <a:lstStyle/>
          <a:p>
            <a:r>
              <a:rPr lang="de-DE" dirty="0"/>
              <a:t>6:00</a:t>
            </a:r>
          </a:p>
        </p:txBody>
      </p:sp>
      <p:sp>
        <p:nvSpPr>
          <p:cNvPr id="42" name="Textfeld 41">
            <a:extLst>
              <a:ext uri="{FF2B5EF4-FFF2-40B4-BE49-F238E27FC236}">
                <a16:creationId xmlns:a16="http://schemas.microsoft.com/office/drawing/2014/main" id="{F7043C9C-0CB1-5A17-69B3-1A28424600EA}"/>
              </a:ext>
            </a:extLst>
          </p:cNvPr>
          <p:cNvSpPr txBox="1"/>
          <p:nvPr/>
        </p:nvSpPr>
        <p:spPr>
          <a:xfrm>
            <a:off x="6139264" y="4767442"/>
            <a:ext cx="609448" cy="354071"/>
          </a:xfrm>
          <a:prstGeom prst="rect">
            <a:avLst/>
          </a:prstGeom>
          <a:noFill/>
        </p:spPr>
        <p:txBody>
          <a:bodyPr wrap="square" rtlCol="0">
            <a:spAutoFit/>
          </a:bodyPr>
          <a:lstStyle/>
          <a:p>
            <a:r>
              <a:rPr lang="de-DE" dirty="0"/>
              <a:t>7:00</a:t>
            </a:r>
          </a:p>
        </p:txBody>
      </p:sp>
      <p:sp>
        <p:nvSpPr>
          <p:cNvPr id="43" name="Textfeld 42">
            <a:extLst>
              <a:ext uri="{FF2B5EF4-FFF2-40B4-BE49-F238E27FC236}">
                <a16:creationId xmlns:a16="http://schemas.microsoft.com/office/drawing/2014/main" id="{10FFD0F4-CC35-4295-9906-168F9C84B0FE}"/>
              </a:ext>
            </a:extLst>
          </p:cNvPr>
          <p:cNvSpPr txBox="1"/>
          <p:nvPr/>
        </p:nvSpPr>
        <p:spPr>
          <a:xfrm>
            <a:off x="7651432" y="4767442"/>
            <a:ext cx="609448" cy="354071"/>
          </a:xfrm>
          <a:prstGeom prst="rect">
            <a:avLst/>
          </a:prstGeom>
          <a:noFill/>
        </p:spPr>
        <p:txBody>
          <a:bodyPr wrap="square" rtlCol="0">
            <a:spAutoFit/>
          </a:bodyPr>
          <a:lstStyle/>
          <a:p>
            <a:r>
              <a:rPr lang="de-DE" dirty="0"/>
              <a:t>8:00</a:t>
            </a:r>
          </a:p>
        </p:txBody>
      </p:sp>
    </p:spTree>
    <p:extLst>
      <p:ext uri="{BB962C8B-B14F-4D97-AF65-F5344CB8AC3E}">
        <p14:creationId xmlns:p14="http://schemas.microsoft.com/office/powerpoint/2010/main" val="38397086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en-US" b="1" dirty="0"/>
              <a:t>Truck Priority Weight</a:t>
            </a:r>
            <a:endParaRPr lang="de-DE" dirty="0"/>
          </a:p>
        </p:txBody>
      </p:sp>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49" y="1350963"/>
            <a:ext cx="10449983" cy="4445000"/>
          </a:xfrm>
        </p:spPr>
        <p:txBody>
          <a:bodyPr/>
          <a:lstStyle/>
          <a:p>
            <a:pPr algn="just">
              <a:lnSpc>
                <a:spcPct val="120000"/>
              </a:lnSpc>
            </a:pPr>
            <a:r>
              <a:rPr lang="en-US" b="0" dirty="0"/>
              <a:t>The optimization will propose Order A for Truck 2 if the extra cost that are caused by the longer approach and homerun is less than the truck priority weight. The default is 100 seconds.</a:t>
            </a:r>
            <a:endParaRPr lang="en-US" b="0" dirty="0">
              <a:cs typeface="Courier New" panose="02070309020205020404" pitchFamily="49" charset="0"/>
            </a:endParaRPr>
          </a:p>
          <a:p>
            <a:pPr>
              <a:lnSpc>
                <a:spcPts val="2900"/>
              </a:lnSpc>
            </a:pPr>
            <a:endParaRPr lang="en-US" b="0" dirty="0"/>
          </a:p>
        </p:txBody>
      </p:sp>
      <p:sp>
        <p:nvSpPr>
          <p:cNvPr id="5" name="Rechteck 4">
            <a:extLst>
              <a:ext uri="{FF2B5EF4-FFF2-40B4-BE49-F238E27FC236}">
                <a16:creationId xmlns:a16="http://schemas.microsoft.com/office/drawing/2014/main" id="{A595ADE7-F000-04A3-6564-F795F81320EB}"/>
              </a:ext>
            </a:extLst>
          </p:cNvPr>
          <p:cNvSpPr/>
          <p:nvPr/>
        </p:nvSpPr>
        <p:spPr bwMode="auto">
          <a:xfrm>
            <a:off x="4925995" y="2464454"/>
            <a:ext cx="1739460"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6" name="Gleichschenkliges Dreieck 5">
            <a:extLst>
              <a:ext uri="{FF2B5EF4-FFF2-40B4-BE49-F238E27FC236}">
                <a16:creationId xmlns:a16="http://schemas.microsoft.com/office/drawing/2014/main" id="{90C2923C-6D90-604E-17DC-F8704D0E8D31}"/>
              </a:ext>
            </a:extLst>
          </p:cNvPr>
          <p:cNvSpPr/>
          <p:nvPr/>
        </p:nvSpPr>
        <p:spPr bwMode="auto">
          <a:xfrm rot="5400000">
            <a:off x="8653349" y="2464466"/>
            <a:ext cx="216024" cy="216000"/>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7" name="Rechteck 6">
            <a:extLst>
              <a:ext uri="{FF2B5EF4-FFF2-40B4-BE49-F238E27FC236}">
                <a16:creationId xmlns:a16="http://schemas.microsoft.com/office/drawing/2014/main" id="{63556E94-5E1C-956A-E6B7-3B796A129398}"/>
              </a:ext>
            </a:extLst>
          </p:cNvPr>
          <p:cNvSpPr/>
          <p:nvPr/>
        </p:nvSpPr>
        <p:spPr bwMode="auto">
          <a:xfrm>
            <a:off x="4349931" y="4192646"/>
            <a:ext cx="610416" cy="216024"/>
          </a:xfrm>
          <a:prstGeom prst="rect">
            <a:avLst/>
          </a:prstGeom>
          <a:pattFill prst="ltUpDiag">
            <a:fgClr>
              <a:schemeClr val="tx1"/>
            </a:fgClr>
            <a:bgClr>
              <a:srgbClr val="93FF93"/>
            </a:bgClr>
          </a:patt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8" name="Rechteck 7">
            <a:extLst>
              <a:ext uri="{FF2B5EF4-FFF2-40B4-BE49-F238E27FC236}">
                <a16:creationId xmlns:a16="http://schemas.microsoft.com/office/drawing/2014/main" id="{09411012-F3E0-AB1C-574B-408DA2EB8F25}"/>
              </a:ext>
            </a:extLst>
          </p:cNvPr>
          <p:cNvSpPr/>
          <p:nvPr/>
        </p:nvSpPr>
        <p:spPr bwMode="auto">
          <a:xfrm>
            <a:off x="4925995" y="4194928"/>
            <a:ext cx="1739460" cy="213742"/>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9" name="Rechteck 8">
            <a:extLst>
              <a:ext uri="{FF2B5EF4-FFF2-40B4-BE49-F238E27FC236}">
                <a16:creationId xmlns:a16="http://schemas.microsoft.com/office/drawing/2014/main" id="{ED0CFF3D-343A-E69A-7AB1-FE7A6553D8BD}"/>
              </a:ext>
            </a:extLst>
          </p:cNvPr>
          <p:cNvSpPr/>
          <p:nvPr/>
        </p:nvSpPr>
        <p:spPr bwMode="auto">
          <a:xfrm>
            <a:off x="6679277" y="2464454"/>
            <a:ext cx="1974084" cy="216024"/>
          </a:xfrm>
          <a:prstGeom prst="rect">
            <a:avLst/>
          </a:prstGeom>
          <a:solidFill>
            <a:srgbClr val="FFA6FF"/>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0" name="Rechteck 9">
            <a:extLst>
              <a:ext uri="{FF2B5EF4-FFF2-40B4-BE49-F238E27FC236}">
                <a16:creationId xmlns:a16="http://schemas.microsoft.com/office/drawing/2014/main" id="{FF410591-4B8B-B2F7-84A5-C1DD87D115D6}"/>
              </a:ext>
            </a:extLst>
          </p:cNvPr>
          <p:cNvSpPr/>
          <p:nvPr/>
        </p:nvSpPr>
        <p:spPr bwMode="auto">
          <a:xfrm>
            <a:off x="1679224" y="5838834"/>
            <a:ext cx="235830" cy="217200"/>
          </a:xfrm>
          <a:prstGeom prst="rect">
            <a:avLst/>
          </a:prstGeom>
          <a:pattFill prst="ltUpDiag">
            <a:fgClr>
              <a:schemeClr val="tx1"/>
            </a:fgClr>
            <a:bgClr>
              <a:srgbClr val="93FF93"/>
            </a:bgClr>
          </a:patt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1" name="Rechteck 10">
            <a:extLst>
              <a:ext uri="{FF2B5EF4-FFF2-40B4-BE49-F238E27FC236}">
                <a16:creationId xmlns:a16="http://schemas.microsoft.com/office/drawing/2014/main" id="{E7EFDB6D-77BA-F35E-5BF3-94C0688949F6}"/>
              </a:ext>
            </a:extLst>
          </p:cNvPr>
          <p:cNvSpPr/>
          <p:nvPr/>
        </p:nvSpPr>
        <p:spPr bwMode="auto">
          <a:xfrm>
            <a:off x="4343591" y="5840010"/>
            <a:ext cx="230848"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4" name="Rechteck 13">
            <a:extLst>
              <a:ext uri="{FF2B5EF4-FFF2-40B4-BE49-F238E27FC236}">
                <a16:creationId xmlns:a16="http://schemas.microsoft.com/office/drawing/2014/main" id="{9E241269-3142-B6C4-2910-95614B62CC23}"/>
              </a:ext>
            </a:extLst>
          </p:cNvPr>
          <p:cNvSpPr/>
          <p:nvPr/>
        </p:nvSpPr>
        <p:spPr bwMode="auto">
          <a:xfrm>
            <a:off x="7773678" y="5838834"/>
            <a:ext cx="242321" cy="212214"/>
          </a:xfrm>
          <a:prstGeom prst="rect">
            <a:avLst/>
          </a:prstGeom>
          <a:solidFill>
            <a:srgbClr val="FFA6FF"/>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5" name="Textfeld 14">
            <a:extLst>
              <a:ext uri="{FF2B5EF4-FFF2-40B4-BE49-F238E27FC236}">
                <a16:creationId xmlns:a16="http://schemas.microsoft.com/office/drawing/2014/main" id="{A9ED198A-935B-0F45-E63A-C15D3F4F5AB2}"/>
              </a:ext>
            </a:extLst>
          </p:cNvPr>
          <p:cNvSpPr txBox="1"/>
          <p:nvPr/>
        </p:nvSpPr>
        <p:spPr>
          <a:xfrm>
            <a:off x="2004705" y="5744886"/>
            <a:ext cx="2122862" cy="400110"/>
          </a:xfrm>
          <a:prstGeom prst="rect">
            <a:avLst/>
          </a:prstGeom>
          <a:noFill/>
        </p:spPr>
        <p:txBody>
          <a:bodyPr wrap="square" rtlCol="0">
            <a:spAutoFit/>
          </a:bodyPr>
          <a:lstStyle/>
          <a:p>
            <a:r>
              <a:rPr lang="de-DE" dirty="0"/>
              <a:t>Empty Approach</a:t>
            </a:r>
          </a:p>
        </p:txBody>
      </p:sp>
      <p:sp>
        <p:nvSpPr>
          <p:cNvPr id="16" name="Textfeld 15">
            <a:extLst>
              <a:ext uri="{FF2B5EF4-FFF2-40B4-BE49-F238E27FC236}">
                <a16:creationId xmlns:a16="http://schemas.microsoft.com/office/drawing/2014/main" id="{65282115-D8A6-5523-28D0-1C1D57827A64}"/>
              </a:ext>
            </a:extLst>
          </p:cNvPr>
          <p:cNvSpPr txBox="1"/>
          <p:nvPr/>
        </p:nvSpPr>
        <p:spPr>
          <a:xfrm>
            <a:off x="4631623" y="5744886"/>
            <a:ext cx="2736304" cy="400110"/>
          </a:xfrm>
          <a:prstGeom prst="rect">
            <a:avLst/>
          </a:prstGeom>
          <a:noFill/>
        </p:spPr>
        <p:txBody>
          <a:bodyPr wrap="square" rtlCol="0">
            <a:spAutoFit/>
          </a:bodyPr>
          <a:lstStyle/>
          <a:p>
            <a:r>
              <a:rPr lang="de-DE" dirty="0"/>
              <a:t>Load – Drive – Unload</a:t>
            </a:r>
          </a:p>
        </p:txBody>
      </p:sp>
      <p:sp>
        <p:nvSpPr>
          <p:cNvPr id="17" name="Textfeld 16">
            <a:extLst>
              <a:ext uri="{FF2B5EF4-FFF2-40B4-BE49-F238E27FC236}">
                <a16:creationId xmlns:a16="http://schemas.microsoft.com/office/drawing/2014/main" id="{87319A3D-BE3A-AD8A-592B-F449DD41810E}"/>
              </a:ext>
            </a:extLst>
          </p:cNvPr>
          <p:cNvSpPr txBox="1"/>
          <p:nvPr/>
        </p:nvSpPr>
        <p:spPr>
          <a:xfrm>
            <a:off x="8174452" y="5744886"/>
            <a:ext cx="2316037" cy="400110"/>
          </a:xfrm>
          <a:prstGeom prst="rect">
            <a:avLst/>
          </a:prstGeom>
          <a:noFill/>
        </p:spPr>
        <p:txBody>
          <a:bodyPr wrap="square" rtlCol="0">
            <a:spAutoFit/>
          </a:bodyPr>
          <a:lstStyle/>
          <a:p>
            <a:r>
              <a:rPr lang="de-DE" dirty="0" err="1"/>
              <a:t>Homerun</a:t>
            </a:r>
            <a:endParaRPr lang="de-DE" dirty="0"/>
          </a:p>
        </p:txBody>
      </p:sp>
      <p:sp>
        <p:nvSpPr>
          <p:cNvPr id="19" name="Gleichschenkliges Dreieck 18">
            <a:extLst>
              <a:ext uri="{FF2B5EF4-FFF2-40B4-BE49-F238E27FC236}">
                <a16:creationId xmlns:a16="http://schemas.microsoft.com/office/drawing/2014/main" id="{26F56620-EFE5-0827-1D05-39056CBA5AE6}"/>
              </a:ext>
            </a:extLst>
          </p:cNvPr>
          <p:cNvSpPr/>
          <p:nvPr/>
        </p:nvSpPr>
        <p:spPr bwMode="auto">
          <a:xfrm rot="16200000">
            <a:off x="4709971" y="2465526"/>
            <a:ext cx="216024" cy="216024"/>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0" name="Gleichschenkliges Dreieck 19">
            <a:extLst>
              <a:ext uri="{FF2B5EF4-FFF2-40B4-BE49-F238E27FC236}">
                <a16:creationId xmlns:a16="http://schemas.microsoft.com/office/drawing/2014/main" id="{CCBEAB09-152C-DA00-03ED-5BC9E5E6A060}"/>
              </a:ext>
            </a:extLst>
          </p:cNvPr>
          <p:cNvSpPr/>
          <p:nvPr/>
        </p:nvSpPr>
        <p:spPr bwMode="auto">
          <a:xfrm rot="16200000">
            <a:off x="4133907" y="4194130"/>
            <a:ext cx="216024" cy="216024"/>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1" name="Rechteck 20">
            <a:extLst>
              <a:ext uri="{FF2B5EF4-FFF2-40B4-BE49-F238E27FC236}">
                <a16:creationId xmlns:a16="http://schemas.microsoft.com/office/drawing/2014/main" id="{B6DFFC3E-1BE5-B1F8-8B97-847B07CB2B8F}"/>
              </a:ext>
            </a:extLst>
          </p:cNvPr>
          <p:cNvSpPr/>
          <p:nvPr/>
        </p:nvSpPr>
        <p:spPr bwMode="auto">
          <a:xfrm>
            <a:off x="6665455" y="4192646"/>
            <a:ext cx="1716402" cy="216024"/>
          </a:xfrm>
          <a:prstGeom prst="rect">
            <a:avLst/>
          </a:prstGeom>
          <a:solidFill>
            <a:srgbClr val="FFA6FF"/>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2" name="Gleichschenkliges Dreieck 21">
            <a:extLst>
              <a:ext uri="{FF2B5EF4-FFF2-40B4-BE49-F238E27FC236}">
                <a16:creationId xmlns:a16="http://schemas.microsoft.com/office/drawing/2014/main" id="{3507D8BC-A9FC-2A2C-AF7C-A758D032E3C2}"/>
              </a:ext>
            </a:extLst>
          </p:cNvPr>
          <p:cNvSpPr/>
          <p:nvPr/>
        </p:nvSpPr>
        <p:spPr bwMode="auto">
          <a:xfrm rot="5400000">
            <a:off x="8388571" y="4193400"/>
            <a:ext cx="217508" cy="216000"/>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3" name="Textfeld 22">
            <a:extLst>
              <a:ext uri="{FF2B5EF4-FFF2-40B4-BE49-F238E27FC236}">
                <a16:creationId xmlns:a16="http://schemas.microsoft.com/office/drawing/2014/main" id="{4135CE5B-6A7D-482F-2DC8-C7DDE5BEAACE}"/>
              </a:ext>
            </a:extLst>
          </p:cNvPr>
          <p:cNvSpPr txBox="1"/>
          <p:nvPr/>
        </p:nvSpPr>
        <p:spPr>
          <a:xfrm>
            <a:off x="1181579" y="2709158"/>
            <a:ext cx="1584176" cy="615810"/>
          </a:xfrm>
          <a:prstGeom prst="rect">
            <a:avLst/>
          </a:prstGeom>
          <a:noFill/>
        </p:spPr>
        <p:txBody>
          <a:bodyPr wrap="square" rtlCol="0">
            <a:spAutoFit/>
          </a:bodyPr>
          <a:lstStyle/>
          <a:p>
            <a:r>
              <a:rPr lang="en-US" b="1" dirty="0"/>
              <a:t>Order A</a:t>
            </a:r>
            <a:r>
              <a:rPr lang="en-US" dirty="0"/>
              <a:t> on </a:t>
            </a:r>
          </a:p>
          <a:p>
            <a:r>
              <a:rPr lang="en-US" dirty="0"/>
              <a:t>Truck 1</a:t>
            </a:r>
          </a:p>
        </p:txBody>
      </p:sp>
      <p:sp>
        <p:nvSpPr>
          <p:cNvPr id="24" name="Textfeld 23">
            <a:extLst>
              <a:ext uri="{FF2B5EF4-FFF2-40B4-BE49-F238E27FC236}">
                <a16:creationId xmlns:a16="http://schemas.microsoft.com/office/drawing/2014/main" id="{AE7E66FE-DC56-80F1-03A5-3806DA8E0653}"/>
              </a:ext>
            </a:extLst>
          </p:cNvPr>
          <p:cNvSpPr txBox="1"/>
          <p:nvPr/>
        </p:nvSpPr>
        <p:spPr>
          <a:xfrm>
            <a:off x="1181579" y="4383785"/>
            <a:ext cx="1440160" cy="615810"/>
          </a:xfrm>
          <a:prstGeom prst="rect">
            <a:avLst/>
          </a:prstGeom>
          <a:noFill/>
        </p:spPr>
        <p:txBody>
          <a:bodyPr wrap="square" rtlCol="0">
            <a:spAutoFit/>
          </a:bodyPr>
          <a:lstStyle/>
          <a:p>
            <a:r>
              <a:rPr lang="en-US" b="1" dirty="0"/>
              <a:t>Order A</a:t>
            </a:r>
            <a:r>
              <a:rPr lang="en-US" dirty="0"/>
              <a:t> on </a:t>
            </a:r>
          </a:p>
          <a:p>
            <a:r>
              <a:rPr lang="en-US" dirty="0"/>
              <a:t>Truck 2</a:t>
            </a:r>
          </a:p>
        </p:txBody>
      </p:sp>
      <p:cxnSp>
        <p:nvCxnSpPr>
          <p:cNvPr id="25" name="Gerade Verbindung 61">
            <a:extLst>
              <a:ext uri="{FF2B5EF4-FFF2-40B4-BE49-F238E27FC236}">
                <a16:creationId xmlns:a16="http://schemas.microsoft.com/office/drawing/2014/main" id="{D193B418-BE93-C7F6-3E9D-54DD7C137EB0}"/>
              </a:ext>
            </a:extLst>
          </p:cNvPr>
          <p:cNvCxnSpPr/>
          <p:nvPr/>
        </p:nvCxnSpPr>
        <p:spPr bwMode="auto">
          <a:xfrm>
            <a:off x="3917883" y="2930081"/>
            <a:ext cx="5976664" cy="1640"/>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6" name="Gerade Verbindung 62">
            <a:extLst>
              <a:ext uri="{FF2B5EF4-FFF2-40B4-BE49-F238E27FC236}">
                <a16:creationId xmlns:a16="http://schemas.microsoft.com/office/drawing/2014/main" id="{3474BA81-5025-726F-2493-FDDAB06A674C}"/>
              </a:ext>
            </a:extLst>
          </p:cNvPr>
          <p:cNvCxnSpPr/>
          <p:nvPr/>
        </p:nvCxnSpPr>
        <p:spPr bwMode="auto">
          <a:xfrm>
            <a:off x="4925705" y="2792558"/>
            <a:ext cx="71" cy="27504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7" name="Gerade Verbindung 63">
            <a:extLst>
              <a:ext uri="{FF2B5EF4-FFF2-40B4-BE49-F238E27FC236}">
                <a16:creationId xmlns:a16="http://schemas.microsoft.com/office/drawing/2014/main" id="{7ADB59BB-1DBF-1BEE-D27E-F1C7C92AFDCE}"/>
              </a:ext>
            </a:extLst>
          </p:cNvPr>
          <p:cNvCxnSpPr/>
          <p:nvPr/>
        </p:nvCxnSpPr>
        <p:spPr bwMode="auto">
          <a:xfrm>
            <a:off x="6438162" y="2792558"/>
            <a:ext cx="968" cy="24862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8" name="Gerade Verbindung 64">
            <a:extLst>
              <a:ext uri="{FF2B5EF4-FFF2-40B4-BE49-F238E27FC236}">
                <a16:creationId xmlns:a16="http://schemas.microsoft.com/office/drawing/2014/main" id="{D0D38F34-EDE2-8428-07FC-CFF04491EF02}"/>
              </a:ext>
            </a:extLst>
          </p:cNvPr>
          <p:cNvCxnSpPr/>
          <p:nvPr/>
        </p:nvCxnSpPr>
        <p:spPr bwMode="auto">
          <a:xfrm flipH="1">
            <a:off x="7957082" y="2792558"/>
            <a:ext cx="71" cy="27652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9" name="Textfeld 28">
            <a:extLst>
              <a:ext uri="{FF2B5EF4-FFF2-40B4-BE49-F238E27FC236}">
                <a16:creationId xmlns:a16="http://schemas.microsoft.com/office/drawing/2014/main" id="{147A6DB8-6361-DF8D-0FAE-ED6DE0E2205A}"/>
              </a:ext>
            </a:extLst>
          </p:cNvPr>
          <p:cNvSpPr txBox="1"/>
          <p:nvPr/>
        </p:nvSpPr>
        <p:spPr>
          <a:xfrm>
            <a:off x="4620692" y="3032138"/>
            <a:ext cx="609448" cy="354071"/>
          </a:xfrm>
          <a:prstGeom prst="rect">
            <a:avLst/>
          </a:prstGeom>
          <a:noFill/>
        </p:spPr>
        <p:txBody>
          <a:bodyPr wrap="square" rtlCol="0">
            <a:spAutoFit/>
          </a:bodyPr>
          <a:lstStyle/>
          <a:p>
            <a:r>
              <a:rPr lang="de-DE" dirty="0"/>
              <a:t>6:00</a:t>
            </a:r>
          </a:p>
        </p:txBody>
      </p:sp>
      <p:sp>
        <p:nvSpPr>
          <p:cNvPr id="30" name="Textfeld 29">
            <a:extLst>
              <a:ext uri="{FF2B5EF4-FFF2-40B4-BE49-F238E27FC236}">
                <a16:creationId xmlns:a16="http://schemas.microsoft.com/office/drawing/2014/main" id="{43E0B6B2-2C23-7818-5777-20FCF5C62EC8}"/>
              </a:ext>
            </a:extLst>
          </p:cNvPr>
          <p:cNvSpPr txBox="1"/>
          <p:nvPr/>
        </p:nvSpPr>
        <p:spPr>
          <a:xfrm>
            <a:off x="6132860" y="3032138"/>
            <a:ext cx="609448" cy="354071"/>
          </a:xfrm>
          <a:prstGeom prst="rect">
            <a:avLst/>
          </a:prstGeom>
          <a:noFill/>
        </p:spPr>
        <p:txBody>
          <a:bodyPr wrap="square" rtlCol="0">
            <a:spAutoFit/>
          </a:bodyPr>
          <a:lstStyle/>
          <a:p>
            <a:r>
              <a:rPr lang="de-DE" dirty="0"/>
              <a:t>7:00</a:t>
            </a:r>
          </a:p>
        </p:txBody>
      </p:sp>
      <p:sp>
        <p:nvSpPr>
          <p:cNvPr id="31" name="Textfeld 30">
            <a:extLst>
              <a:ext uri="{FF2B5EF4-FFF2-40B4-BE49-F238E27FC236}">
                <a16:creationId xmlns:a16="http://schemas.microsoft.com/office/drawing/2014/main" id="{9DB59478-3354-2FB1-D1AB-700B02F0F8CB}"/>
              </a:ext>
            </a:extLst>
          </p:cNvPr>
          <p:cNvSpPr txBox="1"/>
          <p:nvPr/>
        </p:nvSpPr>
        <p:spPr>
          <a:xfrm>
            <a:off x="7645028" y="3032138"/>
            <a:ext cx="609448" cy="354071"/>
          </a:xfrm>
          <a:prstGeom prst="rect">
            <a:avLst/>
          </a:prstGeom>
          <a:noFill/>
        </p:spPr>
        <p:txBody>
          <a:bodyPr wrap="square" rtlCol="0">
            <a:spAutoFit/>
          </a:bodyPr>
          <a:lstStyle/>
          <a:p>
            <a:r>
              <a:rPr lang="de-DE" dirty="0"/>
              <a:t>8:00</a:t>
            </a:r>
          </a:p>
        </p:txBody>
      </p:sp>
      <p:sp>
        <p:nvSpPr>
          <p:cNvPr id="32" name="Textfeld 31">
            <a:extLst>
              <a:ext uri="{FF2B5EF4-FFF2-40B4-BE49-F238E27FC236}">
                <a16:creationId xmlns:a16="http://schemas.microsoft.com/office/drawing/2014/main" id="{0E429F6E-EDA2-486D-9247-52043C63DB73}"/>
              </a:ext>
            </a:extLst>
          </p:cNvPr>
          <p:cNvSpPr txBox="1"/>
          <p:nvPr/>
        </p:nvSpPr>
        <p:spPr>
          <a:xfrm>
            <a:off x="9894750" y="2942651"/>
            <a:ext cx="1080120" cy="400110"/>
          </a:xfrm>
          <a:prstGeom prst="rect">
            <a:avLst/>
          </a:prstGeom>
          <a:noFill/>
        </p:spPr>
        <p:txBody>
          <a:bodyPr wrap="square" rtlCol="0">
            <a:spAutoFit/>
          </a:bodyPr>
          <a:lstStyle/>
          <a:p>
            <a:r>
              <a:rPr lang="de-DE" dirty="0"/>
              <a:t>Time</a:t>
            </a:r>
          </a:p>
        </p:txBody>
      </p:sp>
      <p:cxnSp>
        <p:nvCxnSpPr>
          <p:cNvPr id="33" name="Gerade Verbindung 80">
            <a:extLst>
              <a:ext uri="{FF2B5EF4-FFF2-40B4-BE49-F238E27FC236}">
                <a16:creationId xmlns:a16="http://schemas.microsoft.com/office/drawing/2014/main" id="{2EECC56C-5DF8-4323-B160-A04E62B13763}"/>
              </a:ext>
            </a:extLst>
          </p:cNvPr>
          <p:cNvCxnSpPr/>
          <p:nvPr/>
        </p:nvCxnSpPr>
        <p:spPr bwMode="auto">
          <a:xfrm flipV="1">
            <a:off x="3845875" y="4659913"/>
            <a:ext cx="6063534" cy="10930"/>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4" name="Gerade Verbindung 81">
            <a:extLst>
              <a:ext uri="{FF2B5EF4-FFF2-40B4-BE49-F238E27FC236}">
                <a16:creationId xmlns:a16="http://schemas.microsoft.com/office/drawing/2014/main" id="{F40EE88D-558E-5C8B-CA74-9CF18FBB067B}"/>
              </a:ext>
            </a:extLst>
          </p:cNvPr>
          <p:cNvCxnSpPr/>
          <p:nvPr/>
        </p:nvCxnSpPr>
        <p:spPr bwMode="auto">
          <a:xfrm>
            <a:off x="4940567" y="4520750"/>
            <a:ext cx="71" cy="27504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5" name="Gerade Verbindung 82">
            <a:extLst>
              <a:ext uri="{FF2B5EF4-FFF2-40B4-BE49-F238E27FC236}">
                <a16:creationId xmlns:a16="http://schemas.microsoft.com/office/drawing/2014/main" id="{8399E4D0-D418-078B-40EF-C78B80BB4DC4}"/>
              </a:ext>
            </a:extLst>
          </p:cNvPr>
          <p:cNvCxnSpPr/>
          <p:nvPr/>
        </p:nvCxnSpPr>
        <p:spPr bwMode="auto">
          <a:xfrm>
            <a:off x="6453024" y="4520750"/>
            <a:ext cx="968" cy="24862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6" name="Gerade Verbindung 83">
            <a:extLst>
              <a:ext uri="{FF2B5EF4-FFF2-40B4-BE49-F238E27FC236}">
                <a16:creationId xmlns:a16="http://schemas.microsoft.com/office/drawing/2014/main" id="{2D8E57C9-32B2-09EA-D3AD-C07D169C7F9E}"/>
              </a:ext>
            </a:extLst>
          </p:cNvPr>
          <p:cNvCxnSpPr/>
          <p:nvPr/>
        </p:nvCxnSpPr>
        <p:spPr bwMode="auto">
          <a:xfrm flipH="1">
            <a:off x="7971944" y="4520750"/>
            <a:ext cx="71" cy="27652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7" name="Textfeld 36">
            <a:extLst>
              <a:ext uri="{FF2B5EF4-FFF2-40B4-BE49-F238E27FC236}">
                <a16:creationId xmlns:a16="http://schemas.microsoft.com/office/drawing/2014/main" id="{57A15D1D-7DEC-F9E2-7FE6-D4D55C111F98}"/>
              </a:ext>
            </a:extLst>
          </p:cNvPr>
          <p:cNvSpPr txBox="1"/>
          <p:nvPr/>
        </p:nvSpPr>
        <p:spPr>
          <a:xfrm>
            <a:off x="9909612" y="4670843"/>
            <a:ext cx="1080120" cy="400110"/>
          </a:xfrm>
          <a:prstGeom prst="rect">
            <a:avLst/>
          </a:prstGeom>
          <a:noFill/>
        </p:spPr>
        <p:txBody>
          <a:bodyPr wrap="square" rtlCol="0">
            <a:spAutoFit/>
          </a:bodyPr>
          <a:lstStyle/>
          <a:p>
            <a:r>
              <a:rPr lang="de-DE" dirty="0"/>
              <a:t>Time</a:t>
            </a:r>
          </a:p>
        </p:txBody>
      </p:sp>
      <p:sp>
        <p:nvSpPr>
          <p:cNvPr id="38" name="Textfeld 37">
            <a:extLst>
              <a:ext uri="{FF2B5EF4-FFF2-40B4-BE49-F238E27FC236}">
                <a16:creationId xmlns:a16="http://schemas.microsoft.com/office/drawing/2014/main" id="{9D39FAA7-849C-DBD7-C6D1-BC7B83E458BC}"/>
              </a:ext>
            </a:extLst>
          </p:cNvPr>
          <p:cNvSpPr txBox="1"/>
          <p:nvPr/>
        </p:nvSpPr>
        <p:spPr>
          <a:xfrm>
            <a:off x="4627096" y="4767442"/>
            <a:ext cx="609448" cy="354071"/>
          </a:xfrm>
          <a:prstGeom prst="rect">
            <a:avLst/>
          </a:prstGeom>
          <a:noFill/>
        </p:spPr>
        <p:txBody>
          <a:bodyPr wrap="square" rtlCol="0">
            <a:spAutoFit/>
          </a:bodyPr>
          <a:lstStyle/>
          <a:p>
            <a:r>
              <a:rPr lang="de-DE" dirty="0"/>
              <a:t>6:00</a:t>
            </a:r>
          </a:p>
        </p:txBody>
      </p:sp>
      <p:sp>
        <p:nvSpPr>
          <p:cNvPr id="39" name="Textfeld 38">
            <a:extLst>
              <a:ext uri="{FF2B5EF4-FFF2-40B4-BE49-F238E27FC236}">
                <a16:creationId xmlns:a16="http://schemas.microsoft.com/office/drawing/2014/main" id="{0E19FD9D-B7D7-6775-3F5A-4BC4D0F49104}"/>
              </a:ext>
            </a:extLst>
          </p:cNvPr>
          <p:cNvSpPr txBox="1"/>
          <p:nvPr/>
        </p:nvSpPr>
        <p:spPr>
          <a:xfrm>
            <a:off x="6139264" y="4767442"/>
            <a:ext cx="609448" cy="354071"/>
          </a:xfrm>
          <a:prstGeom prst="rect">
            <a:avLst/>
          </a:prstGeom>
          <a:noFill/>
        </p:spPr>
        <p:txBody>
          <a:bodyPr wrap="square" rtlCol="0">
            <a:spAutoFit/>
          </a:bodyPr>
          <a:lstStyle/>
          <a:p>
            <a:r>
              <a:rPr lang="de-DE" dirty="0"/>
              <a:t>7:00</a:t>
            </a:r>
          </a:p>
        </p:txBody>
      </p:sp>
      <p:sp>
        <p:nvSpPr>
          <p:cNvPr id="40" name="Textfeld 39">
            <a:extLst>
              <a:ext uri="{FF2B5EF4-FFF2-40B4-BE49-F238E27FC236}">
                <a16:creationId xmlns:a16="http://schemas.microsoft.com/office/drawing/2014/main" id="{EDA60251-2C65-CE38-FF30-BFDD87F3AACB}"/>
              </a:ext>
            </a:extLst>
          </p:cNvPr>
          <p:cNvSpPr txBox="1"/>
          <p:nvPr/>
        </p:nvSpPr>
        <p:spPr>
          <a:xfrm>
            <a:off x="7651432" y="4767442"/>
            <a:ext cx="609448" cy="354071"/>
          </a:xfrm>
          <a:prstGeom prst="rect">
            <a:avLst/>
          </a:prstGeom>
          <a:noFill/>
        </p:spPr>
        <p:txBody>
          <a:bodyPr wrap="square" rtlCol="0">
            <a:spAutoFit/>
          </a:bodyPr>
          <a:lstStyle/>
          <a:p>
            <a:r>
              <a:rPr lang="de-DE" dirty="0"/>
              <a:t>8:00</a:t>
            </a:r>
          </a:p>
        </p:txBody>
      </p:sp>
    </p:spTree>
    <p:extLst>
      <p:ext uri="{BB962C8B-B14F-4D97-AF65-F5344CB8AC3E}">
        <p14:creationId xmlns:p14="http://schemas.microsoft.com/office/powerpoint/2010/main" val="37834029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en-US" b="1" dirty="0"/>
              <a:t>Minimum Roaming Travel</a:t>
            </a:r>
            <a:endParaRPr lang="de-DE" dirty="0"/>
          </a:p>
        </p:txBody>
      </p:sp>
      <mc:AlternateContent xmlns:mc="http://schemas.openxmlformats.org/markup-compatibility/2006">
        <mc:Choice xmlns:a14="http://schemas.microsoft.com/office/drawing/2010/main" Requires="a14">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49" y="1350963"/>
                <a:ext cx="10449983" cy="4445000"/>
              </a:xfrm>
            </p:spPr>
            <p:txBody>
              <a:bodyPr/>
              <a:lstStyle/>
              <a:p>
                <a:pPr>
                  <a:lnSpc>
                    <a:spcPts val="2900"/>
                  </a:lnSpc>
                </a:pPr>
                <a:r>
                  <a:rPr lang="en-US" b="0" dirty="0"/>
                  <a:t>A roaming truck stays at the facility if the following condition is met.</a:t>
                </a:r>
              </a:p>
              <a:p>
                <a:pPr>
                  <a:lnSpc>
                    <a:spcPts val="2900"/>
                  </a:lnSpc>
                </a:pPr>
                <a14:m>
                  <m:oMathPara xmlns:m="http://schemas.openxmlformats.org/officeDocument/2006/math">
                    <m:oMathParaPr>
                      <m:jc m:val="centerGroup"/>
                    </m:oMathParaPr>
                    <m:oMath xmlns:m="http://schemas.openxmlformats.org/officeDocument/2006/math">
                      <m:r>
                        <a:rPr lang="de-DE" i="1" smtClean="0">
                          <a:latin typeface="Cambria Math"/>
                        </a:rPr>
                        <m:t>𝑀𝑖𝑛𝑖𝑚𝑢𝑚𝑅𝑜𝑎𝑚𝑖𝑛𝑔𝑇𝑟𝑎𝑣𝑒𝑙</m:t>
                      </m:r>
                      <m:r>
                        <a:rPr lang="de-DE" i="1" smtClean="0">
                          <a:latin typeface="Cambria Math"/>
                        </a:rPr>
                        <m:t> &gt; </m:t>
                      </m:r>
                      <m:r>
                        <a:rPr lang="de-DE" i="1" smtClean="0">
                          <a:latin typeface="Cambria Math"/>
                        </a:rPr>
                        <m:t>𝑡𝑖𝑚𝑒𝐿𝑒𝑓𝑡𝐼𝑛𝑆h𝑖𝑓𝑡</m:t>
                      </m:r>
                    </m:oMath>
                  </m:oMathPara>
                </a14:m>
                <a:endParaRPr lang="de-DE" dirty="0"/>
              </a:p>
              <a:p>
                <a:pPr>
                  <a:lnSpc>
                    <a:spcPts val="2900"/>
                  </a:lnSpc>
                </a:pPr>
                <a:r>
                  <a:rPr lang="en-US" b="0" dirty="0"/>
                  <a:t>The default is 3,600 seconds.</a:t>
                </a:r>
              </a:p>
            </p:txBody>
          </p:sp>
        </mc:Choice>
        <mc:Fallback>
          <p:sp>
            <p:nvSpPr>
              <p:cNvPr id="13" name="Inhaltsplatzhalter 12">
                <a:extLst>
                  <a:ext uri="{FF2B5EF4-FFF2-40B4-BE49-F238E27FC236}">
                    <a16:creationId xmlns:a16="http://schemas.microsoft.com/office/drawing/2014/main" id="{9EFE2027-5700-4C3D-BDF6-799D626AF7C2}"/>
                  </a:ext>
                </a:extLst>
              </p:cNvPr>
              <p:cNvSpPr>
                <a:spLocks noGrp="1" noRot="1" noChangeAspect="1" noMove="1" noResize="1" noEditPoints="1" noAdjustHandles="1" noChangeArrowheads="1" noChangeShapeType="1" noTextEdit="1"/>
              </p:cNvSpPr>
              <p:nvPr>
                <p:ph idx="1"/>
              </p:nvPr>
            </p:nvSpPr>
            <p:spPr>
              <a:xfrm>
                <a:off x="539749" y="1350963"/>
                <a:ext cx="10449983" cy="4445000"/>
              </a:xfrm>
              <a:blipFill>
                <a:blip r:embed="rId2"/>
                <a:stretch>
                  <a:fillRect l="-1400" t="-549"/>
                </a:stretch>
              </a:blipFill>
            </p:spPr>
            <p:txBody>
              <a:bodyPr/>
              <a:lstStyle/>
              <a:p>
                <a:r>
                  <a:rPr lang="de-DE">
                    <a:noFill/>
                  </a:rPr>
                  <a:t> </a:t>
                </a:r>
              </a:p>
            </p:txBody>
          </p:sp>
        </mc:Fallback>
      </mc:AlternateContent>
      <p:sp>
        <p:nvSpPr>
          <p:cNvPr id="4" name="Gleichschenkliges Dreieck 3">
            <a:extLst>
              <a:ext uri="{FF2B5EF4-FFF2-40B4-BE49-F238E27FC236}">
                <a16:creationId xmlns:a16="http://schemas.microsoft.com/office/drawing/2014/main" id="{F68E323B-5B8A-A96E-AC8D-9E8600B46E10}"/>
              </a:ext>
            </a:extLst>
          </p:cNvPr>
          <p:cNvSpPr/>
          <p:nvPr/>
        </p:nvSpPr>
        <p:spPr bwMode="auto">
          <a:xfrm rot="5400000">
            <a:off x="4627992" y="2966617"/>
            <a:ext cx="216024" cy="216024"/>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5" name="Rechteck 4">
            <a:extLst>
              <a:ext uri="{FF2B5EF4-FFF2-40B4-BE49-F238E27FC236}">
                <a16:creationId xmlns:a16="http://schemas.microsoft.com/office/drawing/2014/main" id="{3832EA62-E15F-7649-0748-1C3BEFC72C3A}"/>
              </a:ext>
            </a:extLst>
          </p:cNvPr>
          <p:cNvSpPr/>
          <p:nvPr/>
        </p:nvSpPr>
        <p:spPr bwMode="auto">
          <a:xfrm>
            <a:off x="1597766" y="2966347"/>
            <a:ext cx="755485" cy="216024"/>
          </a:xfrm>
          <a:prstGeom prst="rect">
            <a:avLst/>
          </a:prstGeom>
          <a:pattFill prst="ltUpDiag">
            <a:fgClr>
              <a:schemeClr val="tx1"/>
            </a:fgClr>
            <a:bgClr>
              <a:srgbClr val="93FF93"/>
            </a:bgClr>
          </a:patt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6" name="Rechteck 5">
            <a:extLst>
              <a:ext uri="{FF2B5EF4-FFF2-40B4-BE49-F238E27FC236}">
                <a16:creationId xmlns:a16="http://schemas.microsoft.com/office/drawing/2014/main" id="{78856AC2-F342-428F-2723-05A109EF1BC0}"/>
              </a:ext>
            </a:extLst>
          </p:cNvPr>
          <p:cNvSpPr/>
          <p:nvPr/>
        </p:nvSpPr>
        <p:spPr bwMode="auto">
          <a:xfrm>
            <a:off x="2353251" y="2966347"/>
            <a:ext cx="1513425"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cxnSp>
        <p:nvCxnSpPr>
          <p:cNvPr id="7" name="Gerade Verbindung 29">
            <a:extLst>
              <a:ext uri="{FF2B5EF4-FFF2-40B4-BE49-F238E27FC236}">
                <a16:creationId xmlns:a16="http://schemas.microsoft.com/office/drawing/2014/main" id="{0B07C351-CE41-0F6E-B9E3-719588AAF7F1}"/>
              </a:ext>
            </a:extLst>
          </p:cNvPr>
          <p:cNvCxnSpPr/>
          <p:nvPr/>
        </p:nvCxnSpPr>
        <p:spPr bwMode="auto">
          <a:xfrm>
            <a:off x="6452019" y="3431451"/>
            <a:ext cx="4379927" cy="1477"/>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8" name="Gerade Verbindung 35">
            <a:extLst>
              <a:ext uri="{FF2B5EF4-FFF2-40B4-BE49-F238E27FC236}">
                <a16:creationId xmlns:a16="http://schemas.microsoft.com/office/drawing/2014/main" id="{40F5B848-94BF-4493-FBAC-8165F5150A16}"/>
              </a:ext>
            </a:extLst>
          </p:cNvPr>
          <p:cNvCxnSpPr/>
          <p:nvPr/>
        </p:nvCxnSpPr>
        <p:spPr bwMode="auto">
          <a:xfrm flipH="1">
            <a:off x="862644" y="3293765"/>
            <a:ext cx="474" cy="24862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9" name="Gerade Verbindung 36">
            <a:extLst>
              <a:ext uri="{FF2B5EF4-FFF2-40B4-BE49-F238E27FC236}">
                <a16:creationId xmlns:a16="http://schemas.microsoft.com/office/drawing/2014/main" id="{4A2B6BEC-173A-538D-61F0-CE831F483822}"/>
              </a:ext>
            </a:extLst>
          </p:cNvPr>
          <p:cNvCxnSpPr/>
          <p:nvPr/>
        </p:nvCxnSpPr>
        <p:spPr bwMode="auto">
          <a:xfrm flipH="1">
            <a:off x="2353322" y="3293765"/>
            <a:ext cx="1" cy="24862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0" name="Textfeld 9">
            <a:extLst>
              <a:ext uri="{FF2B5EF4-FFF2-40B4-BE49-F238E27FC236}">
                <a16:creationId xmlns:a16="http://schemas.microsoft.com/office/drawing/2014/main" id="{A9880C30-799A-7B04-E09C-E49391FCAB13}"/>
              </a:ext>
            </a:extLst>
          </p:cNvPr>
          <p:cNvSpPr txBox="1"/>
          <p:nvPr/>
        </p:nvSpPr>
        <p:spPr>
          <a:xfrm>
            <a:off x="567385" y="3539520"/>
            <a:ext cx="751176" cy="354071"/>
          </a:xfrm>
          <a:prstGeom prst="rect">
            <a:avLst/>
          </a:prstGeom>
          <a:noFill/>
        </p:spPr>
        <p:txBody>
          <a:bodyPr wrap="square" rtlCol="0">
            <a:spAutoFit/>
          </a:bodyPr>
          <a:lstStyle/>
          <a:p>
            <a:r>
              <a:rPr lang="de-DE" dirty="0"/>
              <a:t>17:00</a:t>
            </a:r>
          </a:p>
        </p:txBody>
      </p:sp>
      <p:sp>
        <p:nvSpPr>
          <p:cNvPr id="11" name="Textfeld 10">
            <a:extLst>
              <a:ext uri="{FF2B5EF4-FFF2-40B4-BE49-F238E27FC236}">
                <a16:creationId xmlns:a16="http://schemas.microsoft.com/office/drawing/2014/main" id="{A7919426-347A-2245-A801-64FF6F2D30E1}"/>
              </a:ext>
            </a:extLst>
          </p:cNvPr>
          <p:cNvSpPr txBox="1"/>
          <p:nvPr/>
        </p:nvSpPr>
        <p:spPr>
          <a:xfrm>
            <a:off x="2026185" y="3539520"/>
            <a:ext cx="734592" cy="354071"/>
          </a:xfrm>
          <a:prstGeom prst="rect">
            <a:avLst/>
          </a:prstGeom>
          <a:noFill/>
        </p:spPr>
        <p:txBody>
          <a:bodyPr wrap="square" rtlCol="0">
            <a:spAutoFit/>
          </a:bodyPr>
          <a:lstStyle/>
          <a:p>
            <a:r>
              <a:rPr lang="de-DE" dirty="0"/>
              <a:t>18:00</a:t>
            </a:r>
          </a:p>
        </p:txBody>
      </p:sp>
      <p:sp>
        <p:nvSpPr>
          <p:cNvPr id="14" name="Textfeld 13">
            <a:extLst>
              <a:ext uri="{FF2B5EF4-FFF2-40B4-BE49-F238E27FC236}">
                <a16:creationId xmlns:a16="http://schemas.microsoft.com/office/drawing/2014/main" id="{A5B43DB9-2D53-98F9-9841-B5185A7BDA69}"/>
              </a:ext>
            </a:extLst>
          </p:cNvPr>
          <p:cNvSpPr txBox="1"/>
          <p:nvPr/>
        </p:nvSpPr>
        <p:spPr>
          <a:xfrm>
            <a:off x="10160902" y="2847778"/>
            <a:ext cx="581880" cy="400110"/>
          </a:xfrm>
          <a:prstGeom prst="rect">
            <a:avLst/>
          </a:prstGeom>
          <a:noFill/>
        </p:spPr>
        <p:txBody>
          <a:bodyPr wrap="square" rtlCol="0">
            <a:spAutoFit/>
          </a:bodyPr>
          <a:lstStyle/>
          <a:p>
            <a:r>
              <a:rPr lang="de-DE" dirty="0"/>
              <a:t>....</a:t>
            </a:r>
          </a:p>
        </p:txBody>
      </p:sp>
      <p:sp>
        <p:nvSpPr>
          <p:cNvPr id="15" name="Geschweifte Klammer rechts 14">
            <a:extLst>
              <a:ext uri="{FF2B5EF4-FFF2-40B4-BE49-F238E27FC236}">
                <a16:creationId xmlns:a16="http://schemas.microsoft.com/office/drawing/2014/main" id="{2CD21FE0-0970-2D16-6161-3DC9D1E35774}"/>
              </a:ext>
            </a:extLst>
          </p:cNvPr>
          <p:cNvSpPr/>
          <p:nvPr/>
        </p:nvSpPr>
        <p:spPr bwMode="auto">
          <a:xfrm rot="16200000">
            <a:off x="4208733" y="2448645"/>
            <a:ext cx="77133" cy="761385"/>
          </a:xfrm>
          <a:prstGeom prst="rightBrace">
            <a:avLst>
              <a:gd name="adj1" fmla="val 30379"/>
              <a:gd name="adj2" fmla="val 50000"/>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6" name="Textfeld 15">
            <a:extLst>
              <a:ext uri="{FF2B5EF4-FFF2-40B4-BE49-F238E27FC236}">
                <a16:creationId xmlns:a16="http://schemas.microsoft.com/office/drawing/2014/main" id="{96D073E5-2473-684A-06E2-7102654A10C4}"/>
              </a:ext>
            </a:extLst>
          </p:cNvPr>
          <p:cNvSpPr txBox="1"/>
          <p:nvPr/>
        </p:nvSpPr>
        <p:spPr>
          <a:xfrm>
            <a:off x="4110637" y="2429669"/>
            <a:ext cx="2661306" cy="400110"/>
          </a:xfrm>
          <a:prstGeom prst="rect">
            <a:avLst/>
          </a:prstGeom>
          <a:noFill/>
        </p:spPr>
        <p:txBody>
          <a:bodyPr wrap="none" rtlCol="0">
            <a:spAutoFit/>
          </a:bodyPr>
          <a:lstStyle/>
          <a:p>
            <a:r>
              <a:rPr lang="en-US" dirty="0"/>
              <a:t>30 minutes left in shift</a:t>
            </a:r>
          </a:p>
        </p:txBody>
      </p:sp>
      <p:sp>
        <p:nvSpPr>
          <p:cNvPr id="17" name="Rechteck 16">
            <a:extLst>
              <a:ext uri="{FF2B5EF4-FFF2-40B4-BE49-F238E27FC236}">
                <a16:creationId xmlns:a16="http://schemas.microsoft.com/office/drawing/2014/main" id="{07DC8177-389A-B385-4C8E-8EE06A40E11A}"/>
              </a:ext>
            </a:extLst>
          </p:cNvPr>
          <p:cNvSpPr/>
          <p:nvPr/>
        </p:nvSpPr>
        <p:spPr bwMode="auto">
          <a:xfrm>
            <a:off x="1404087" y="5907993"/>
            <a:ext cx="235830" cy="217200"/>
          </a:xfrm>
          <a:prstGeom prst="rect">
            <a:avLst/>
          </a:prstGeom>
          <a:pattFill prst="ltUpDiag">
            <a:fgClr>
              <a:schemeClr val="tx1"/>
            </a:fgClr>
            <a:bgClr>
              <a:srgbClr val="93FF93"/>
            </a:bgClr>
          </a:patt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8" name="Rechteck 17">
            <a:extLst>
              <a:ext uri="{FF2B5EF4-FFF2-40B4-BE49-F238E27FC236}">
                <a16:creationId xmlns:a16="http://schemas.microsoft.com/office/drawing/2014/main" id="{F338F612-199D-829F-E92D-14891CA8801D}"/>
              </a:ext>
            </a:extLst>
          </p:cNvPr>
          <p:cNvSpPr/>
          <p:nvPr/>
        </p:nvSpPr>
        <p:spPr bwMode="auto">
          <a:xfrm>
            <a:off x="4071444" y="5909169"/>
            <a:ext cx="216024"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9" name="Rechteck 18">
            <a:extLst>
              <a:ext uri="{FF2B5EF4-FFF2-40B4-BE49-F238E27FC236}">
                <a16:creationId xmlns:a16="http://schemas.microsoft.com/office/drawing/2014/main" id="{4CCECFCC-2B47-E290-9952-661B78B893E7}"/>
              </a:ext>
            </a:extLst>
          </p:cNvPr>
          <p:cNvSpPr/>
          <p:nvPr/>
        </p:nvSpPr>
        <p:spPr bwMode="auto">
          <a:xfrm>
            <a:off x="7505048" y="5907993"/>
            <a:ext cx="242321" cy="212214"/>
          </a:xfrm>
          <a:prstGeom prst="rect">
            <a:avLst/>
          </a:prstGeom>
          <a:solidFill>
            <a:srgbClr val="FFA6FF"/>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0" name="Textfeld 19">
            <a:extLst>
              <a:ext uri="{FF2B5EF4-FFF2-40B4-BE49-F238E27FC236}">
                <a16:creationId xmlns:a16="http://schemas.microsoft.com/office/drawing/2014/main" id="{151B6938-5603-71F0-AE57-BE029D9262BA}"/>
              </a:ext>
            </a:extLst>
          </p:cNvPr>
          <p:cNvSpPr txBox="1"/>
          <p:nvPr/>
        </p:nvSpPr>
        <p:spPr>
          <a:xfrm>
            <a:off x="1729568" y="5814045"/>
            <a:ext cx="2122862" cy="400110"/>
          </a:xfrm>
          <a:prstGeom prst="rect">
            <a:avLst/>
          </a:prstGeom>
          <a:noFill/>
        </p:spPr>
        <p:txBody>
          <a:bodyPr wrap="square" rtlCol="0">
            <a:spAutoFit/>
          </a:bodyPr>
          <a:lstStyle/>
          <a:p>
            <a:r>
              <a:rPr lang="de-DE" dirty="0"/>
              <a:t>Empty Approach</a:t>
            </a:r>
          </a:p>
        </p:txBody>
      </p:sp>
      <p:sp>
        <p:nvSpPr>
          <p:cNvPr id="21" name="Textfeld 20">
            <a:extLst>
              <a:ext uri="{FF2B5EF4-FFF2-40B4-BE49-F238E27FC236}">
                <a16:creationId xmlns:a16="http://schemas.microsoft.com/office/drawing/2014/main" id="{71EB4AB2-8CF4-7714-3A12-178AC5EAE359}"/>
              </a:ext>
            </a:extLst>
          </p:cNvPr>
          <p:cNvSpPr txBox="1"/>
          <p:nvPr/>
        </p:nvSpPr>
        <p:spPr>
          <a:xfrm>
            <a:off x="4359476" y="5814045"/>
            <a:ext cx="2877330" cy="400110"/>
          </a:xfrm>
          <a:prstGeom prst="rect">
            <a:avLst/>
          </a:prstGeom>
          <a:noFill/>
        </p:spPr>
        <p:txBody>
          <a:bodyPr wrap="square" rtlCol="0">
            <a:spAutoFit/>
          </a:bodyPr>
          <a:lstStyle/>
          <a:p>
            <a:r>
              <a:rPr lang="de-DE" dirty="0"/>
              <a:t>Load – Drive – Unload</a:t>
            </a:r>
          </a:p>
        </p:txBody>
      </p:sp>
      <p:sp>
        <p:nvSpPr>
          <p:cNvPr id="22" name="Textfeld 21">
            <a:extLst>
              <a:ext uri="{FF2B5EF4-FFF2-40B4-BE49-F238E27FC236}">
                <a16:creationId xmlns:a16="http://schemas.microsoft.com/office/drawing/2014/main" id="{DD68BECD-8CBB-B167-629B-2D9004EA49A5}"/>
              </a:ext>
            </a:extLst>
          </p:cNvPr>
          <p:cNvSpPr txBox="1"/>
          <p:nvPr/>
        </p:nvSpPr>
        <p:spPr>
          <a:xfrm>
            <a:off x="7945105" y="5814045"/>
            <a:ext cx="2316037" cy="400110"/>
          </a:xfrm>
          <a:prstGeom prst="rect">
            <a:avLst/>
          </a:prstGeom>
          <a:noFill/>
        </p:spPr>
        <p:txBody>
          <a:bodyPr wrap="square" rtlCol="0">
            <a:spAutoFit/>
          </a:bodyPr>
          <a:lstStyle/>
          <a:p>
            <a:r>
              <a:rPr lang="de-DE" dirty="0" err="1"/>
              <a:t>Predrive</a:t>
            </a:r>
            <a:endParaRPr lang="de-DE" dirty="0"/>
          </a:p>
        </p:txBody>
      </p:sp>
      <p:sp>
        <p:nvSpPr>
          <p:cNvPr id="23" name="Textfeld 22">
            <a:extLst>
              <a:ext uri="{FF2B5EF4-FFF2-40B4-BE49-F238E27FC236}">
                <a16:creationId xmlns:a16="http://schemas.microsoft.com/office/drawing/2014/main" id="{2CA6E74D-9287-7A38-A713-32B61235A69A}"/>
              </a:ext>
            </a:extLst>
          </p:cNvPr>
          <p:cNvSpPr txBox="1"/>
          <p:nvPr/>
        </p:nvSpPr>
        <p:spPr>
          <a:xfrm>
            <a:off x="3571916" y="3539520"/>
            <a:ext cx="734592" cy="354071"/>
          </a:xfrm>
          <a:prstGeom prst="rect">
            <a:avLst/>
          </a:prstGeom>
          <a:noFill/>
        </p:spPr>
        <p:txBody>
          <a:bodyPr wrap="square" rtlCol="0">
            <a:spAutoFit/>
          </a:bodyPr>
          <a:lstStyle/>
          <a:p>
            <a:r>
              <a:rPr lang="de-DE" dirty="0"/>
              <a:t>19:00</a:t>
            </a:r>
          </a:p>
        </p:txBody>
      </p:sp>
      <p:cxnSp>
        <p:nvCxnSpPr>
          <p:cNvPr id="24" name="Gerade Verbindung 100">
            <a:extLst>
              <a:ext uri="{FF2B5EF4-FFF2-40B4-BE49-F238E27FC236}">
                <a16:creationId xmlns:a16="http://schemas.microsoft.com/office/drawing/2014/main" id="{E0B5A176-3F86-09DC-9522-B8195A4A23CE}"/>
              </a:ext>
            </a:extLst>
          </p:cNvPr>
          <p:cNvCxnSpPr/>
          <p:nvPr/>
        </p:nvCxnSpPr>
        <p:spPr bwMode="auto">
          <a:xfrm>
            <a:off x="3866605" y="3293765"/>
            <a:ext cx="71" cy="24862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5" name="Gerade Verbindung 103">
            <a:extLst>
              <a:ext uri="{FF2B5EF4-FFF2-40B4-BE49-F238E27FC236}">
                <a16:creationId xmlns:a16="http://schemas.microsoft.com/office/drawing/2014/main" id="{764F5215-3B72-B6A9-1983-65A23AEE9C4E}"/>
              </a:ext>
            </a:extLst>
          </p:cNvPr>
          <p:cNvCxnSpPr/>
          <p:nvPr/>
        </p:nvCxnSpPr>
        <p:spPr bwMode="auto">
          <a:xfrm flipH="1">
            <a:off x="589583" y="3432929"/>
            <a:ext cx="4896615" cy="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6" name="Gerade Verbindung 111">
            <a:extLst>
              <a:ext uri="{FF2B5EF4-FFF2-40B4-BE49-F238E27FC236}">
                <a16:creationId xmlns:a16="http://schemas.microsoft.com/office/drawing/2014/main" id="{39E2FE59-8FB8-E583-EED2-A7B18876EA07}"/>
              </a:ext>
            </a:extLst>
          </p:cNvPr>
          <p:cNvCxnSpPr/>
          <p:nvPr/>
        </p:nvCxnSpPr>
        <p:spPr bwMode="auto">
          <a:xfrm flipH="1">
            <a:off x="5486198" y="3432929"/>
            <a:ext cx="965821" cy="0"/>
          </a:xfrm>
          <a:prstGeom prst="line">
            <a:avLst/>
          </a:prstGeom>
          <a:noFill/>
          <a:ln w="28575"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7" name="Gleichschenkliges Dreieck 26">
            <a:extLst>
              <a:ext uri="{FF2B5EF4-FFF2-40B4-BE49-F238E27FC236}">
                <a16:creationId xmlns:a16="http://schemas.microsoft.com/office/drawing/2014/main" id="{464FAD54-864F-49C6-B8FB-972A45BBB125}"/>
              </a:ext>
            </a:extLst>
          </p:cNvPr>
          <p:cNvSpPr/>
          <p:nvPr/>
        </p:nvSpPr>
        <p:spPr bwMode="auto">
          <a:xfrm rot="16200000">
            <a:off x="6939173" y="2966617"/>
            <a:ext cx="216024" cy="216024"/>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8" name="Rechteck 27">
            <a:extLst>
              <a:ext uri="{FF2B5EF4-FFF2-40B4-BE49-F238E27FC236}">
                <a16:creationId xmlns:a16="http://schemas.microsoft.com/office/drawing/2014/main" id="{74FF55BB-FC62-45CB-04BE-059EEC715593}"/>
              </a:ext>
            </a:extLst>
          </p:cNvPr>
          <p:cNvSpPr/>
          <p:nvPr/>
        </p:nvSpPr>
        <p:spPr bwMode="auto">
          <a:xfrm>
            <a:off x="7155196" y="2966347"/>
            <a:ext cx="3005706" cy="216024"/>
          </a:xfrm>
          <a:prstGeom prst="rect">
            <a:avLst/>
          </a:prstGeom>
          <a:solidFill>
            <a:srgbClr val="FFA6FF"/>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9" name="Textfeld 28">
            <a:extLst>
              <a:ext uri="{FF2B5EF4-FFF2-40B4-BE49-F238E27FC236}">
                <a16:creationId xmlns:a16="http://schemas.microsoft.com/office/drawing/2014/main" id="{67CD1620-AA23-1324-B09D-1FAD52610C19}"/>
              </a:ext>
            </a:extLst>
          </p:cNvPr>
          <p:cNvSpPr txBox="1"/>
          <p:nvPr/>
        </p:nvSpPr>
        <p:spPr>
          <a:xfrm>
            <a:off x="1093710" y="2867905"/>
            <a:ext cx="936104" cy="400110"/>
          </a:xfrm>
          <a:prstGeom prst="rect">
            <a:avLst/>
          </a:prstGeom>
          <a:noFill/>
        </p:spPr>
        <p:txBody>
          <a:bodyPr wrap="square" rtlCol="0">
            <a:spAutoFit/>
          </a:bodyPr>
          <a:lstStyle/>
          <a:p>
            <a:r>
              <a:rPr lang="de-DE" dirty="0"/>
              <a:t>....</a:t>
            </a:r>
          </a:p>
        </p:txBody>
      </p:sp>
      <p:cxnSp>
        <p:nvCxnSpPr>
          <p:cNvPr id="30" name="Gerade Verbindung 117">
            <a:extLst>
              <a:ext uri="{FF2B5EF4-FFF2-40B4-BE49-F238E27FC236}">
                <a16:creationId xmlns:a16="http://schemas.microsoft.com/office/drawing/2014/main" id="{AFBA36AD-F63D-8EF8-57A3-51C8A92115EF}"/>
              </a:ext>
            </a:extLst>
          </p:cNvPr>
          <p:cNvCxnSpPr/>
          <p:nvPr/>
        </p:nvCxnSpPr>
        <p:spPr bwMode="auto">
          <a:xfrm>
            <a:off x="7129525" y="3293765"/>
            <a:ext cx="71" cy="27504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1" name="Gerade Verbindung 118">
            <a:extLst>
              <a:ext uri="{FF2B5EF4-FFF2-40B4-BE49-F238E27FC236}">
                <a16:creationId xmlns:a16="http://schemas.microsoft.com/office/drawing/2014/main" id="{9BFD410A-9F13-73E6-0443-9A3097D1E289}"/>
              </a:ext>
            </a:extLst>
          </p:cNvPr>
          <p:cNvCxnSpPr/>
          <p:nvPr/>
        </p:nvCxnSpPr>
        <p:spPr bwMode="auto">
          <a:xfrm>
            <a:off x="8641982" y="3293765"/>
            <a:ext cx="968" cy="24862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2" name="Gerade Verbindung 121">
            <a:extLst>
              <a:ext uri="{FF2B5EF4-FFF2-40B4-BE49-F238E27FC236}">
                <a16:creationId xmlns:a16="http://schemas.microsoft.com/office/drawing/2014/main" id="{BCBC179A-9A9A-D851-AC2E-C64B51754C94}"/>
              </a:ext>
            </a:extLst>
          </p:cNvPr>
          <p:cNvCxnSpPr/>
          <p:nvPr/>
        </p:nvCxnSpPr>
        <p:spPr bwMode="auto">
          <a:xfrm flipH="1">
            <a:off x="10160902" y="3293765"/>
            <a:ext cx="71" cy="27652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3" name="Gleichschenkliges Dreieck 32">
            <a:extLst>
              <a:ext uri="{FF2B5EF4-FFF2-40B4-BE49-F238E27FC236}">
                <a16:creationId xmlns:a16="http://schemas.microsoft.com/office/drawing/2014/main" id="{C7064A71-45D5-1BA6-9FAF-9204139D0031}"/>
              </a:ext>
            </a:extLst>
          </p:cNvPr>
          <p:cNvSpPr/>
          <p:nvPr/>
        </p:nvSpPr>
        <p:spPr bwMode="auto">
          <a:xfrm rot="5400000">
            <a:off x="4627992" y="4624231"/>
            <a:ext cx="216024" cy="216024"/>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34" name="Rechteck 33">
            <a:extLst>
              <a:ext uri="{FF2B5EF4-FFF2-40B4-BE49-F238E27FC236}">
                <a16:creationId xmlns:a16="http://schemas.microsoft.com/office/drawing/2014/main" id="{53AB9170-FFB4-1DBE-4BF0-D2B132897E52}"/>
              </a:ext>
            </a:extLst>
          </p:cNvPr>
          <p:cNvSpPr/>
          <p:nvPr/>
        </p:nvSpPr>
        <p:spPr bwMode="auto">
          <a:xfrm>
            <a:off x="863118" y="4624231"/>
            <a:ext cx="755485" cy="216024"/>
          </a:xfrm>
          <a:prstGeom prst="rect">
            <a:avLst/>
          </a:prstGeom>
          <a:pattFill prst="ltUpDiag">
            <a:fgClr>
              <a:schemeClr val="tx1"/>
            </a:fgClr>
            <a:bgClr>
              <a:srgbClr val="93FF93"/>
            </a:bgClr>
          </a:patt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35" name="Rechteck 34">
            <a:extLst>
              <a:ext uri="{FF2B5EF4-FFF2-40B4-BE49-F238E27FC236}">
                <a16:creationId xmlns:a16="http://schemas.microsoft.com/office/drawing/2014/main" id="{EFC43A22-857A-0A2D-FBE5-D5D4B8F26DBB}"/>
              </a:ext>
            </a:extLst>
          </p:cNvPr>
          <p:cNvSpPr/>
          <p:nvPr/>
        </p:nvSpPr>
        <p:spPr bwMode="auto">
          <a:xfrm>
            <a:off x="1618604" y="4624231"/>
            <a:ext cx="1380948"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36" name="Textfeld 35">
            <a:extLst>
              <a:ext uri="{FF2B5EF4-FFF2-40B4-BE49-F238E27FC236}">
                <a16:creationId xmlns:a16="http://schemas.microsoft.com/office/drawing/2014/main" id="{1E7D7066-1E41-7A43-9B5B-770723084D68}"/>
              </a:ext>
            </a:extLst>
          </p:cNvPr>
          <p:cNvSpPr txBox="1"/>
          <p:nvPr/>
        </p:nvSpPr>
        <p:spPr>
          <a:xfrm>
            <a:off x="9446638" y="4549839"/>
            <a:ext cx="581880" cy="400110"/>
          </a:xfrm>
          <a:prstGeom prst="rect">
            <a:avLst/>
          </a:prstGeom>
          <a:noFill/>
        </p:spPr>
        <p:txBody>
          <a:bodyPr wrap="square" rtlCol="0">
            <a:spAutoFit/>
          </a:bodyPr>
          <a:lstStyle/>
          <a:p>
            <a:r>
              <a:rPr lang="de-DE" dirty="0"/>
              <a:t>....</a:t>
            </a:r>
          </a:p>
        </p:txBody>
      </p:sp>
      <p:sp>
        <p:nvSpPr>
          <p:cNvPr id="37" name="Geschweifte Klammer rechts 36">
            <a:extLst>
              <a:ext uri="{FF2B5EF4-FFF2-40B4-BE49-F238E27FC236}">
                <a16:creationId xmlns:a16="http://schemas.microsoft.com/office/drawing/2014/main" id="{1CDB68C7-A4FE-E291-26D6-125EFBC81A81}"/>
              </a:ext>
            </a:extLst>
          </p:cNvPr>
          <p:cNvSpPr/>
          <p:nvPr/>
        </p:nvSpPr>
        <p:spPr bwMode="auto">
          <a:xfrm rot="16200000">
            <a:off x="3759768" y="3705118"/>
            <a:ext cx="108012" cy="1628441"/>
          </a:xfrm>
          <a:prstGeom prst="rightBrace">
            <a:avLst>
              <a:gd name="adj1" fmla="val 30379"/>
              <a:gd name="adj2" fmla="val 50000"/>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38" name="Textfeld 37">
            <a:extLst>
              <a:ext uri="{FF2B5EF4-FFF2-40B4-BE49-F238E27FC236}">
                <a16:creationId xmlns:a16="http://schemas.microsoft.com/office/drawing/2014/main" id="{F946D462-DF8A-BC41-24B7-59254679DFB4}"/>
              </a:ext>
            </a:extLst>
          </p:cNvPr>
          <p:cNvSpPr txBox="1"/>
          <p:nvPr/>
        </p:nvSpPr>
        <p:spPr>
          <a:xfrm>
            <a:off x="3685998" y="4099679"/>
            <a:ext cx="2661306" cy="400110"/>
          </a:xfrm>
          <a:prstGeom prst="rect">
            <a:avLst/>
          </a:prstGeom>
          <a:noFill/>
        </p:spPr>
        <p:txBody>
          <a:bodyPr wrap="none" rtlCol="0">
            <a:spAutoFit/>
          </a:bodyPr>
          <a:lstStyle/>
          <a:p>
            <a:r>
              <a:rPr lang="en-US" dirty="0"/>
              <a:t>60 minutes left in shift</a:t>
            </a:r>
          </a:p>
        </p:txBody>
      </p:sp>
      <p:sp>
        <p:nvSpPr>
          <p:cNvPr id="39" name="Gleichschenkliges Dreieck 38">
            <a:extLst>
              <a:ext uri="{FF2B5EF4-FFF2-40B4-BE49-F238E27FC236}">
                <a16:creationId xmlns:a16="http://schemas.microsoft.com/office/drawing/2014/main" id="{8C752BFA-BF79-6175-F8C2-CECC611F5C64}"/>
              </a:ext>
            </a:extLst>
          </p:cNvPr>
          <p:cNvSpPr/>
          <p:nvPr/>
        </p:nvSpPr>
        <p:spPr bwMode="auto">
          <a:xfrm rot="16200000">
            <a:off x="7718445" y="4638177"/>
            <a:ext cx="216024" cy="216024"/>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40" name="Rechteck 39">
            <a:extLst>
              <a:ext uri="{FF2B5EF4-FFF2-40B4-BE49-F238E27FC236}">
                <a16:creationId xmlns:a16="http://schemas.microsoft.com/office/drawing/2014/main" id="{F4DDDB9B-1C29-5887-B813-B96941D61439}"/>
              </a:ext>
            </a:extLst>
          </p:cNvPr>
          <p:cNvSpPr/>
          <p:nvPr/>
        </p:nvSpPr>
        <p:spPr bwMode="auto">
          <a:xfrm>
            <a:off x="7934469" y="4637907"/>
            <a:ext cx="1512169" cy="216024"/>
          </a:xfrm>
          <a:prstGeom prst="rect">
            <a:avLst/>
          </a:prstGeom>
          <a:solidFill>
            <a:srgbClr val="FFA6FF"/>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41" name="Textfeld 40">
            <a:extLst>
              <a:ext uri="{FF2B5EF4-FFF2-40B4-BE49-F238E27FC236}">
                <a16:creationId xmlns:a16="http://schemas.microsoft.com/office/drawing/2014/main" id="{4C718D22-33A9-90AE-0202-C30118110894}"/>
              </a:ext>
            </a:extLst>
          </p:cNvPr>
          <p:cNvSpPr txBox="1"/>
          <p:nvPr/>
        </p:nvSpPr>
        <p:spPr>
          <a:xfrm>
            <a:off x="425389" y="4532188"/>
            <a:ext cx="884345" cy="400110"/>
          </a:xfrm>
          <a:prstGeom prst="rect">
            <a:avLst/>
          </a:prstGeom>
          <a:noFill/>
        </p:spPr>
        <p:txBody>
          <a:bodyPr wrap="square" rtlCol="0">
            <a:spAutoFit/>
          </a:bodyPr>
          <a:lstStyle/>
          <a:p>
            <a:r>
              <a:rPr lang="de-DE" dirty="0"/>
              <a:t>....</a:t>
            </a:r>
          </a:p>
        </p:txBody>
      </p:sp>
      <p:sp>
        <p:nvSpPr>
          <p:cNvPr id="42" name="Textfeld 41">
            <a:extLst>
              <a:ext uri="{FF2B5EF4-FFF2-40B4-BE49-F238E27FC236}">
                <a16:creationId xmlns:a16="http://schemas.microsoft.com/office/drawing/2014/main" id="{4F36A442-7374-819A-ED7E-B7CE04171E61}"/>
              </a:ext>
            </a:extLst>
          </p:cNvPr>
          <p:cNvSpPr txBox="1"/>
          <p:nvPr/>
        </p:nvSpPr>
        <p:spPr>
          <a:xfrm>
            <a:off x="6850721" y="3539520"/>
            <a:ext cx="734592" cy="354071"/>
          </a:xfrm>
          <a:prstGeom prst="rect">
            <a:avLst/>
          </a:prstGeom>
          <a:noFill/>
        </p:spPr>
        <p:txBody>
          <a:bodyPr wrap="square" rtlCol="0">
            <a:spAutoFit/>
          </a:bodyPr>
          <a:lstStyle/>
          <a:p>
            <a:r>
              <a:rPr lang="de-DE" dirty="0"/>
              <a:t>6:00</a:t>
            </a:r>
          </a:p>
        </p:txBody>
      </p:sp>
      <p:sp>
        <p:nvSpPr>
          <p:cNvPr id="43" name="Textfeld 42">
            <a:extLst>
              <a:ext uri="{FF2B5EF4-FFF2-40B4-BE49-F238E27FC236}">
                <a16:creationId xmlns:a16="http://schemas.microsoft.com/office/drawing/2014/main" id="{ABA38F95-4A2D-F426-9537-BF04B80E5C58}"/>
              </a:ext>
            </a:extLst>
          </p:cNvPr>
          <p:cNvSpPr txBox="1"/>
          <p:nvPr/>
        </p:nvSpPr>
        <p:spPr>
          <a:xfrm>
            <a:off x="8362889" y="3539520"/>
            <a:ext cx="734592" cy="354071"/>
          </a:xfrm>
          <a:prstGeom prst="rect">
            <a:avLst/>
          </a:prstGeom>
          <a:noFill/>
        </p:spPr>
        <p:txBody>
          <a:bodyPr wrap="square" rtlCol="0">
            <a:spAutoFit/>
          </a:bodyPr>
          <a:lstStyle/>
          <a:p>
            <a:r>
              <a:rPr lang="de-DE" dirty="0"/>
              <a:t>7:00</a:t>
            </a:r>
          </a:p>
        </p:txBody>
      </p:sp>
      <p:sp>
        <p:nvSpPr>
          <p:cNvPr id="44" name="Textfeld 43">
            <a:extLst>
              <a:ext uri="{FF2B5EF4-FFF2-40B4-BE49-F238E27FC236}">
                <a16:creationId xmlns:a16="http://schemas.microsoft.com/office/drawing/2014/main" id="{36AD45AF-7160-71D8-DD34-92413AE5A1DE}"/>
              </a:ext>
            </a:extLst>
          </p:cNvPr>
          <p:cNvSpPr txBox="1"/>
          <p:nvPr/>
        </p:nvSpPr>
        <p:spPr>
          <a:xfrm>
            <a:off x="9875057" y="3539520"/>
            <a:ext cx="734592" cy="354071"/>
          </a:xfrm>
          <a:prstGeom prst="rect">
            <a:avLst/>
          </a:prstGeom>
          <a:noFill/>
        </p:spPr>
        <p:txBody>
          <a:bodyPr wrap="square" rtlCol="0">
            <a:spAutoFit/>
          </a:bodyPr>
          <a:lstStyle/>
          <a:p>
            <a:r>
              <a:rPr lang="de-DE" dirty="0"/>
              <a:t>8:00</a:t>
            </a:r>
          </a:p>
        </p:txBody>
      </p:sp>
      <p:cxnSp>
        <p:nvCxnSpPr>
          <p:cNvPr id="45" name="Gerade Verbindung 166">
            <a:extLst>
              <a:ext uri="{FF2B5EF4-FFF2-40B4-BE49-F238E27FC236}">
                <a16:creationId xmlns:a16="http://schemas.microsoft.com/office/drawing/2014/main" id="{AC3D9054-7EF8-FEFB-B704-435397447D3D}"/>
              </a:ext>
            </a:extLst>
          </p:cNvPr>
          <p:cNvCxnSpPr/>
          <p:nvPr/>
        </p:nvCxnSpPr>
        <p:spPr bwMode="auto">
          <a:xfrm>
            <a:off x="6452019" y="5077884"/>
            <a:ext cx="4379927" cy="1477"/>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6" name="Gerade Verbindung 167">
            <a:extLst>
              <a:ext uri="{FF2B5EF4-FFF2-40B4-BE49-F238E27FC236}">
                <a16:creationId xmlns:a16="http://schemas.microsoft.com/office/drawing/2014/main" id="{A95A63FF-1EAA-9DA9-5FDF-9153303D9EB5}"/>
              </a:ext>
            </a:extLst>
          </p:cNvPr>
          <p:cNvCxnSpPr/>
          <p:nvPr/>
        </p:nvCxnSpPr>
        <p:spPr bwMode="auto">
          <a:xfrm flipH="1">
            <a:off x="862644" y="4940198"/>
            <a:ext cx="474" cy="24862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7" name="Gerade Verbindung 168">
            <a:extLst>
              <a:ext uri="{FF2B5EF4-FFF2-40B4-BE49-F238E27FC236}">
                <a16:creationId xmlns:a16="http://schemas.microsoft.com/office/drawing/2014/main" id="{2F64F750-6782-D70B-4A85-3D8B53D0C314}"/>
              </a:ext>
            </a:extLst>
          </p:cNvPr>
          <p:cNvCxnSpPr/>
          <p:nvPr/>
        </p:nvCxnSpPr>
        <p:spPr bwMode="auto">
          <a:xfrm flipH="1">
            <a:off x="2353322" y="4940198"/>
            <a:ext cx="1" cy="24862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1" name="Gerade Verbindung 172">
            <a:extLst>
              <a:ext uri="{FF2B5EF4-FFF2-40B4-BE49-F238E27FC236}">
                <a16:creationId xmlns:a16="http://schemas.microsoft.com/office/drawing/2014/main" id="{0F4A554C-6569-DC8A-73CB-991FE7849424}"/>
              </a:ext>
            </a:extLst>
          </p:cNvPr>
          <p:cNvCxnSpPr/>
          <p:nvPr/>
        </p:nvCxnSpPr>
        <p:spPr bwMode="auto">
          <a:xfrm>
            <a:off x="3866605" y="4940198"/>
            <a:ext cx="71" cy="24862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2" name="Gerade Verbindung 173">
            <a:extLst>
              <a:ext uri="{FF2B5EF4-FFF2-40B4-BE49-F238E27FC236}">
                <a16:creationId xmlns:a16="http://schemas.microsoft.com/office/drawing/2014/main" id="{2FD4E646-3E52-6DA7-20AD-738E6109DD47}"/>
              </a:ext>
            </a:extLst>
          </p:cNvPr>
          <p:cNvCxnSpPr/>
          <p:nvPr/>
        </p:nvCxnSpPr>
        <p:spPr bwMode="auto">
          <a:xfrm flipH="1">
            <a:off x="589583" y="5079362"/>
            <a:ext cx="4896615" cy="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3" name="Gerade Verbindung 174">
            <a:extLst>
              <a:ext uri="{FF2B5EF4-FFF2-40B4-BE49-F238E27FC236}">
                <a16:creationId xmlns:a16="http://schemas.microsoft.com/office/drawing/2014/main" id="{F32D3B49-0414-E301-CF3C-F65433A89206}"/>
              </a:ext>
            </a:extLst>
          </p:cNvPr>
          <p:cNvCxnSpPr/>
          <p:nvPr/>
        </p:nvCxnSpPr>
        <p:spPr bwMode="auto">
          <a:xfrm flipH="1">
            <a:off x="5486198" y="5079362"/>
            <a:ext cx="965821" cy="0"/>
          </a:xfrm>
          <a:prstGeom prst="line">
            <a:avLst/>
          </a:prstGeom>
          <a:noFill/>
          <a:ln w="28575"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4" name="Gerade Verbindung 175">
            <a:extLst>
              <a:ext uri="{FF2B5EF4-FFF2-40B4-BE49-F238E27FC236}">
                <a16:creationId xmlns:a16="http://schemas.microsoft.com/office/drawing/2014/main" id="{46D8A613-890B-0939-AA72-2CE0A890C99F}"/>
              </a:ext>
            </a:extLst>
          </p:cNvPr>
          <p:cNvCxnSpPr/>
          <p:nvPr/>
        </p:nvCxnSpPr>
        <p:spPr bwMode="auto">
          <a:xfrm>
            <a:off x="7129525" y="4940198"/>
            <a:ext cx="71" cy="27504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5" name="Gerade Verbindung 176">
            <a:extLst>
              <a:ext uri="{FF2B5EF4-FFF2-40B4-BE49-F238E27FC236}">
                <a16:creationId xmlns:a16="http://schemas.microsoft.com/office/drawing/2014/main" id="{89343C6B-4875-1878-4314-A5726019717A}"/>
              </a:ext>
            </a:extLst>
          </p:cNvPr>
          <p:cNvCxnSpPr/>
          <p:nvPr/>
        </p:nvCxnSpPr>
        <p:spPr bwMode="auto">
          <a:xfrm>
            <a:off x="8641982" y="4940198"/>
            <a:ext cx="968" cy="24862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 name="Gerade Verbindung 177">
            <a:extLst>
              <a:ext uri="{FF2B5EF4-FFF2-40B4-BE49-F238E27FC236}">
                <a16:creationId xmlns:a16="http://schemas.microsoft.com/office/drawing/2014/main" id="{05F6922E-27F0-3BD9-1DCC-0E0B5F8BE54C}"/>
              </a:ext>
            </a:extLst>
          </p:cNvPr>
          <p:cNvCxnSpPr/>
          <p:nvPr/>
        </p:nvCxnSpPr>
        <p:spPr bwMode="auto">
          <a:xfrm flipH="1">
            <a:off x="10160902" y="4940198"/>
            <a:ext cx="71" cy="27652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0" name="Rechteck 59">
            <a:extLst>
              <a:ext uri="{FF2B5EF4-FFF2-40B4-BE49-F238E27FC236}">
                <a16:creationId xmlns:a16="http://schemas.microsoft.com/office/drawing/2014/main" id="{47E24CAD-9F54-5F29-91B1-03A53309AF52}"/>
              </a:ext>
            </a:extLst>
          </p:cNvPr>
          <p:cNvSpPr/>
          <p:nvPr/>
        </p:nvSpPr>
        <p:spPr bwMode="auto">
          <a:xfrm>
            <a:off x="3002749" y="4624231"/>
            <a:ext cx="1625243" cy="216024"/>
          </a:xfrm>
          <a:prstGeom prst="rect">
            <a:avLst/>
          </a:prstGeom>
          <a:solidFill>
            <a:srgbClr val="FFA6FF"/>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61" name="Textfeld 60">
            <a:extLst>
              <a:ext uri="{FF2B5EF4-FFF2-40B4-BE49-F238E27FC236}">
                <a16:creationId xmlns:a16="http://schemas.microsoft.com/office/drawing/2014/main" id="{77EABD74-9CA0-CBFF-EF49-0FFFFB22275F}"/>
              </a:ext>
            </a:extLst>
          </p:cNvPr>
          <p:cNvSpPr txBox="1"/>
          <p:nvPr/>
        </p:nvSpPr>
        <p:spPr>
          <a:xfrm>
            <a:off x="561682" y="5145086"/>
            <a:ext cx="751176" cy="354071"/>
          </a:xfrm>
          <a:prstGeom prst="rect">
            <a:avLst/>
          </a:prstGeom>
          <a:noFill/>
        </p:spPr>
        <p:txBody>
          <a:bodyPr wrap="square" rtlCol="0">
            <a:spAutoFit/>
          </a:bodyPr>
          <a:lstStyle/>
          <a:p>
            <a:r>
              <a:rPr lang="de-DE" dirty="0"/>
              <a:t>17:00</a:t>
            </a:r>
          </a:p>
        </p:txBody>
      </p:sp>
      <p:sp>
        <p:nvSpPr>
          <p:cNvPr id="62" name="Textfeld 61">
            <a:extLst>
              <a:ext uri="{FF2B5EF4-FFF2-40B4-BE49-F238E27FC236}">
                <a16:creationId xmlns:a16="http://schemas.microsoft.com/office/drawing/2014/main" id="{62C06D21-D23C-924F-8158-0F9D369B287D}"/>
              </a:ext>
            </a:extLst>
          </p:cNvPr>
          <p:cNvSpPr txBox="1"/>
          <p:nvPr/>
        </p:nvSpPr>
        <p:spPr>
          <a:xfrm>
            <a:off x="2020482" y="5145086"/>
            <a:ext cx="734592" cy="354071"/>
          </a:xfrm>
          <a:prstGeom prst="rect">
            <a:avLst/>
          </a:prstGeom>
          <a:noFill/>
        </p:spPr>
        <p:txBody>
          <a:bodyPr wrap="square" rtlCol="0">
            <a:spAutoFit/>
          </a:bodyPr>
          <a:lstStyle/>
          <a:p>
            <a:r>
              <a:rPr lang="de-DE" dirty="0"/>
              <a:t>18:00</a:t>
            </a:r>
          </a:p>
        </p:txBody>
      </p:sp>
      <p:sp>
        <p:nvSpPr>
          <p:cNvPr id="63" name="Textfeld 62">
            <a:extLst>
              <a:ext uri="{FF2B5EF4-FFF2-40B4-BE49-F238E27FC236}">
                <a16:creationId xmlns:a16="http://schemas.microsoft.com/office/drawing/2014/main" id="{9E862340-FA59-9626-5868-705E3ED0BEC0}"/>
              </a:ext>
            </a:extLst>
          </p:cNvPr>
          <p:cNvSpPr txBox="1"/>
          <p:nvPr/>
        </p:nvSpPr>
        <p:spPr>
          <a:xfrm>
            <a:off x="3566213" y="5145086"/>
            <a:ext cx="734592" cy="354071"/>
          </a:xfrm>
          <a:prstGeom prst="rect">
            <a:avLst/>
          </a:prstGeom>
          <a:noFill/>
        </p:spPr>
        <p:txBody>
          <a:bodyPr wrap="square" rtlCol="0">
            <a:spAutoFit/>
          </a:bodyPr>
          <a:lstStyle/>
          <a:p>
            <a:r>
              <a:rPr lang="de-DE" dirty="0"/>
              <a:t>19:00</a:t>
            </a:r>
          </a:p>
        </p:txBody>
      </p:sp>
      <p:sp>
        <p:nvSpPr>
          <p:cNvPr id="64" name="Textfeld 63">
            <a:extLst>
              <a:ext uri="{FF2B5EF4-FFF2-40B4-BE49-F238E27FC236}">
                <a16:creationId xmlns:a16="http://schemas.microsoft.com/office/drawing/2014/main" id="{F80FB704-3F1D-3F29-42AF-0A78EA18F030}"/>
              </a:ext>
            </a:extLst>
          </p:cNvPr>
          <p:cNvSpPr txBox="1"/>
          <p:nvPr/>
        </p:nvSpPr>
        <p:spPr>
          <a:xfrm>
            <a:off x="6845018" y="5145086"/>
            <a:ext cx="734592" cy="354071"/>
          </a:xfrm>
          <a:prstGeom prst="rect">
            <a:avLst/>
          </a:prstGeom>
          <a:noFill/>
        </p:spPr>
        <p:txBody>
          <a:bodyPr wrap="square" rtlCol="0">
            <a:spAutoFit/>
          </a:bodyPr>
          <a:lstStyle/>
          <a:p>
            <a:r>
              <a:rPr lang="de-DE" dirty="0"/>
              <a:t>6:00</a:t>
            </a:r>
          </a:p>
        </p:txBody>
      </p:sp>
      <p:sp>
        <p:nvSpPr>
          <p:cNvPr id="65" name="Textfeld 64">
            <a:extLst>
              <a:ext uri="{FF2B5EF4-FFF2-40B4-BE49-F238E27FC236}">
                <a16:creationId xmlns:a16="http://schemas.microsoft.com/office/drawing/2014/main" id="{7D316D9C-A618-76B0-2272-A9EED26BE5FD}"/>
              </a:ext>
            </a:extLst>
          </p:cNvPr>
          <p:cNvSpPr txBox="1"/>
          <p:nvPr/>
        </p:nvSpPr>
        <p:spPr>
          <a:xfrm>
            <a:off x="8357186" y="5145086"/>
            <a:ext cx="734592" cy="354071"/>
          </a:xfrm>
          <a:prstGeom prst="rect">
            <a:avLst/>
          </a:prstGeom>
          <a:noFill/>
        </p:spPr>
        <p:txBody>
          <a:bodyPr wrap="square" rtlCol="0">
            <a:spAutoFit/>
          </a:bodyPr>
          <a:lstStyle/>
          <a:p>
            <a:r>
              <a:rPr lang="de-DE" dirty="0"/>
              <a:t>7:00</a:t>
            </a:r>
          </a:p>
        </p:txBody>
      </p:sp>
      <p:sp>
        <p:nvSpPr>
          <p:cNvPr id="66" name="Textfeld 65">
            <a:extLst>
              <a:ext uri="{FF2B5EF4-FFF2-40B4-BE49-F238E27FC236}">
                <a16:creationId xmlns:a16="http://schemas.microsoft.com/office/drawing/2014/main" id="{59E1DB7D-2A30-CA22-E4B5-1F4665ABB1CB}"/>
              </a:ext>
            </a:extLst>
          </p:cNvPr>
          <p:cNvSpPr txBox="1"/>
          <p:nvPr/>
        </p:nvSpPr>
        <p:spPr>
          <a:xfrm>
            <a:off x="9869354" y="5145086"/>
            <a:ext cx="734592" cy="354071"/>
          </a:xfrm>
          <a:prstGeom prst="rect">
            <a:avLst/>
          </a:prstGeom>
          <a:noFill/>
        </p:spPr>
        <p:txBody>
          <a:bodyPr wrap="square" rtlCol="0">
            <a:spAutoFit/>
          </a:bodyPr>
          <a:lstStyle/>
          <a:p>
            <a:r>
              <a:rPr lang="de-DE" dirty="0"/>
              <a:t>8:00</a:t>
            </a:r>
          </a:p>
        </p:txBody>
      </p:sp>
    </p:spTree>
    <p:extLst>
      <p:ext uri="{BB962C8B-B14F-4D97-AF65-F5344CB8AC3E}">
        <p14:creationId xmlns:p14="http://schemas.microsoft.com/office/powerpoint/2010/main" val="28185827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en-US" b="1" dirty="0"/>
              <a:t>Truck Treated As Idle</a:t>
            </a:r>
            <a:endParaRPr lang="de-DE" dirty="0"/>
          </a:p>
        </p:txBody>
      </p:sp>
      <mc:AlternateContent xmlns:mc="http://schemas.openxmlformats.org/markup-compatibility/2006">
        <mc:Choice xmlns:a14="http://schemas.microsoft.com/office/drawing/2010/main" Requires="a14">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49" y="1350963"/>
                <a:ext cx="10449983" cy="4445000"/>
              </a:xfrm>
            </p:spPr>
            <p:txBody>
              <a:bodyPr/>
              <a:lstStyle/>
              <a:p>
                <a:pPr algn="just">
                  <a:lnSpc>
                    <a:spcPts val="2900"/>
                  </a:lnSpc>
                </a:pPr>
                <a:r>
                  <a:rPr lang="en-US" b="0" dirty="0"/>
                  <a:t>A Truck will be treated as idle by the optimizer if the following condition is met.</a:t>
                </a:r>
              </a:p>
              <a:p>
                <a:pPr algn="just">
                  <a:lnSpc>
                    <a:spcPts val="2900"/>
                  </a:lnSpc>
                </a:pP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𝐿𝑎𝑠𝑡𝑃𝑟𝑜𝑝𝑜𝑠𝑎𝑙</m:t>
                      </m:r>
                      <m:r>
                        <a:rPr lang="de-DE" b="0" i="1" smtClean="0">
                          <a:latin typeface="Cambria Math" panose="02040503050406030204" pitchFamily="18" charset="0"/>
                        </a:rPr>
                        <m:t> − </m:t>
                      </m:r>
                      <m:r>
                        <a:rPr lang="de-DE" b="0" i="1" smtClean="0">
                          <a:latin typeface="Cambria Math" panose="02040503050406030204" pitchFamily="18" charset="0"/>
                        </a:rPr>
                        <m:t>𝑡𝑟𝑢𝑐𝑘𝑇𝑟𝑒𝑎𝑡𝑒𝑑𝐴𝑠𝐼𝑑𝑙𝑒</m:t>
                      </m:r>
                      <m:r>
                        <a:rPr lang="de-DE" b="0" i="1" smtClean="0">
                          <a:latin typeface="Cambria Math" panose="02040503050406030204" pitchFamily="18" charset="0"/>
                        </a:rPr>
                        <m:t> &lt; </m:t>
                      </m:r>
                      <m:r>
                        <a:rPr lang="de-DE" b="0" i="1" smtClean="0">
                          <a:latin typeface="Cambria Math" panose="02040503050406030204" pitchFamily="18" charset="0"/>
                        </a:rPr>
                        <m:t>𝑛𝑜𝑤</m:t>
                      </m:r>
                    </m:oMath>
                  </m:oMathPara>
                </a14:m>
                <a:endParaRPr lang="de-DE" dirty="0"/>
              </a:p>
              <a:p>
                <a:pPr algn="just">
                  <a:lnSpc>
                    <a:spcPts val="2900"/>
                  </a:lnSpc>
                </a:pPr>
                <a:r>
                  <a:rPr lang="en-US" b="0" dirty="0"/>
                  <a:t>The default is 7,200 seconds.</a:t>
                </a:r>
              </a:p>
            </p:txBody>
          </p:sp>
        </mc:Choice>
        <mc:Fallback>
          <p:sp>
            <p:nvSpPr>
              <p:cNvPr id="13" name="Inhaltsplatzhalter 12">
                <a:extLst>
                  <a:ext uri="{FF2B5EF4-FFF2-40B4-BE49-F238E27FC236}">
                    <a16:creationId xmlns:a16="http://schemas.microsoft.com/office/drawing/2014/main" id="{9EFE2027-5700-4C3D-BDF6-799D626AF7C2}"/>
                  </a:ext>
                </a:extLst>
              </p:cNvPr>
              <p:cNvSpPr>
                <a:spLocks noGrp="1" noRot="1" noChangeAspect="1" noMove="1" noResize="1" noEditPoints="1" noAdjustHandles="1" noChangeArrowheads="1" noChangeShapeType="1" noTextEdit="1"/>
              </p:cNvSpPr>
              <p:nvPr>
                <p:ph idx="1"/>
              </p:nvPr>
            </p:nvSpPr>
            <p:spPr>
              <a:xfrm>
                <a:off x="539749" y="1350963"/>
                <a:ext cx="10449983" cy="4445000"/>
              </a:xfrm>
              <a:blipFill>
                <a:blip r:embed="rId2"/>
                <a:stretch>
                  <a:fillRect l="-1400" t="-549"/>
                </a:stretch>
              </a:blipFill>
            </p:spPr>
            <p:txBody>
              <a:bodyPr/>
              <a:lstStyle/>
              <a:p>
                <a:r>
                  <a:rPr lang="de-DE">
                    <a:noFill/>
                  </a:rPr>
                  <a:t> </a:t>
                </a:r>
              </a:p>
            </p:txBody>
          </p:sp>
        </mc:Fallback>
      </mc:AlternateContent>
      <p:sp>
        <p:nvSpPr>
          <p:cNvPr id="4" name="Rechteck 3">
            <a:extLst>
              <a:ext uri="{FF2B5EF4-FFF2-40B4-BE49-F238E27FC236}">
                <a16:creationId xmlns:a16="http://schemas.microsoft.com/office/drawing/2014/main" id="{784F9B7D-E8E7-CE72-E6F0-F2B7E72CEAF1}"/>
              </a:ext>
            </a:extLst>
          </p:cNvPr>
          <p:cNvSpPr/>
          <p:nvPr/>
        </p:nvSpPr>
        <p:spPr bwMode="auto">
          <a:xfrm>
            <a:off x="1793096" y="5996419"/>
            <a:ext cx="216024" cy="216024"/>
          </a:xfrm>
          <a:prstGeom prst="rect">
            <a:avLst/>
          </a:prstGeom>
          <a:solidFill>
            <a:schemeClr val="bg1">
              <a:lumMod val="6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5" name="Textfeld 4">
            <a:extLst>
              <a:ext uri="{FF2B5EF4-FFF2-40B4-BE49-F238E27FC236}">
                <a16:creationId xmlns:a16="http://schemas.microsoft.com/office/drawing/2014/main" id="{50F42EDD-99A0-67F0-F71A-54BB1AFDE435}"/>
              </a:ext>
            </a:extLst>
          </p:cNvPr>
          <p:cNvSpPr txBox="1"/>
          <p:nvPr/>
        </p:nvSpPr>
        <p:spPr>
          <a:xfrm>
            <a:off x="2081128" y="5901295"/>
            <a:ext cx="2877330" cy="400110"/>
          </a:xfrm>
          <a:prstGeom prst="rect">
            <a:avLst/>
          </a:prstGeom>
          <a:noFill/>
        </p:spPr>
        <p:txBody>
          <a:bodyPr wrap="square" rtlCol="0">
            <a:spAutoFit/>
          </a:bodyPr>
          <a:lstStyle/>
          <a:p>
            <a:r>
              <a:rPr lang="en-US" dirty="0"/>
              <a:t>Finished Work</a:t>
            </a:r>
          </a:p>
        </p:txBody>
      </p:sp>
      <p:sp>
        <p:nvSpPr>
          <p:cNvPr id="6" name="Gleichschenkliges Dreieck 5">
            <a:extLst>
              <a:ext uri="{FF2B5EF4-FFF2-40B4-BE49-F238E27FC236}">
                <a16:creationId xmlns:a16="http://schemas.microsoft.com/office/drawing/2014/main" id="{9DDDFCE7-7B6A-5B85-7863-86BF69D344D0}"/>
              </a:ext>
            </a:extLst>
          </p:cNvPr>
          <p:cNvSpPr/>
          <p:nvPr/>
        </p:nvSpPr>
        <p:spPr bwMode="auto">
          <a:xfrm rot="16200000">
            <a:off x="2780271" y="4111425"/>
            <a:ext cx="216024" cy="216024"/>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cxnSp>
        <p:nvCxnSpPr>
          <p:cNvPr id="7" name="Gerade Verbindung 85">
            <a:extLst>
              <a:ext uri="{FF2B5EF4-FFF2-40B4-BE49-F238E27FC236}">
                <a16:creationId xmlns:a16="http://schemas.microsoft.com/office/drawing/2014/main" id="{E6F9C840-7B9A-5F3F-10EA-5302D7F231A4}"/>
              </a:ext>
            </a:extLst>
          </p:cNvPr>
          <p:cNvCxnSpPr/>
          <p:nvPr/>
        </p:nvCxnSpPr>
        <p:spPr bwMode="auto">
          <a:xfrm>
            <a:off x="2478270" y="4463951"/>
            <a:ext cx="0" cy="18785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8" name="Textfeld 7">
            <a:extLst>
              <a:ext uri="{FF2B5EF4-FFF2-40B4-BE49-F238E27FC236}">
                <a16:creationId xmlns:a16="http://schemas.microsoft.com/office/drawing/2014/main" id="{C90DAA8E-34CC-5924-B7AB-A30136A46718}"/>
              </a:ext>
            </a:extLst>
          </p:cNvPr>
          <p:cNvSpPr txBox="1"/>
          <p:nvPr/>
        </p:nvSpPr>
        <p:spPr>
          <a:xfrm>
            <a:off x="9117574" y="4607967"/>
            <a:ext cx="848618" cy="354071"/>
          </a:xfrm>
          <a:prstGeom prst="rect">
            <a:avLst/>
          </a:prstGeom>
          <a:noFill/>
        </p:spPr>
        <p:txBody>
          <a:bodyPr wrap="square" rtlCol="0">
            <a:spAutoFit/>
          </a:bodyPr>
          <a:lstStyle/>
          <a:p>
            <a:r>
              <a:rPr lang="de-DE" dirty="0"/>
              <a:t>Time</a:t>
            </a:r>
          </a:p>
        </p:txBody>
      </p:sp>
      <p:sp>
        <p:nvSpPr>
          <p:cNvPr id="9" name="Textfeld 8">
            <a:extLst>
              <a:ext uri="{FF2B5EF4-FFF2-40B4-BE49-F238E27FC236}">
                <a16:creationId xmlns:a16="http://schemas.microsoft.com/office/drawing/2014/main" id="{2F365706-E0DA-DDE3-8DF8-DB221BF16CA3}"/>
              </a:ext>
            </a:extLst>
          </p:cNvPr>
          <p:cNvSpPr txBox="1"/>
          <p:nvPr/>
        </p:nvSpPr>
        <p:spPr>
          <a:xfrm>
            <a:off x="1683132" y="4346890"/>
            <a:ext cx="327334" cy="400110"/>
          </a:xfrm>
          <a:prstGeom prst="rect">
            <a:avLst/>
          </a:prstGeom>
          <a:noFill/>
        </p:spPr>
        <p:txBody>
          <a:bodyPr wrap="none" rtlCol="0">
            <a:spAutoFit/>
          </a:bodyPr>
          <a:lstStyle/>
          <a:p>
            <a:r>
              <a:rPr lang="de-DE" dirty="0"/>
              <a:t>0</a:t>
            </a:r>
          </a:p>
        </p:txBody>
      </p:sp>
      <p:cxnSp>
        <p:nvCxnSpPr>
          <p:cNvPr id="10" name="Gerade Verbindung 104">
            <a:extLst>
              <a:ext uri="{FF2B5EF4-FFF2-40B4-BE49-F238E27FC236}">
                <a16:creationId xmlns:a16="http://schemas.microsoft.com/office/drawing/2014/main" id="{C2CBA07E-6463-A81B-4759-004655CEC307}"/>
              </a:ext>
            </a:extLst>
          </p:cNvPr>
          <p:cNvCxnSpPr/>
          <p:nvPr/>
        </p:nvCxnSpPr>
        <p:spPr bwMode="auto">
          <a:xfrm>
            <a:off x="4613090" y="4463951"/>
            <a:ext cx="0" cy="18785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 name="Gerade Verbindung 106">
            <a:extLst>
              <a:ext uri="{FF2B5EF4-FFF2-40B4-BE49-F238E27FC236}">
                <a16:creationId xmlns:a16="http://schemas.microsoft.com/office/drawing/2014/main" id="{C2E3F015-C404-7380-D341-968F66727528}"/>
              </a:ext>
            </a:extLst>
          </p:cNvPr>
          <p:cNvCxnSpPr/>
          <p:nvPr/>
        </p:nvCxnSpPr>
        <p:spPr bwMode="auto">
          <a:xfrm>
            <a:off x="6762994" y="4463951"/>
            <a:ext cx="0" cy="18785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4" name="Gerade Verbindung 84">
            <a:extLst>
              <a:ext uri="{FF2B5EF4-FFF2-40B4-BE49-F238E27FC236}">
                <a16:creationId xmlns:a16="http://schemas.microsoft.com/office/drawing/2014/main" id="{0C5D6987-07E2-7718-4CC0-C1A25E6CCA7F}"/>
              </a:ext>
            </a:extLst>
          </p:cNvPr>
          <p:cNvCxnSpPr/>
          <p:nvPr/>
        </p:nvCxnSpPr>
        <p:spPr bwMode="auto">
          <a:xfrm>
            <a:off x="2010466" y="4551928"/>
            <a:ext cx="7107108" cy="1"/>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5" name="Textfeld 14">
            <a:extLst>
              <a:ext uri="{FF2B5EF4-FFF2-40B4-BE49-F238E27FC236}">
                <a16:creationId xmlns:a16="http://schemas.microsoft.com/office/drawing/2014/main" id="{302EC8B4-B84C-BD45-7955-3E96FB6B3D6A}"/>
              </a:ext>
            </a:extLst>
          </p:cNvPr>
          <p:cNvSpPr txBox="1"/>
          <p:nvPr/>
        </p:nvSpPr>
        <p:spPr>
          <a:xfrm>
            <a:off x="2081128" y="4607860"/>
            <a:ext cx="844290" cy="354071"/>
          </a:xfrm>
          <a:prstGeom prst="rect">
            <a:avLst/>
          </a:prstGeom>
          <a:noFill/>
        </p:spPr>
        <p:txBody>
          <a:bodyPr wrap="square" rtlCol="0">
            <a:spAutoFit/>
          </a:bodyPr>
          <a:lstStyle/>
          <a:p>
            <a:r>
              <a:rPr lang="de-DE" dirty="0"/>
              <a:t>17:00</a:t>
            </a:r>
          </a:p>
        </p:txBody>
      </p:sp>
      <p:sp>
        <p:nvSpPr>
          <p:cNvPr id="16" name="Textfeld 15">
            <a:extLst>
              <a:ext uri="{FF2B5EF4-FFF2-40B4-BE49-F238E27FC236}">
                <a16:creationId xmlns:a16="http://schemas.microsoft.com/office/drawing/2014/main" id="{20A37123-724A-5089-A33E-BB088A08E48B}"/>
              </a:ext>
            </a:extLst>
          </p:cNvPr>
          <p:cNvSpPr txBox="1"/>
          <p:nvPr/>
        </p:nvSpPr>
        <p:spPr>
          <a:xfrm>
            <a:off x="4241368" y="4639798"/>
            <a:ext cx="825650" cy="354071"/>
          </a:xfrm>
          <a:prstGeom prst="rect">
            <a:avLst/>
          </a:prstGeom>
          <a:noFill/>
        </p:spPr>
        <p:txBody>
          <a:bodyPr wrap="square" rtlCol="0">
            <a:spAutoFit/>
          </a:bodyPr>
          <a:lstStyle/>
          <a:p>
            <a:r>
              <a:rPr lang="de-DE" dirty="0"/>
              <a:t>18:00</a:t>
            </a:r>
          </a:p>
        </p:txBody>
      </p:sp>
      <p:sp>
        <p:nvSpPr>
          <p:cNvPr id="17" name="Textfeld 16">
            <a:extLst>
              <a:ext uri="{FF2B5EF4-FFF2-40B4-BE49-F238E27FC236}">
                <a16:creationId xmlns:a16="http://schemas.microsoft.com/office/drawing/2014/main" id="{3D22E8F8-BEAC-B917-A830-90164B2A6C89}"/>
              </a:ext>
            </a:extLst>
          </p:cNvPr>
          <p:cNvSpPr txBox="1"/>
          <p:nvPr/>
        </p:nvSpPr>
        <p:spPr>
          <a:xfrm>
            <a:off x="6401608" y="4607860"/>
            <a:ext cx="861654" cy="354071"/>
          </a:xfrm>
          <a:prstGeom prst="rect">
            <a:avLst/>
          </a:prstGeom>
          <a:noFill/>
        </p:spPr>
        <p:txBody>
          <a:bodyPr wrap="square" rtlCol="0">
            <a:spAutoFit/>
          </a:bodyPr>
          <a:lstStyle/>
          <a:p>
            <a:r>
              <a:rPr lang="de-DE" dirty="0"/>
              <a:t>19:00</a:t>
            </a:r>
          </a:p>
        </p:txBody>
      </p:sp>
      <p:sp>
        <p:nvSpPr>
          <p:cNvPr id="18" name="Rechteck 17">
            <a:extLst>
              <a:ext uri="{FF2B5EF4-FFF2-40B4-BE49-F238E27FC236}">
                <a16:creationId xmlns:a16="http://schemas.microsoft.com/office/drawing/2014/main" id="{C33D2204-B09B-9520-2A78-60605008EFF0}"/>
              </a:ext>
            </a:extLst>
          </p:cNvPr>
          <p:cNvSpPr/>
          <p:nvPr/>
        </p:nvSpPr>
        <p:spPr bwMode="auto">
          <a:xfrm>
            <a:off x="2996294" y="4110306"/>
            <a:ext cx="2088831" cy="216024"/>
          </a:xfrm>
          <a:prstGeom prst="rect">
            <a:avLst/>
          </a:prstGeom>
          <a:solidFill>
            <a:schemeClr val="bg1">
              <a:lumMod val="6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9" name="Textfeld 18">
            <a:extLst>
              <a:ext uri="{FF2B5EF4-FFF2-40B4-BE49-F238E27FC236}">
                <a16:creationId xmlns:a16="http://schemas.microsoft.com/office/drawing/2014/main" id="{B9F71E62-6AC5-9D2D-81D3-1E58A03B39EB}"/>
              </a:ext>
            </a:extLst>
          </p:cNvPr>
          <p:cNvSpPr txBox="1"/>
          <p:nvPr/>
        </p:nvSpPr>
        <p:spPr>
          <a:xfrm>
            <a:off x="5949222" y="2767697"/>
            <a:ext cx="1440161" cy="400110"/>
          </a:xfrm>
          <a:prstGeom prst="rect">
            <a:avLst/>
          </a:prstGeom>
          <a:noFill/>
        </p:spPr>
        <p:txBody>
          <a:bodyPr wrap="square" rtlCol="0">
            <a:spAutoFit/>
          </a:bodyPr>
          <a:lstStyle/>
          <a:p>
            <a:r>
              <a:rPr lang="en-US" dirty="0"/>
              <a:t>now</a:t>
            </a:r>
          </a:p>
        </p:txBody>
      </p:sp>
      <p:sp>
        <p:nvSpPr>
          <p:cNvPr id="20" name="Rechteck 19">
            <a:extLst>
              <a:ext uri="{FF2B5EF4-FFF2-40B4-BE49-F238E27FC236}">
                <a16:creationId xmlns:a16="http://schemas.microsoft.com/office/drawing/2014/main" id="{DF74E57D-F4D1-5E6C-A36B-23F13E49E8B1}"/>
              </a:ext>
            </a:extLst>
          </p:cNvPr>
          <p:cNvSpPr/>
          <p:nvPr/>
        </p:nvSpPr>
        <p:spPr bwMode="auto">
          <a:xfrm>
            <a:off x="5085125" y="4110307"/>
            <a:ext cx="755485" cy="216024"/>
          </a:xfrm>
          <a:prstGeom prst="rect">
            <a:avLst/>
          </a:prstGeom>
          <a:solidFill>
            <a:schemeClr val="bg1">
              <a:lumMod val="6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1" name="Rechteck 20">
            <a:extLst>
              <a:ext uri="{FF2B5EF4-FFF2-40B4-BE49-F238E27FC236}">
                <a16:creationId xmlns:a16="http://schemas.microsoft.com/office/drawing/2014/main" id="{899DA9D3-D1FE-F5BD-CE6B-3ACA65996247}"/>
              </a:ext>
            </a:extLst>
          </p:cNvPr>
          <p:cNvSpPr/>
          <p:nvPr/>
        </p:nvSpPr>
        <p:spPr bwMode="auto">
          <a:xfrm>
            <a:off x="5840611" y="4110307"/>
            <a:ext cx="690474"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2" name="Rechteck 21">
            <a:extLst>
              <a:ext uri="{FF2B5EF4-FFF2-40B4-BE49-F238E27FC236}">
                <a16:creationId xmlns:a16="http://schemas.microsoft.com/office/drawing/2014/main" id="{656B7153-FB8B-D255-30FD-D385792502B9}"/>
              </a:ext>
            </a:extLst>
          </p:cNvPr>
          <p:cNvSpPr/>
          <p:nvPr/>
        </p:nvSpPr>
        <p:spPr bwMode="auto">
          <a:xfrm>
            <a:off x="6531085" y="4110305"/>
            <a:ext cx="354241" cy="216025"/>
          </a:xfrm>
          <a:prstGeom prst="rect">
            <a:avLst/>
          </a:prstGeom>
          <a:solidFill>
            <a:srgbClr val="FFA6FF"/>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cxnSp>
        <p:nvCxnSpPr>
          <p:cNvPr id="23" name="Gerade Verbindung 126">
            <a:extLst>
              <a:ext uri="{FF2B5EF4-FFF2-40B4-BE49-F238E27FC236}">
                <a16:creationId xmlns:a16="http://schemas.microsoft.com/office/drawing/2014/main" id="{077A13B9-33A6-0052-585C-7CB54A15EB27}"/>
              </a:ext>
            </a:extLst>
          </p:cNvPr>
          <p:cNvCxnSpPr/>
          <p:nvPr/>
        </p:nvCxnSpPr>
        <p:spPr bwMode="auto">
          <a:xfrm>
            <a:off x="6270816" y="3149635"/>
            <a:ext cx="0" cy="1858442"/>
          </a:xfrm>
          <a:prstGeom prst="line">
            <a:avLst/>
          </a:prstGeom>
          <a:noFill/>
          <a:ln w="2857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4" name="Rechteck 23">
            <a:extLst>
              <a:ext uri="{FF2B5EF4-FFF2-40B4-BE49-F238E27FC236}">
                <a16:creationId xmlns:a16="http://schemas.microsoft.com/office/drawing/2014/main" id="{DBB4B569-7D53-C1C4-7F4C-FC327368475B}"/>
              </a:ext>
            </a:extLst>
          </p:cNvPr>
          <p:cNvSpPr/>
          <p:nvPr/>
        </p:nvSpPr>
        <p:spPr bwMode="auto">
          <a:xfrm>
            <a:off x="4097352" y="5988952"/>
            <a:ext cx="216024"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5" name="Rechteck 24">
            <a:extLst>
              <a:ext uri="{FF2B5EF4-FFF2-40B4-BE49-F238E27FC236}">
                <a16:creationId xmlns:a16="http://schemas.microsoft.com/office/drawing/2014/main" id="{BAA3C8C1-05F7-8DC2-8E8B-AF5809F172FC}"/>
              </a:ext>
            </a:extLst>
          </p:cNvPr>
          <p:cNvSpPr/>
          <p:nvPr/>
        </p:nvSpPr>
        <p:spPr bwMode="auto">
          <a:xfrm>
            <a:off x="7530956" y="5987776"/>
            <a:ext cx="242321" cy="212214"/>
          </a:xfrm>
          <a:prstGeom prst="rect">
            <a:avLst/>
          </a:prstGeom>
          <a:solidFill>
            <a:srgbClr val="FFA6FF"/>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6" name="Textfeld 25">
            <a:extLst>
              <a:ext uri="{FF2B5EF4-FFF2-40B4-BE49-F238E27FC236}">
                <a16:creationId xmlns:a16="http://schemas.microsoft.com/office/drawing/2014/main" id="{89B35A87-7B64-5E27-4DC4-9E193C2FA93F}"/>
              </a:ext>
            </a:extLst>
          </p:cNvPr>
          <p:cNvSpPr txBox="1"/>
          <p:nvPr/>
        </p:nvSpPr>
        <p:spPr>
          <a:xfrm>
            <a:off x="4385384" y="5893828"/>
            <a:ext cx="2877330" cy="400110"/>
          </a:xfrm>
          <a:prstGeom prst="rect">
            <a:avLst/>
          </a:prstGeom>
          <a:noFill/>
        </p:spPr>
        <p:txBody>
          <a:bodyPr wrap="square" rtlCol="0">
            <a:spAutoFit/>
          </a:bodyPr>
          <a:lstStyle/>
          <a:p>
            <a:r>
              <a:rPr lang="de-DE" dirty="0"/>
              <a:t>Load – Drive – Unload</a:t>
            </a:r>
          </a:p>
        </p:txBody>
      </p:sp>
      <p:sp>
        <p:nvSpPr>
          <p:cNvPr id="27" name="Textfeld 26">
            <a:extLst>
              <a:ext uri="{FF2B5EF4-FFF2-40B4-BE49-F238E27FC236}">
                <a16:creationId xmlns:a16="http://schemas.microsoft.com/office/drawing/2014/main" id="{C9D53FB2-AE38-9A25-494C-D4151B9829D9}"/>
              </a:ext>
            </a:extLst>
          </p:cNvPr>
          <p:cNvSpPr txBox="1"/>
          <p:nvPr/>
        </p:nvSpPr>
        <p:spPr>
          <a:xfrm>
            <a:off x="7971013" y="5893828"/>
            <a:ext cx="2316037" cy="400110"/>
          </a:xfrm>
          <a:prstGeom prst="rect">
            <a:avLst/>
          </a:prstGeom>
          <a:noFill/>
        </p:spPr>
        <p:txBody>
          <a:bodyPr wrap="square" rtlCol="0">
            <a:spAutoFit/>
          </a:bodyPr>
          <a:lstStyle/>
          <a:p>
            <a:r>
              <a:rPr lang="de-DE" dirty="0" err="1"/>
              <a:t>Predrive</a:t>
            </a:r>
            <a:endParaRPr lang="de-DE" dirty="0"/>
          </a:p>
        </p:txBody>
      </p:sp>
      <p:sp>
        <p:nvSpPr>
          <p:cNvPr id="28" name="Geschweifte Klammer rechts 27">
            <a:extLst>
              <a:ext uri="{FF2B5EF4-FFF2-40B4-BE49-F238E27FC236}">
                <a16:creationId xmlns:a16="http://schemas.microsoft.com/office/drawing/2014/main" id="{84C2E323-ADFF-2B0C-5F90-971E532FC22C}"/>
              </a:ext>
            </a:extLst>
          </p:cNvPr>
          <p:cNvSpPr/>
          <p:nvPr/>
        </p:nvSpPr>
        <p:spPr bwMode="auto">
          <a:xfrm rot="5400000">
            <a:off x="7223798" y="4114281"/>
            <a:ext cx="220714" cy="2126678"/>
          </a:xfrm>
          <a:prstGeom prst="rightBrace">
            <a:avLst>
              <a:gd name="adj1" fmla="val 25000"/>
              <a:gd name="adj2" fmla="val 50000"/>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9" name="Textfeld 28">
            <a:extLst>
              <a:ext uri="{FF2B5EF4-FFF2-40B4-BE49-F238E27FC236}">
                <a16:creationId xmlns:a16="http://schemas.microsoft.com/office/drawing/2014/main" id="{1130E7FB-2ECE-D23D-EFC7-663BDEE4ED39}"/>
              </a:ext>
            </a:extLst>
          </p:cNvPr>
          <p:cNvSpPr txBox="1"/>
          <p:nvPr/>
        </p:nvSpPr>
        <p:spPr>
          <a:xfrm>
            <a:off x="6065571" y="5287977"/>
            <a:ext cx="2666820" cy="400110"/>
          </a:xfrm>
          <a:prstGeom prst="rect">
            <a:avLst/>
          </a:prstGeom>
          <a:noFill/>
        </p:spPr>
        <p:txBody>
          <a:bodyPr wrap="none" rtlCol="0">
            <a:spAutoFit/>
          </a:bodyPr>
          <a:lstStyle/>
          <a:p>
            <a:r>
              <a:rPr lang="en-US" dirty="0"/>
              <a:t>Truck Treated As Idle</a:t>
            </a:r>
          </a:p>
        </p:txBody>
      </p:sp>
      <p:cxnSp>
        <p:nvCxnSpPr>
          <p:cNvPr id="30" name="Gerade Verbindung 126">
            <a:extLst>
              <a:ext uri="{FF2B5EF4-FFF2-40B4-BE49-F238E27FC236}">
                <a16:creationId xmlns:a16="http://schemas.microsoft.com/office/drawing/2014/main" id="{4F51AD06-A7EE-1AD9-86FA-72BC1C349D15}"/>
              </a:ext>
            </a:extLst>
          </p:cNvPr>
          <p:cNvCxnSpPr/>
          <p:nvPr/>
        </p:nvCxnSpPr>
        <p:spPr bwMode="auto">
          <a:xfrm>
            <a:off x="6893087" y="2693486"/>
            <a:ext cx="0" cy="1858442"/>
          </a:xfrm>
          <a:prstGeom prst="line">
            <a:avLst/>
          </a:prstGeom>
          <a:noFill/>
          <a:ln w="2857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1" name="Textfeld 30">
            <a:extLst>
              <a:ext uri="{FF2B5EF4-FFF2-40B4-BE49-F238E27FC236}">
                <a16:creationId xmlns:a16="http://schemas.microsoft.com/office/drawing/2014/main" id="{1DE010DA-5BC7-46C5-CCC3-9F12635B246E}"/>
              </a:ext>
            </a:extLst>
          </p:cNvPr>
          <p:cNvSpPr txBox="1"/>
          <p:nvPr/>
        </p:nvSpPr>
        <p:spPr>
          <a:xfrm>
            <a:off x="6614074" y="2298777"/>
            <a:ext cx="1855428" cy="400110"/>
          </a:xfrm>
          <a:prstGeom prst="rect">
            <a:avLst/>
          </a:prstGeom>
          <a:noFill/>
        </p:spPr>
        <p:txBody>
          <a:bodyPr wrap="square" rtlCol="0">
            <a:spAutoFit/>
          </a:bodyPr>
          <a:lstStyle/>
          <a:p>
            <a:r>
              <a:rPr lang="en-US" dirty="0"/>
              <a:t>Last proposal</a:t>
            </a:r>
          </a:p>
        </p:txBody>
      </p:sp>
    </p:spTree>
    <p:extLst>
      <p:ext uri="{BB962C8B-B14F-4D97-AF65-F5344CB8AC3E}">
        <p14:creationId xmlns:p14="http://schemas.microsoft.com/office/powerpoint/2010/main" val="40231577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en-US" b="1" dirty="0"/>
              <a:t>Truck Treated As Idle</a:t>
            </a:r>
            <a:endParaRPr lang="de-DE" dirty="0"/>
          </a:p>
        </p:txBody>
      </p:sp>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49" y="1350963"/>
            <a:ext cx="10449983" cy="4445000"/>
          </a:xfrm>
        </p:spPr>
        <p:txBody>
          <a:bodyPr/>
          <a:lstStyle/>
          <a:p>
            <a:pPr>
              <a:lnSpc>
                <a:spcPct val="120000"/>
              </a:lnSpc>
            </a:pPr>
            <a:r>
              <a:rPr lang="en-US" b="0" dirty="0"/>
              <a:t>The cost benefit will start a 0 when the optimizer starts to handle the truck as idle and grows linear. The benefit will reach the maximal value when the truck is actually idle. </a:t>
            </a:r>
            <a:endParaRPr lang="en-US" b="0" dirty="0">
              <a:cs typeface="Courier New" panose="02070309020205020404" pitchFamily="49" charset="0"/>
            </a:endParaRPr>
          </a:p>
        </p:txBody>
      </p:sp>
      <p:sp>
        <p:nvSpPr>
          <p:cNvPr id="4" name="Rechteck 3">
            <a:extLst>
              <a:ext uri="{FF2B5EF4-FFF2-40B4-BE49-F238E27FC236}">
                <a16:creationId xmlns:a16="http://schemas.microsoft.com/office/drawing/2014/main" id="{00A35C25-D9DD-F4E9-A2E0-A310BB7383DB}"/>
              </a:ext>
            </a:extLst>
          </p:cNvPr>
          <p:cNvSpPr/>
          <p:nvPr/>
        </p:nvSpPr>
        <p:spPr bwMode="auto">
          <a:xfrm>
            <a:off x="1159985" y="5871099"/>
            <a:ext cx="216024" cy="216024"/>
          </a:xfrm>
          <a:prstGeom prst="rect">
            <a:avLst/>
          </a:prstGeom>
          <a:solidFill>
            <a:schemeClr val="bg1">
              <a:lumMod val="6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5" name="Textfeld 4">
            <a:extLst>
              <a:ext uri="{FF2B5EF4-FFF2-40B4-BE49-F238E27FC236}">
                <a16:creationId xmlns:a16="http://schemas.microsoft.com/office/drawing/2014/main" id="{F0450104-1197-CA51-6C64-1A22C1E01559}"/>
              </a:ext>
            </a:extLst>
          </p:cNvPr>
          <p:cNvSpPr txBox="1"/>
          <p:nvPr/>
        </p:nvSpPr>
        <p:spPr>
          <a:xfrm>
            <a:off x="1448017" y="5775975"/>
            <a:ext cx="2877330" cy="400110"/>
          </a:xfrm>
          <a:prstGeom prst="rect">
            <a:avLst/>
          </a:prstGeom>
          <a:noFill/>
        </p:spPr>
        <p:txBody>
          <a:bodyPr wrap="square" rtlCol="0">
            <a:spAutoFit/>
          </a:bodyPr>
          <a:lstStyle/>
          <a:p>
            <a:r>
              <a:rPr lang="en-US" dirty="0"/>
              <a:t>Finished Work</a:t>
            </a:r>
          </a:p>
        </p:txBody>
      </p:sp>
      <p:sp>
        <p:nvSpPr>
          <p:cNvPr id="6" name="Gleichschenkliges Dreieck 5">
            <a:extLst>
              <a:ext uri="{FF2B5EF4-FFF2-40B4-BE49-F238E27FC236}">
                <a16:creationId xmlns:a16="http://schemas.microsoft.com/office/drawing/2014/main" id="{D64A5784-099E-FB43-7AD4-94FE0A03165C}"/>
              </a:ext>
            </a:extLst>
          </p:cNvPr>
          <p:cNvSpPr/>
          <p:nvPr/>
        </p:nvSpPr>
        <p:spPr bwMode="auto">
          <a:xfrm rot="16200000">
            <a:off x="2469948" y="4227843"/>
            <a:ext cx="216024" cy="216024"/>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cxnSp>
        <p:nvCxnSpPr>
          <p:cNvPr id="7" name="Gerade Verbindung 85">
            <a:extLst>
              <a:ext uri="{FF2B5EF4-FFF2-40B4-BE49-F238E27FC236}">
                <a16:creationId xmlns:a16="http://schemas.microsoft.com/office/drawing/2014/main" id="{372DDCC1-AE7B-36BB-5D1A-CCF99DF1F880}"/>
              </a:ext>
            </a:extLst>
          </p:cNvPr>
          <p:cNvCxnSpPr/>
          <p:nvPr/>
        </p:nvCxnSpPr>
        <p:spPr bwMode="auto">
          <a:xfrm>
            <a:off x="2167947" y="4580369"/>
            <a:ext cx="0" cy="18785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8" name="Textfeld 7">
            <a:extLst>
              <a:ext uri="{FF2B5EF4-FFF2-40B4-BE49-F238E27FC236}">
                <a16:creationId xmlns:a16="http://schemas.microsoft.com/office/drawing/2014/main" id="{C50844FE-03D0-D976-7B3B-E328F7AEE894}"/>
              </a:ext>
            </a:extLst>
          </p:cNvPr>
          <p:cNvSpPr txBox="1"/>
          <p:nvPr/>
        </p:nvSpPr>
        <p:spPr>
          <a:xfrm>
            <a:off x="8807251" y="4724385"/>
            <a:ext cx="720080" cy="354071"/>
          </a:xfrm>
          <a:prstGeom prst="rect">
            <a:avLst/>
          </a:prstGeom>
          <a:noFill/>
        </p:spPr>
        <p:txBody>
          <a:bodyPr wrap="square" rtlCol="0">
            <a:spAutoFit/>
          </a:bodyPr>
          <a:lstStyle/>
          <a:p>
            <a:r>
              <a:rPr lang="de-DE" dirty="0"/>
              <a:t>Time</a:t>
            </a:r>
          </a:p>
        </p:txBody>
      </p:sp>
      <p:sp>
        <p:nvSpPr>
          <p:cNvPr id="9" name="Textfeld 8">
            <a:extLst>
              <a:ext uri="{FF2B5EF4-FFF2-40B4-BE49-F238E27FC236}">
                <a16:creationId xmlns:a16="http://schemas.microsoft.com/office/drawing/2014/main" id="{F5D410C9-495E-4CC7-7ED9-2EE2CE313FBE}"/>
              </a:ext>
            </a:extLst>
          </p:cNvPr>
          <p:cNvSpPr txBox="1"/>
          <p:nvPr/>
        </p:nvSpPr>
        <p:spPr>
          <a:xfrm>
            <a:off x="1372809" y="4463308"/>
            <a:ext cx="327334" cy="400110"/>
          </a:xfrm>
          <a:prstGeom prst="rect">
            <a:avLst/>
          </a:prstGeom>
          <a:noFill/>
        </p:spPr>
        <p:txBody>
          <a:bodyPr wrap="none" rtlCol="0">
            <a:spAutoFit/>
          </a:bodyPr>
          <a:lstStyle/>
          <a:p>
            <a:r>
              <a:rPr lang="de-DE" dirty="0"/>
              <a:t>0</a:t>
            </a:r>
          </a:p>
        </p:txBody>
      </p:sp>
      <p:cxnSp>
        <p:nvCxnSpPr>
          <p:cNvPr id="10" name="Gerade Verbindung 104">
            <a:extLst>
              <a:ext uri="{FF2B5EF4-FFF2-40B4-BE49-F238E27FC236}">
                <a16:creationId xmlns:a16="http://schemas.microsoft.com/office/drawing/2014/main" id="{6A63FD1F-8EE4-C741-3ED8-1EEA70FF4E48}"/>
              </a:ext>
            </a:extLst>
          </p:cNvPr>
          <p:cNvCxnSpPr/>
          <p:nvPr/>
        </p:nvCxnSpPr>
        <p:spPr bwMode="auto">
          <a:xfrm>
            <a:off x="4302767" y="4580369"/>
            <a:ext cx="0" cy="18785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 name="Gerade Verbindung 106">
            <a:extLst>
              <a:ext uri="{FF2B5EF4-FFF2-40B4-BE49-F238E27FC236}">
                <a16:creationId xmlns:a16="http://schemas.microsoft.com/office/drawing/2014/main" id="{6D9895BF-27E3-346B-1E87-73F9A02DFDDA}"/>
              </a:ext>
            </a:extLst>
          </p:cNvPr>
          <p:cNvCxnSpPr/>
          <p:nvPr/>
        </p:nvCxnSpPr>
        <p:spPr bwMode="auto">
          <a:xfrm>
            <a:off x="6452671" y="4580369"/>
            <a:ext cx="0" cy="18785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4" name="Textfeld 13">
            <a:extLst>
              <a:ext uri="{FF2B5EF4-FFF2-40B4-BE49-F238E27FC236}">
                <a16:creationId xmlns:a16="http://schemas.microsoft.com/office/drawing/2014/main" id="{D170B9FA-8DD7-9605-3CD4-D40ADC1624AA}"/>
              </a:ext>
            </a:extLst>
          </p:cNvPr>
          <p:cNvSpPr txBox="1"/>
          <p:nvPr/>
        </p:nvSpPr>
        <p:spPr>
          <a:xfrm>
            <a:off x="1816277" y="4742965"/>
            <a:ext cx="844290" cy="354071"/>
          </a:xfrm>
          <a:prstGeom prst="rect">
            <a:avLst/>
          </a:prstGeom>
          <a:noFill/>
        </p:spPr>
        <p:txBody>
          <a:bodyPr wrap="square" rtlCol="0">
            <a:spAutoFit/>
          </a:bodyPr>
          <a:lstStyle/>
          <a:p>
            <a:r>
              <a:rPr lang="de-DE" dirty="0"/>
              <a:t>17:00</a:t>
            </a:r>
          </a:p>
        </p:txBody>
      </p:sp>
      <p:sp>
        <p:nvSpPr>
          <p:cNvPr id="15" name="Textfeld 14">
            <a:extLst>
              <a:ext uri="{FF2B5EF4-FFF2-40B4-BE49-F238E27FC236}">
                <a16:creationId xmlns:a16="http://schemas.microsoft.com/office/drawing/2014/main" id="{4425ED16-E59F-9BD4-61DB-FE5206B4C71D}"/>
              </a:ext>
            </a:extLst>
          </p:cNvPr>
          <p:cNvSpPr txBox="1"/>
          <p:nvPr/>
        </p:nvSpPr>
        <p:spPr>
          <a:xfrm>
            <a:off x="3954354" y="4744240"/>
            <a:ext cx="825650" cy="354071"/>
          </a:xfrm>
          <a:prstGeom prst="rect">
            <a:avLst/>
          </a:prstGeom>
          <a:noFill/>
        </p:spPr>
        <p:txBody>
          <a:bodyPr wrap="square" rtlCol="0">
            <a:spAutoFit/>
          </a:bodyPr>
          <a:lstStyle/>
          <a:p>
            <a:r>
              <a:rPr lang="de-DE" dirty="0"/>
              <a:t>18:00</a:t>
            </a:r>
          </a:p>
        </p:txBody>
      </p:sp>
      <p:sp>
        <p:nvSpPr>
          <p:cNvPr id="16" name="Textfeld 15">
            <a:extLst>
              <a:ext uri="{FF2B5EF4-FFF2-40B4-BE49-F238E27FC236}">
                <a16:creationId xmlns:a16="http://schemas.microsoft.com/office/drawing/2014/main" id="{DAE86262-A500-D234-9ADB-2026FDDFFCA1}"/>
              </a:ext>
            </a:extLst>
          </p:cNvPr>
          <p:cNvSpPr txBox="1"/>
          <p:nvPr/>
        </p:nvSpPr>
        <p:spPr>
          <a:xfrm>
            <a:off x="6114594" y="4712302"/>
            <a:ext cx="870496" cy="354071"/>
          </a:xfrm>
          <a:prstGeom prst="rect">
            <a:avLst/>
          </a:prstGeom>
          <a:noFill/>
        </p:spPr>
        <p:txBody>
          <a:bodyPr wrap="square" rtlCol="0">
            <a:spAutoFit/>
          </a:bodyPr>
          <a:lstStyle/>
          <a:p>
            <a:r>
              <a:rPr lang="de-DE" dirty="0"/>
              <a:t>19:00</a:t>
            </a:r>
          </a:p>
        </p:txBody>
      </p:sp>
      <p:sp>
        <p:nvSpPr>
          <p:cNvPr id="17" name="Textfeld 16">
            <a:extLst>
              <a:ext uri="{FF2B5EF4-FFF2-40B4-BE49-F238E27FC236}">
                <a16:creationId xmlns:a16="http://schemas.microsoft.com/office/drawing/2014/main" id="{7FB223BA-3A96-BCAD-50B8-9D876BB3720E}"/>
              </a:ext>
            </a:extLst>
          </p:cNvPr>
          <p:cNvSpPr txBox="1"/>
          <p:nvPr/>
        </p:nvSpPr>
        <p:spPr>
          <a:xfrm>
            <a:off x="5630709" y="2092801"/>
            <a:ext cx="1440161" cy="400110"/>
          </a:xfrm>
          <a:prstGeom prst="rect">
            <a:avLst/>
          </a:prstGeom>
          <a:noFill/>
        </p:spPr>
        <p:txBody>
          <a:bodyPr wrap="square" rtlCol="0">
            <a:spAutoFit/>
          </a:bodyPr>
          <a:lstStyle/>
          <a:p>
            <a:r>
              <a:rPr lang="en-US" dirty="0"/>
              <a:t>now</a:t>
            </a:r>
          </a:p>
        </p:txBody>
      </p:sp>
      <p:sp>
        <p:nvSpPr>
          <p:cNvPr id="18" name="Rechteck 17">
            <a:extLst>
              <a:ext uri="{FF2B5EF4-FFF2-40B4-BE49-F238E27FC236}">
                <a16:creationId xmlns:a16="http://schemas.microsoft.com/office/drawing/2014/main" id="{9D81A7A1-9FA5-D3A1-7153-278A3CEC6F40}"/>
              </a:ext>
            </a:extLst>
          </p:cNvPr>
          <p:cNvSpPr/>
          <p:nvPr/>
        </p:nvSpPr>
        <p:spPr bwMode="auto">
          <a:xfrm>
            <a:off x="5530288" y="4226725"/>
            <a:ext cx="690474"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9" name="Rechteck 18">
            <a:extLst>
              <a:ext uri="{FF2B5EF4-FFF2-40B4-BE49-F238E27FC236}">
                <a16:creationId xmlns:a16="http://schemas.microsoft.com/office/drawing/2014/main" id="{8AD9248A-4BCD-06FB-F74E-42034DD6934E}"/>
              </a:ext>
            </a:extLst>
          </p:cNvPr>
          <p:cNvSpPr/>
          <p:nvPr/>
        </p:nvSpPr>
        <p:spPr bwMode="auto">
          <a:xfrm>
            <a:off x="6220762" y="4226723"/>
            <a:ext cx="354241" cy="216025"/>
          </a:xfrm>
          <a:prstGeom prst="rect">
            <a:avLst/>
          </a:prstGeom>
          <a:solidFill>
            <a:srgbClr val="FFA6FF"/>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0" name="Rechteck 19">
            <a:extLst>
              <a:ext uri="{FF2B5EF4-FFF2-40B4-BE49-F238E27FC236}">
                <a16:creationId xmlns:a16="http://schemas.microsoft.com/office/drawing/2014/main" id="{90850614-05C3-E001-0EBA-7C9906697006}"/>
              </a:ext>
            </a:extLst>
          </p:cNvPr>
          <p:cNvSpPr/>
          <p:nvPr/>
        </p:nvSpPr>
        <p:spPr bwMode="auto">
          <a:xfrm>
            <a:off x="3464241" y="5863632"/>
            <a:ext cx="216024"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1" name="Rechteck 20">
            <a:extLst>
              <a:ext uri="{FF2B5EF4-FFF2-40B4-BE49-F238E27FC236}">
                <a16:creationId xmlns:a16="http://schemas.microsoft.com/office/drawing/2014/main" id="{4DB9EB07-0E7F-3756-4F6E-60B57F117B76}"/>
              </a:ext>
            </a:extLst>
          </p:cNvPr>
          <p:cNvSpPr/>
          <p:nvPr/>
        </p:nvSpPr>
        <p:spPr bwMode="auto">
          <a:xfrm>
            <a:off x="6897845" y="5862456"/>
            <a:ext cx="242321" cy="212214"/>
          </a:xfrm>
          <a:prstGeom prst="rect">
            <a:avLst/>
          </a:prstGeom>
          <a:solidFill>
            <a:srgbClr val="FFA6FF"/>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2" name="Textfeld 21">
            <a:extLst>
              <a:ext uri="{FF2B5EF4-FFF2-40B4-BE49-F238E27FC236}">
                <a16:creationId xmlns:a16="http://schemas.microsoft.com/office/drawing/2014/main" id="{43BF6705-C35B-D4F6-A0B8-059D701D61EE}"/>
              </a:ext>
            </a:extLst>
          </p:cNvPr>
          <p:cNvSpPr txBox="1"/>
          <p:nvPr/>
        </p:nvSpPr>
        <p:spPr>
          <a:xfrm>
            <a:off x="3752273" y="5768508"/>
            <a:ext cx="2877330" cy="400110"/>
          </a:xfrm>
          <a:prstGeom prst="rect">
            <a:avLst/>
          </a:prstGeom>
          <a:noFill/>
        </p:spPr>
        <p:txBody>
          <a:bodyPr wrap="square" rtlCol="0">
            <a:spAutoFit/>
          </a:bodyPr>
          <a:lstStyle/>
          <a:p>
            <a:r>
              <a:rPr lang="de-DE" dirty="0"/>
              <a:t>Load – Drive – Unload</a:t>
            </a:r>
          </a:p>
        </p:txBody>
      </p:sp>
      <p:sp>
        <p:nvSpPr>
          <p:cNvPr id="23" name="Textfeld 22">
            <a:extLst>
              <a:ext uri="{FF2B5EF4-FFF2-40B4-BE49-F238E27FC236}">
                <a16:creationId xmlns:a16="http://schemas.microsoft.com/office/drawing/2014/main" id="{963AC1BE-5D0B-86BD-CF0F-53E01F028F56}"/>
              </a:ext>
            </a:extLst>
          </p:cNvPr>
          <p:cNvSpPr txBox="1"/>
          <p:nvPr/>
        </p:nvSpPr>
        <p:spPr>
          <a:xfrm>
            <a:off x="7337902" y="5768508"/>
            <a:ext cx="2316037" cy="400110"/>
          </a:xfrm>
          <a:prstGeom prst="rect">
            <a:avLst/>
          </a:prstGeom>
          <a:noFill/>
        </p:spPr>
        <p:txBody>
          <a:bodyPr wrap="square" rtlCol="0">
            <a:spAutoFit/>
          </a:bodyPr>
          <a:lstStyle/>
          <a:p>
            <a:r>
              <a:rPr lang="de-DE" dirty="0" err="1"/>
              <a:t>Predrive</a:t>
            </a:r>
            <a:endParaRPr lang="de-DE" dirty="0"/>
          </a:p>
        </p:txBody>
      </p:sp>
      <p:sp>
        <p:nvSpPr>
          <p:cNvPr id="24" name="Geschweifte Klammer rechts 23">
            <a:extLst>
              <a:ext uri="{FF2B5EF4-FFF2-40B4-BE49-F238E27FC236}">
                <a16:creationId xmlns:a16="http://schemas.microsoft.com/office/drawing/2014/main" id="{AD8A797B-DD16-D350-9EF1-45826DC8B522}"/>
              </a:ext>
            </a:extLst>
          </p:cNvPr>
          <p:cNvSpPr/>
          <p:nvPr/>
        </p:nvSpPr>
        <p:spPr bwMode="auto">
          <a:xfrm rot="5400000">
            <a:off x="5401307" y="4218254"/>
            <a:ext cx="220714" cy="2126678"/>
          </a:xfrm>
          <a:prstGeom prst="rightBrace">
            <a:avLst>
              <a:gd name="adj1" fmla="val 25000"/>
              <a:gd name="adj2" fmla="val 50000"/>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5" name="Textfeld 24">
            <a:extLst>
              <a:ext uri="{FF2B5EF4-FFF2-40B4-BE49-F238E27FC236}">
                <a16:creationId xmlns:a16="http://schemas.microsoft.com/office/drawing/2014/main" id="{27A36DDA-E427-4C47-E99A-136BEBC0F172}"/>
              </a:ext>
            </a:extLst>
          </p:cNvPr>
          <p:cNvSpPr txBox="1"/>
          <p:nvPr/>
        </p:nvSpPr>
        <p:spPr>
          <a:xfrm>
            <a:off x="4178254" y="5413662"/>
            <a:ext cx="2666820" cy="400110"/>
          </a:xfrm>
          <a:prstGeom prst="rect">
            <a:avLst/>
          </a:prstGeom>
          <a:noFill/>
        </p:spPr>
        <p:txBody>
          <a:bodyPr wrap="none" rtlCol="0">
            <a:spAutoFit/>
          </a:bodyPr>
          <a:lstStyle/>
          <a:p>
            <a:r>
              <a:rPr lang="en-US" dirty="0"/>
              <a:t>Truck Treated As Idle</a:t>
            </a:r>
          </a:p>
        </p:txBody>
      </p:sp>
      <p:cxnSp>
        <p:nvCxnSpPr>
          <p:cNvPr id="26" name="Gerade Verbindung 30">
            <a:extLst>
              <a:ext uri="{FF2B5EF4-FFF2-40B4-BE49-F238E27FC236}">
                <a16:creationId xmlns:a16="http://schemas.microsoft.com/office/drawing/2014/main" id="{C4034D98-9CCE-8AA8-C0A6-B5A5CF9D5FF2}"/>
              </a:ext>
            </a:extLst>
          </p:cNvPr>
          <p:cNvCxnSpPr/>
          <p:nvPr/>
        </p:nvCxnSpPr>
        <p:spPr bwMode="auto">
          <a:xfrm flipH="1">
            <a:off x="4448325" y="3084170"/>
            <a:ext cx="2126678" cy="1579193"/>
          </a:xfrm>
          <a:prstGeom prst="line">
            <a:avLst/>
          </a:prstGeom>
          <a:noFill/>
          <a:ln w="28575" cap="flat" cmpd="sng" algn="ctr">
            <a:solidFill>
              <a:srgbClr val="FE766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7" name="Rechteck 26">
            <a:extLst>
              <a:ext uri="{FF2B5EF4-FFF2-40B4-BE49-F238E27FC236}">
                <a16:creationId xmlns:a16="http://schemas.microsoft.com/office/drawing/2014/main" id="{B721E594-6440-3988-07AB-15E1CD005417}"/>
              </a:ext>
            </a:extLst>
          </p:cNvPr>
          <p:cNvSpPr/>
          <p:nvPr/>
        </p:nvSpPr>
        <p:spPr bwMode="auto">
          <a:xfrm>
            <a:off x="2685971" y="4226724"/>
            <a:ext cx="2088831" cy="216024"/>
          </a:xfrm>
          <a:prstGeom prst="rect">
            <a:avLst/>
          </a:prstGeom>
          <a:solidFill>
            <a:schemeClr val="bg1">
              <a:lumMod val="6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8" name="Rechteck 27">
            <a:extLst>
              <a:ext uri="{FF2B5EF4-FFF2-40B4-BE49-F238E27FC236}">
                <a16:creationId xmlns:a16="http://schemas.microsoft.com/office/drawing/2014/main" id="{146CE567-3D20-CC87-AA80-9BCE1912A269}"/>
              </a:ext>
            </a:extLst>
          </p:cNvPr>
          <p:cNvSpPr/>
          <p:nvPr/>
        </p:nvSpPr>
        <p:spPr bwMode="auto">
          <a:xfrm>
            <a:off x="4774802" y="4226725"/>
            <a:ext cx="755485" cy="216024"/>
          </a:xfrm>
          <a:prstGeom prst="rect">
            <a:avLst/>
          </a:prstGeom>
          <a:solidFill>
            <a:schemeClr val="bg1">
              <a:lumMod val="6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cxnSp>
        <p:nvCxnSpPr>
          <p:cNvPr id="29" name="Gerade Verbindung 84">
            <a:extLst>
              <a:ext uri="{FF2B5EF4-FFF2-40B4-BE49-F238E27FC236}">
                <a16:creationId xmlns:a16="http://schemas.microsoft.com/office/drawing/2014/main" id="{90E9B86C-B61F-9317-D8F4-37B0CA1B7322}"/>
              </a:ext>
            </a:extLst>
          </p:cNvPr>
          <p:cNvCxnSpPr/>
          <p:nvPr/>
        </p:nvCxnSpPr>
        <p:spPr bwMode="auto">
          <a:xfrm>
            <a:off x="1700143" y="4668346"/>
            <a:ext cx="7107108" cy="1"/>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0" name="Gerade Verbindung 126">
            <a:extLst>
              <a:ext uri="{FF2B5EF4-FFF2-40B4-BE49-F238E27FC236}">
                <a16:creationId xmlns:a16="http://schemas.microsoft.com/office/drawing/2014/main" id="{AE4B8C5E-E2CF-B610-FA49-17EEE2C24BC4}"/>
              </a:ext>
            </a:extLst>
          </p:cNvPr>
          <p:cNvCxnSpPr/>
          <p:nvPr/>
        </p:nvCxnSpPr>
        <p:spPr bwMode="auto">
          <a:xfrm>
            <a:off x="5960493" y="2492911"/>
            <a:ext cx="0" cy="2631584"/>
          </a:xfrm>
          <a:prstGeom prst="line">
            <a:avLst/>
          </a:prstGeom>
          <a:noFill/>
          <a:ln w="28575"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1" name="Gerade Verbindung 38">
            <a:extLst>
              <a:ext uri="{FF2B5EF4-FFF2-40B4-BE49-F238E27FC236}">
                <a16:creationId xmlns:a16="http://schemas.microsoft.com/office/drawing/2014/main" id="{94846174-4438-C701-9480-A69220135D96}"/>
              </a:ext>
            </a:extLst>
          </p:cNvPr>
          <p:cNvCxnSpPr/>
          <p:nvPr/>
        </p:nvCxnSpPr>
        <p:spPr bwMode="auto">
          <a:xfrm flipV="1">
            <a:off x="1700143" y="2596084"/>
            <a:ext cx="0" cy="2267334"/>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2" name="Gerade Verbindung 39">
            <a:extLst>
              <a:ext uri="{FF2B5EF4-FFF2-40B4-BE49-F238E27FC236}">
                <a16:creationId xmlns:a16="http://schemas.microsoft.com/office/drawing/2014/main" id="{BBA0F475-51B4-69DA-20D2-FE18431F1C52}"/>
              </a:ext>
            </a:extLst>
          </p:cNvPr>
          <p:cNvCxnSpPr/>
          <p:nvPr/>
        </p:nvCxnSpPr>
        <p:spPr bwMode="auto">
          <a:xfrm flipH="1">
            <a:off x="1537433" y="3084170"/>
            <a:ext cx="6261706" cy="0"/>
          </a:xfrm>
          <a:prstGeom prst="line">
            <a:avLst/>
          </a:prstGeom>
          <a:noFill/>
          <a:ln w="12700"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3" name="Textfeld 32">
            <a:extLst>
              <a:ext uri="{FF2B5EF4-FFF2-40B4-BE49-F238E27FC236}">
                <a16:creationId xmlns:a16="http://schemas.microsoft.com/office/drawing/2014/main" id="{2177B271-80B3-5D51-6BEA-78B958A3953C}"/>
              </a:ext>
            </a:extLst>
          </p:cNvPr>
          <p:cNvSpPr txBox="1"/>
          <p:nvPr/>
        </p:nvSpPr>
        <p:spPr>
          <a:xfrm>
            <a:off x="851116" y="2884115"/>
            <a:ext cx="732893" cy="354071"/>
          </a:xfrm>
          <a:prstGeom prst="rect">
            <a:avLst/>
          </a:prstGeom>
          <a:noFill/>
        </p:spPr>
        <p:txBody>
          <a:bodyPr wrap="none" rtlCol="0">
            <a:spAutoFit/>
          </a:bodyPr>
          <a:lstStyle/>
          <a:p>
            <a:r>
              <a:rPr lang="de-DE" dirty="0"/>
              <a:t>2,000</a:t>
            </a:r>
          </a:p>
        </p:txBody>
      </p:sp>
      <p:cxnSp>
        <p:nvCxnSpPr>
          <p:cNvPr id="34" name="Gerade Verbindung 46">
            <a:extLst>
              <a:ext uri="{FF2B5EF4-FFF2-40B4-BE49-F238E27FC236}">
                <a16:creationId xmlns:a16="http://schemas.microsoft.com/office/drawing/2014/main" id="{F16B68DC-4B04-BFC8-5826-32EC5A50DD07}"/>
              </a:ext>
            </a:extLst>
          </p:cNvPr>
          <p:cNvCxnSpPr/>
          <p:nvPr/>
        </p:nvCxnSpPr>
        <p:spPr bwMode="auto">
          <a:xfrm flipH="1">
            <a:off x="8789843" y="5997749"/>
            <a:ext cx="360040" cy="0"/>
          </a:xfrm>
          <a:prstGeom prst="line">
            <a:avLst/>
          </a:prstGeom>
          <a:noFill/>
          <a:ln w="28575" cap="flat" cmpd="sng" algn="ctr">
            <a:solidFill>
              <a:srgbClr val="FE766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5" name="Textfeld 34">
            <a:extLst>
              <a:ext uri="{FF2B5EF4-FFF2-40B4-BE49-F238E27FC236}">
                <a16:creationId xmlns:a16="http://schemas.microsoft.com/office/drawing/2014/main" id="{6B7016BF-D703-55CD-5135-BF9D41C89B7E}"/>
              </a:ext>
            </a:extLst>
          </p:cNvPr>
          <p:cNvSpPr txBox="1"/>
          <p:nvPr/>
        </p:nvSpPr>
        <p:spPr>
          <a:xfrm>
            <a:off x="9365907" y="5775975"/>
            <a:ext cx="2316037" cy="400110"/>
          </a:xfrm>
          <a:prstGeom prst="rect">
            <a:avLst/>
          </a:prstGeom>
          <a:noFill/>
        </p:spPr>
        <p:txBody>
          <a:bodyPr wrap="square" rtlCol="0">
            <a:spAutoFit/>
          </a:bodyPr>
          <a:lstStyle/>
          <a:p>
            <a:r>
              <a:rPr lang="de-DE" dirty="0" err="1"/>
              <a:t>Cost</a:t>
            </a:r>
            <a:r>
              <a:rPr lang="de-DE" dirty="0"/>
              <a:t> </a:t>
            </a:r>
            <a:r>
              <a:rPr lang="de-DE" dirty="0" err="1"/>
              <a:t>Benefit</a:t>
            </a:r>
            <a:endParaRPr lang="de-DE" dirty="0"/>
          </a:p>
        </p:txBody>
      </p:sp>
      <p:sp>
        <p:nvSpPr>
          <p:cNvPr id="36" name="Rechteck 35">
            <a:extLst>
              <a:ext uri="{FF2B5EF4-FFF2-40B4-BE49-F238E27FC236}">
                <a16:creationId xmlns:a16="http://schemas.microsoft.com/office/drawing/2014/main" id="{78DD8989-124E-65AA-F4B6-559382DEEFC9}"/>
              </a:ext>
            </a:extLst>
          </p:cNvPr>
          <p:cNvSpPr/>
          <p:nvPr/>
        </p:nvSpPr>
        <p:spPr>
          <a:xfrm>
            <a:off x="7912712" y="2874031"/>
            <a:ext cx="3018775" cy="400110"/>
          </a:xfrm>
          <a:prstGeom prst="rect">
            <a:avLst/>
          </a:prstGeom>
        </p:spPr>
        <p:txBody>
          <a:bodyPr wrap="none">
            <a:spAutoFit/>
          </a:bodyPr>
          <a:lstStyle/>
          <a:p>
            <a:r>
              <a:rPr lang="en-US" dirty="0"/>
              <a:t>Prevent Idle Cost Benefit</a:t>
            </a:r>
            <a:endParaRPr lang="de-DE" dirty="0"/>
          </a:p>
        </p:txBody>
      </p:sp>
      <p:cxnSp>
        <p:nvCxnSpPr>
          <p:cNvPr id="37" name="Gerade Verbindung 126">
            <a:extLst>
              <a:ext uri="{FF2B5EF4-FFF2-40B4-BE49-F238E27FC236}">
                <a16:creationId xmlns:a16="http://schemas.microsoft.com/office/drawing/2014/main" id="{566BEC5C-B90A-704C-4D26-A888FEBE0925}"/>
              </a:ext>
            </a:extLst>
          </p:cNvPr>
          <p:cNvCxnSpPr/>
          <p:nvPr/>
        </p:nvCxnSpPr>
        <p:spPr bwMode="auto">
          <a:xfrm>
            <a:off x="6575003" y="2809904"/>
            <a:ext cx="0" cy="1858442"/>
          </a:xfrm>
          <a:prstGeom prst="line">
            <a:avLst/>
          </a:prstGeom>
          <a:noFill/>
          <a:ln w="28575" cap="flat" cmpd="sng" algn="ctr">
            <a:solidFill>
              <a:schemeClr val="tx1"/>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8" name="Textfeld 37">
            <a:extLst>
              <a:ext uri="{FF2B5EF4-FFF2-40B4-BE49-F238E27FC236}">
                <a16:creationId xmlns:a16="http://schemas.microsoft.com/office/drawing/2014/main" id="{00B6C451-753E-4BAC-9266-850B9355EE16}"/>
              </a:ext>
            </a:extLst>
          </p:cNvPr>
          <p:cNvSpPr txBox="1"/>
          <p:nvPr/>
        </p:nvSpPr>
        <p:spPr>
          <a:xfrm>
            <a:off x="6303751" y="2415195"/>
            <a:ext cx="1855428" cy="400110"/>
          </a:xfrm>
          <a:prstGeom prst="rect">
            <a:avLst/>
          </a:prstGeom>
          <a:noFill/>
        </p:spPr>
        <p:txBody>
          <a:bodyPr wrap="square" rtlCol="0">
            <a:spAutoFit/>
          </a:bodyPr>
          <a:lstStyle/>
          <a:p>
            <a:r>
              <a:rPr lang="en-US" dirty="0"/>
              <a:t>Last proposal</a:t>
            </a:r>
          </a:p>
        </p:txBody>
      </p:sp>
    </p:spTree>
    <p:extLst>
      <p:ext uri="{BB962C8B-B14F-4D97-AF65-F5344CB8AC3E}">
        <p14:creationId xmlns:p14="http://schemas.microsoft.com/office/powerpoint/2010/main" val="11589467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en-US" b="1" dirty="0"/>
              <a:t>Preloads Aligned Right</a:t>
            </a:r>
            <a:endParaRPr lang="de-DE" dirty="0"/>
          </a:p>
        </p:txBody>
      </p:sp>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49" y="1350963"/>
            <a:ext cx="10449983" cy="4445000"/>
          </a:xfrm>
        </p:spPr>
        <p:txBody>
          <a:bodyPr/>
          <a:lstStyle/>
          <a:p>
            <a:pPr algn="just"/>
            <a:r>
              <a:rPr lang="en-US" b="0" dirty="0"/>
              <a:t>If the parameter is true the optimizer will shift every preload as far right as possible. The default is true.</a:t>
            </a:r>
          </a:p>
        </p:txBody>
      </p:sp>
      <p:sp>
        <p:nvSpPr>
          <p:cNvPr id="4" name="Rechteck 3">
            <a:extLst>
              <a:ext uri="{FF2B5EF4-FFF2-40B4-BE49-F238E27FC236}">
                <a16:creationId xmlns:a16="http://schemas.microsoft.com/office/drawing/2014/main" id="{B344F78D-FD85-CF87-CF00-921673026991}"/>
              </a:ext>
            </a:extLst>
          </p:cNvPr>
          <p:cNvSpPr/>
          <p:nvPr/>
        </p:nvSpPr>
        <p:spPr bwMode="auto">
          <a:xfrm>
            <a:off x="1782202" y="2147656"/>
            <a:ext cx="587207"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5" name="Gleichschenkliges Dreieck 4">
            <a:extLst>
              <a:ext uri="{FF2B5EF4-FFF2-40B4-BE49-F238E27FC236}">
                <a16:creationId xmlns:a16="http://schemas.microsoft.com/office/drawing/2014/main" id="{6A7AEDC8-2590-264B-40CE-3EFFEC8A2C9F}"/>
              </a:ext>
            </a:extLst>
          </p:cNvPr>
          <p:cNvSpPr/>
          <p:nvPr/>
        </p:nvSpPr>
        <p:spPr bwMode="auto">
          <a:xfrm rot="5400000">
            <a:off x="5049588" y="2144581"/>
            <a:ext cx="213367" cy="216000"/>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6" name="Rechteck 5">
            <a:extLst>
              <a:ext uri="{FF2B5EF4-FFF2-40B4-BE49-F238E27FC236}">
                <a16:creationId xmlns:a16="http://schemas.microsoft.com/office/drawing/2014/main" id="{66890B33-FDF3-EA68-6664-532EE28911AB}"/>
              </a:ext>
            </a:extLst>
          </p:cNvPr>
          <p:cNvSpPr/>
          <p:nvPr/>
        </p:nvSpPr>
        <p:spPr bwMode="auto">
          <a:xfrm>
            <a:off x="1043564" y="5690356"/>
            <a:ext cx="235830" cy="217200"/>
          </a:xfrm>
          <a:prstGeom prst="rect">
            <a:avLst/>
          </a:prstGeom>
          <a:pattFill prst="ltUpDiag">
            <a:fgClr>
              <a:schemeClr val="tx1"/>
            </a:fgClr>
            <a:bgClr>
              <a:srgbClr val="93FF93"/>
            </a:bgClr>
          </a:patt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7" name="Rechteck 6">
            <a:extLst>
              <a:ext uri="{FF2B5EF4-FFF2-40B4-BE49-F238E27FC236}">
                <a16:creationId xmlns:a16="http://schemas.microsoft.com/office/drawing/2014/main" id="{790ADA02-F230-EB69-4F71-1BE298D94E1D}"/>
              </a:ext>
            </a:extLst>
          </p:cNvPr>
          <p:cNvSpPr/>
          <p:nvPr/>
        </p:nvSpPr>
        <p:spPr bwMode="auto">
          <a:xfrm>
            <a:off x="3635923" y="5691532"/>
            <a:ext cx="216024"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8" name="Textfeld 7">
            <a:extLst>
              <a:ext uri="{FF2B5EF4-FFF2-40B4-BE49-F238E27FC236}">
                <a16:creationId xmlns:a16="http://schemas.microsoft.com/office/drawing/2014/main" id="{D5B91417-79DD-1871-4136-813D36A8B17B}"/>
              </a:ext>
            </a:extLst>
          </p:cNvPr>
          <p:cNvSpPr txBox="1"/>
          <p:nvPr/>
        </p:nvSpPr>
        <p:spPr>
          <a:xfrm>
            <a:off x="1369045" y="5596408"/>
            <a:ext cx="2122862" cy="400110"/>
          </a:xfrm>
          <a:prstGeom prst="rect">
            <a:avLst/>
          </a:prstGeom>
          <a:noFill/>
        </p:spPr>
        <p:txBody>
          <a:bodyPr wrap="square" rtlCol="0">
            <a:spAutoFit/>
          </a:bodyPr>
          <a:lstStyle/>
          <a:p>
            <a:r>
              <a:rPr lang="de-DE" dirty="0"/>
              <a:t>Empty Approach</a:t>
            </a:r>
          </a:p>
        </p:txBody>
      </p:sp>
      <p:sp>
        <p:nvSpPr>
          <p:cNvPr id="9" name="Textfeld 8">
            <a:extLst>
              <a:ext uri="{FF2B5EF4-FFF2-40B4-BE49-F238E27FC236}">
                <a16:creationId xmlns:a16="http://schemas.microsoft.com/office/drawing/2014/main" id="{F5257DBA-B6DA-FEE6-CEA4-4692A23FAF72}"/>
              </a:ext>
            </a:extLst>
          </p:cNvPr>
          <p:cNvSpPr txBox="1"/>
          <p:nvPr/>
        </p:nvSpPr>
        <p:spPr>
          <a:xfrm>
            <a:off x="3923955" y="5596408"/>
            <a:ext cx="2736304" cy="400110"/>
          </a:xfrm>
          <a:prstGeom prst="rect">
            <a:avLst/>
          </a:prstGeom>
          <a:noFill/>
        </p:spPr>
        <p:txBody>
          <a:bodyPr wrap="square" rtlCol="0">
            <a:spAutoFit/>
          </a:bodyPr>
          <a:lstStyle/>
          <a:p>
            <a:r>
              <a:rPr lang="de-DE" dirty="0"/>
              <a:t>Load – Drive – Unload</a:t>
            </a:r>
          </a:p>
        </p:txBody>
      </p:sp>
      <p:sp>
        <p:nvSpPr>
          <p:cNvPr id="10" name="Rechteck 9">
            <a:extLst>
              <a:ext uri="{FF2B5EF4-FFF2-40B4-BE49-F238E27FC236}">
                <a16:creationId xmlns:a16="http://schemas.microsoft.com/office/drawing/2014/main" id="{D1323F8C-811B-995E-FB9A-6279DDC088F8}"/>
              </a:ext>
            </a:extLst>
          </p:cNvPr>
          <p:cNvSpPr/>
          <p:nvPr/>
        </p:nvSpPr>
        <p:spPr bwMode="auto">
          <a:xfrm>
            <a:off x="2369410" y="2146584"/>
            <a:ext cx="205973" cy="216024"/>
          </a:xfrm>
          <a:prstGeom prst="rect">
            <a:avLst/>
          </a:prstGeom>
          <a:pattFill prst="ltUpDiag">
            <a:fgClr>
              <a:schemeClr val="tx1"/>
            </a:fgClr>
            <a:bgClr>
              <a:srgbClr val="93FF93"/>
            </a:bgClr>
          </a:patt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1" name="Gleichschenkliges Dreieck 10">
            <a:extLst>
              <a:ext uri="{FF2B5EF4-FFF2-40B4-BE49-F238E27FC236}">
                <a16:creationId xmlns:a16="http://schemas.microsoft.com/office/drawing/2014/main" id="{B2FA6655-9D51-7AF9-366F-215E2CEC1BD2}"/>
              </a:ext>
            </a:extLst>
          </p:cNvPr>
          <p:cNvSpPr/>
          <p:nvPr/>
        </p:nvSpPr>
        <p:spPr bwMode="auto">
          <a:xfrm rot="16200000">
            <a:off x="1564708" y="2147656"/>
            <a:ext cx="216024" cy="216024"/>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4" name="Rechteck 13">
            <a:extLst>
              <a:ext uri="{FF2B5EF4-FFF2-40B4-BE49-F238E27FC236}">
                <a16:creationId xmlns:a16="http://schemas.microsoft.com/office/drawing/2014/main" id="{73FB660E-C75E-5A12-98F1-DA8A4F2FA6C6}"/>
              </a:ext>
            </a:extLst>
          </p:cNvPr>
          <p:cNvSpPr/>
          <p:nvPr/>
        </p:nvSpPr>
        <p:spPr bwMode="auto">
          <a:xfrm>
            <a:off x="2575383" y="2147656"/>
            <a:ext cx="587207"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5" name="Rechteck 14">
            <a:extLst>
              <a:ext uri="{FF2B5EF4-FFF2-40B4-BE49-F238E27FC236}">
                <a16:creationId xmlns:a16="http://schemas.microsoft.com/office/drawing/2014/main" id="{B3538989-A7E6-4AC1-3696-E5AEC3A7B12D}"/>
              </a:ext>
            </a:extLst>
          </p:cNvPr>
          <p:cNvSpPr/>
          <p:nvPr/>
        </p:nvSpPr>
        <p:spPr bwMode="auto">
          <a:xfrm>
            <a:off x="3162590" y="2146584"/>
            <a:ext cx="205973" cy="216024"/>
          </a:xfrm>
          <a:prstGeom prst="rect">
            <a:avLst/>
          </a:prstGeom>
          <a:pattFill prst="ltUpDiag">
            <a:fgClr>
              <a:schemeClr val="tx1"/>
            </a:fgClr>
            <a:bgClr>
              <a:srgbClr val="93FF93"/>
            </a:bgClr>
          </a:patt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6" name="Rechteck 15">
            <a:extLst>
              <a:ext uri="{FF2B5EF4-FFF2-40B4-BE49-F238E27FC236}">
                <a16:creationId xmlns:a16="http://schemas.microsoft.com/office/drawing/2014/main" id="{A194D930-1E09-D8AC-FBAE-C4BA4B66A2CB}"/>
              </a:ext>
            </a:extLst>
          </p:cNvPr>
          <p:cNvSpPr/>
          <p:nvPr/>
        </p:nvSpPr>
        <p:spPr bwMode="auto">
          <a:xfrm>
            <a:off x="3368563" y="2145896"/>
            <a:ext cx="587207"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7" name="Rechteck 16">
            <a:extLst>
              <a:ext uri="{FF2B5EF4-FFF2-40B4-BE49-F238E27FC236}">
                <a16:creationId xmlns:a16="http://schemas.microsoft.com/office/drawing/2014/main" id="{21DA860F-B8B4-1DC8-4BB3-21F497AF3E6D}"/>
              </a:ext>
            </a:extLst>
          </p:cNvPr>
          <p:cNvSpPr/>
          <p:nvPr/>
        </p:nvSpPr>
        <p:spPr bwMode="auto">
          <a:xfrm>
            <a:off x="4611937" y="2145896"/>
            <a:ext cx="205973" cy="216024"/>
          </a:xfrm>
          <a:prstGeom prst="rect">
            <a:avLst/>
          </a:prstGeom>
          <a:pattFill prst="ltUpDiag">
            <a:fgClr>
              <a:schemeClr val="tx1"/>
            </a:fgClr>
            <a:bgClr>
              <a:srgbClr val="93FF93"/>
            </a:bgClr>
          </a:patt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8" name="Rechteck 17">
            <a:extLst>
              <a:ext uri="{FF2B5EF4-FFF2-40B4-BE49-F238E27FC236}">
                <a16:creationId xmlns:a16="http://schemas.microsoft.com/office/drawing/2014/main" id="{9F1F2B59-BF77-AA12-030F-C73B26C28146}"/>
              </a:ext>
            </a:extLst>
          </p:cNvPr>
          <p:cNvSpPr/>
          <p:nvPr/>
        </p:nvSpPr>
        <p:spPr bwMode="auto">
          <a:xfrm>
            <a:off x="4817910" y="2145896"/>
            <a:ext cx="224177"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9" name="Gleichschenkliges Dreieck 18">
            <a:extLst>
              <a:ext uri="{FF2B5EF4-FFF2-40B4-BE49-F238E27FC236}">
                <a16:creationId xmlns:a16="http://schemas.microsoft.com/office/drawing/2014/main" id="{5C55A580-2C4E-6F59-F3AB-8EEA79675F69}"/>
              </a:ext>
            </a:extLst>
          </p:cNvPr>
          <p:cNvSpPr/>
          <p:nvPr/>
        </p:nvSpPr>
        <p:spPr bwMode="auto">
          <a:xfrm rot="16200000">
            <a:off x="6931746" y="2143106"/>
            <a:ext cx="216024" cy="216024"/>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cxnSp>
        <p:nvCxnSpPr>
          <p:cNvPr id="20" name="Gerade Verbindung 118">
            <a:extLst>
              <a:ext uri="{FF2B5EF4-FFF2-40B4-BE49-F238E27FC236}">
                <a16:creationId xmlns:a16="http://schemas.microsoft.com/office/drawing/2014/main" id="{7DC07E3E-E0D6-9CDF-D96E-5ABB3DB8CB5F}"/>
              </a:ext>
            </a:extLst>
          </p:cNvPr>
          <p:cNvCxnSpPr/>
          <p:nvPr/>
        </p:nvCxnSpPr>
        <p:spPr bwMode="auto">
          <a:xfrm flipV="1">
            <a:off x="6878291" y="2562479"/>
            <a:ext cx="3024382" cy="13314"/>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1" name="Gerade Verbindung 119">
            <a:extLst>
              <a:ext uri="{FF2B5EF4-FFF2-40B4-BE49-F238E27FC236}">
                <a16:creationId xmlns:a16="http://schemas.microsoft.com/office/drawing/2014/main" id="{18498E3F-7F8A-F747-9962-643A688518C5}"/>
              </a:ext>
            </a:extLst>
          </p:cNvPr>
          <p:cNvCxnSpPr/>
          <p:nvPr/>
        </p:nvCxnSpPr>
        <p:spPr bwMode="auto">
          <a:xfrm>
            <a:off x="1801437" y="2444873"/>
            <a:ext cx="71" cy="27504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2" name="Gerade Verbindung 120">
            <a:extLst>
              <a:ext uri="{FF2B5EF4-FFF2-40B4-BE49-F238E27FC236}">
                <a16:creationId xmlns:a16="http://schemas.microsoft.com/office/drawing/2014/main" id="{95FA445B-E739-E8F3-3FB7-1A0BA0DD96D6}"/>
              </a:ext>
            </a:extLst>
          </p:cNvPr>
          <p:cNvCxnSpPr/>
          <p:nvPr/>
        </p:nvCxnSpPr>
        <p:spPr bwMode="auto">
          <a:xfrm>
            <a:off x="3313894" y="2444873"/>
            <a:ext cx="968" cy="24862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3" name="Gerade Verbindung 121">
            <a:extLst>
              <a:ext uri="{FF2B5EF4-FFF2-40B4-BE49-F238E27FC236}">
                <a16:creationId xmlns:a16="http://schemas.microsoft.com/office/drawing/2014/main" id="{F97D82AC-64D9-67F4-AD54-E18596CBC8AF}"/>
              </a:ext>
            </a:extLst>
          </p:cNvPr>
          <p:cNvCxnSpPr/>
          <p:nvPr/>
        </p:nvCxnSpPr>
        <p:spPr bwMode="auto">
          <a:xfrm flipH="1">
            <a:off x="4832815" y="2444873"/>
            <a:ext cx="70" cy="27652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4" name="Textfeld 23">
            <a:extLst>
              <a:ext uri="{FF2B5EF4-FFF2-40B4-BE49-F238E27FC236}">
                <a16:creationId xmlns:a16="http://schemas.microsoft.com/office/drawing/2014/main" id="{FE1D0125-4B56-A892-CB95-8A7D347A7B65}"/>
              </a:ext>
            </a:extLst>
          </p:cNvPr>
          <p:cNvSpPr txBox="1"/>
          <p:nvPr/>
        </p:nvSpPr>
        <p:spPr>
          <a:xfrm>
            <a:off x="1431474" y="2694784"/>
            <a:ext cx="825650" cy="354071"/>
          </a:xfrm>
          <a:prstGeom prst="rect">
            <a:avLst/>
          </a:prstGeom>
          <a:noFill/>
        </p:spPr>
        <p:txBody>
          <a:bodyPr wrap="square" rtlCol="0">
            <a:spAutoFit/>
          </a:bodyPr>
          <a:lstStyle/>
          <a:p>
            <a:pPr algn="ctr"/>
            <a:r>
              <a:rPr lang="de-DE" dirty="0"/>
              <a:t>6:00</a:t>
            </a:r>
          </a:p>
        </p:txBody>
      </p:sp>
      <p:sp>
        <p:nvSpPr>
          <p:cNvPr id="25" name="Textfeld 24">
            <a:extLst>
              <a:ext uri="{FF2B5EF4-FFF2-40B4-BE49-F238E27FC236}">
                <a16:creationId xmlns:a16="http://schemas.microsoft.com/office/drawing/2014/main" id="{38E768AB-467B-D753-205F-7ABB52D79000}"/>
              </a:ext>
            </a:extLst>
          </p:cNvPr>
          <p:cNvSpPr txBox="1"/>
          <p:nvPr/>
        </p:nvSpPr>
        <p:spPr>
          <a:xfrm>
            <a:off x="2904382" y="2692139"/>
            <a:ext cx="825650" cy="354071"/>
          </a:xfrm>
          <a:prstGeom prst="rect">
            <a:avLst/>
          </a:prstGeom>
          <a:noFill/>
        </p:spPr>
        <p:txBody>
          <a:bodyPr wrap="square" rtlCol="0">
            <a:spAutoFit/>
          </a:bodyPr>
          <a:lstStyle/>
          <a:p>
            <a:pPr algn="ctr"/>
            <a:r>
              <a:rPr lang="de-DE" dirty="0"/>
              <a:t>11:00</a:t>
            </a:r>
          </a:p>
        </p:txBody>
      </p:sp>
      <p:sp>
        <p:nvSpPr>
          <p:cNvPr id="26" name="Textfeld 25">
            <a:extLst>
              <a:ext uri="{FF2B5EF4-FFF2-40B4-BE49-F238E27FC236}">
                <a16:creationId xmlns:a16="http://schemas.microsoft.com/office/drawing/2014/main" id="{EF5A7DFC-B031-8D27-8E9E-EAEA1032B1CA}"/>
              </a:ext>
            </a:extLst>
          </p:cNvPr>
          <p:cNvSpPr txBox="1"/>
          <p:nvPr/>
        </p:nvSpPr>
        <p:spPr>
          <a:xfrm>
            <a:off x="4438622" y="2692138"/>
            <a:ext cx="825650" cy="354071"/>
          </a:xfrm>
          <a:prstGeom prst="rect">
            <a:avLst/>
          </a:prstGeom>
          <a:noFill/>
        </p:spPr>
        <p:txBody>
          <a:bodyPr wrap="square" rtlCol="0">
            <a:spAutoFit/>
          </a:bodyPr>
          <a:lstStyle/>
          <a:p>
            <a:pPr algn="ctr"/>
            <a:r>
              <a:rPr lang="de-DE" dirty="0"/>
              <a:t>16:00</a:t>
            </a:r>
          </a:p>
        </p:txBody>
      </p:sp>
      <p:sp>
        <p:nvSpPr>
          <p:cNvPr id="27" name="Textfeld 26">
            <a:extLst>
              <a:ext uri="{FF2B5EF4-FFF2-40B4-BE49-F238E27FC236}">
                <a16:creationId xmlns:a16="http://schemas.microsoft.com/office/drawing/2014/main" id="{3EF320CE-2AEC-BA8A-3A77-4BAAC74236AD}"/>
              </a:ext>
            </a:extLst>
          </p:cNvPr>
          <p:cNvSpPr txBox="1"/>
          <p:nvPr/>
        </p:nvSpPr>
        <p:spPr>
          <a:xfrm>
            <a:off x="9900619" y="2613434"/>
            <a:ext cx="1080120" cy="400110"/>
          </a:xfrm>
          <a:prstGeom prst="rect">
            <a:avLst/>
          </a:prstGeom>
          <a:noFill/>
        </p:spPr>
        <p:txBody>
          <a:bodyPr wrap="square" rtlCol="0">
            <a:spAutoFit/>
          </a:bodyPr>
          <a:lstStyle/>
          <a:p>
            <a:r>
              <a:rPr lang="de-DE" dirty="0"/>
              <a:t>Time</a:t>
            </a:r>
          </a:p>
        </p:txBody>
      </p:sp>
      <p:cxnSp>
        <p:nvCxnSpPr>
          <p:cNvPr id="28" name="Gerade Verbindung 126">
            <a:extLst>
              <a:ext uri="{FF2B5EF4-FFF2-40B4-BE49-F238E27FC236}">
                <a16:creationId xmlns:a16="http://schemas.microsoft.com/office/drawing/2014/main" id="{9299CBD3-122D-C9EF-A181-CEF4F4A44602}"/>
              </a:ext>
            </a:extLst>
          </p:cNvPr>
          <p:cNvCxnSpPr/>
          <p:nvPr/>
        </p:nvCxnSpPr>
        <p:spPr bwMode="auto">
          <a:xfrm flipV="1">
            <a:off x="1451519" y="2582396"/>
            <a:ext cx="4058620" cy="3"/>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9" name="Gerade Verbindung 127">
            <a:extLst>
              <a:ext uri="{FF2B5EF4-FFF2-40B4-BE49-F238E27FC236}">
                <a16:creationId xmlns:a16="http://schemas.microsoft.com/office/drawing/2014/main" id="{142BAAE9-52C3-22A7-6A20-68076DFB4057}"/>
              </a:ext>
            </a:extLst>
          </p:cNvPr>
          <p:cNvCxnSpPr/>
          <p:nvPr/>
        </p:nvCxnSpPr>
        <p:spPr bwMode="auto">
          <a:xfrm flipV="1">
            <a:off x="5510139" y="2569183"/>
            <a:ext cx="1368152" cy="6610"/>
          </a:xfrm>
          <a:prstGeom prst="line">
            <a:avLst/>
          </a:prstGeom>
          <a:noFill/>
          <a:ln w="28575"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0" name="Rechteck 29">
            <a:extLst>
              <a:ext uri="{FF2B5EF4-FFF2-40B4-BE49-F238E27FC236}">
                <a16:creationId xmlns:a16="http://schemas.microsoft.com/office/drawing/2014/main" id="{71AED123-C00B-1F23-FCBF-6A39A9DE6938}"/>
              </a:ext>
            </a:extLst>
          </p:cNvPr>
          <p:cNvSpPr/>
          <p:nvPr/>
        </p:nvSpPr>
        <p:spPr bwMode="auto">
          <a:xfrm>
            <a:off x="7147770" y="2143105"/>
            <a:ext cx="278717" cy="216024"/>
          </a:xfrm>
          <a:prstGeom prst="rect">
            <a:avLst/>
          </a:prstGeom>
          <a:solidFill>
            <a:srgbClr val="FFA6FF"/>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31" name="Textfeld 30">
            <a:extLst>
              <a:ext uri="{FF2B5EF4-FFF2-40B4-BE49-F238E27FC236}">
                <a16:creationId xmlns:a16="http://schemas.microsoft.com/office/drawing/2014/main" id="{F1D18839-0916-D220-8CDA-B8A386F3FF83}"/>
              </a:ext>
            </a:extLst>
          </p:cNvPr>
          <p:cNvSpPr txBox="1"/>
          <p:nvPr/>
        </p:nvSpPr>
        <p:spPr>
          <a:xfrm>
            <a:off x="7670379" y="2038059"/>
            <a:ext cx="936104" cy="400110"/>
          </a:xfrm>
          <a:prstGeom prst="rect">
            <a:avLst/>
          </a:prstGeom>
          <a:noFill/>
        </p:spPr>
        <p:txBody>
          <a:bodyPr wrap="square" rtlCol="0">
            <a:spAutoFit/>
          </a:bodyPr>
          <a:lstStyle/>
          <a:p>
            <a:r>
              <a:rPr lang="de-DE" dirty="0"/>
              <a:t>....</a:t>
            </a:r>
          </a:p>
        </p:txBody>
      </p:sp>
      <p:sp>
        <p:nvSpPr>
          <p:cNvPr id="32" name="Rechteck 31">
            <a:extLst>
              <a:ext uri="{FF2B5EF4-FFF2-40B4-BE49-F238E27FC236}">
                <a16:creationId xmlns:a16="http://schemas.microsoft.com/office/drawing/2014/main" id="{12C95D08-0B23-E33C-9CDB-5E223B069ED0}"/>
              </a:ext>
            </a:extLst>
          </p:cNvPr>
          <p:cNvSpPr/>
          <p:nvPr/>
        </p:nvSpPr>
        <p:spPr bwMode="auto">
          <a:xfrm>
            <a:off x="7426487" y="2143105"/>
            <a:ext cx="243892"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cxnSp>
        <p:nvCxnSpPr>
          <p:cNvPr id="33" name="Gerade Verbindung 133">
            <a:extLst>
              <a:ext uri="{FF2B5EF4-FFF2-40B4-BE49-F238E27FC236}">
                <a16:creationId xmlns:a16="http://schemas.microsoft.com/office/drawing/2014/main" id="{459B4867-1312-74EA-D4DC-641474F07C6A}"/>
              </a:ext>
            </a:extLst>
          </p:cNvPr>
          <p:cNvCxnSpPr/>
          <p:nvPr/>
        </p:nvCxnSpPr>
        <p:spPr bwMode="auto">
          <a:xfrm>
            <a:off x="7166034" y="2438169"/>
            <a:ext cx="71" cy="27504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4" name="Gerade Verbindung 134">
            <a:extLst>
              <a:ext uri="{FF2B5EF4-FFF2-40B4-BE49-F238E27FC236}">
                <a16:creationId xmlns:a16="http://schemas.microsoft.com/office/drawing/2014/main" id="{AF76E21C-8099-759A-8D4F-3CB4F393ED06}"/>
              </a:ext>
            </a:extLst>
          </p:cNvPr>
          <p:cNvCxnSpPr/>
          <p:nvPr/>
        </p:nvCxnSpPr>
        <p:spPr bwMode="auto">
          <a:xfrm>
            <a:off x="8678491" y="2438169"/>
            <a:ext cx="968" cy="24862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5" name="Textfeld 34">
            <a:extLst>
              <a:ext uri="{FF2B5EF4-FFF2-40B4-BE49-F238E27FC236}">
                <a16:creationId xmlns:a16="http://schemas.microsoft.com/office/drawing/2014/main" id="{5BF80F4D-FDE8-2FB5-8AE8-0513619734A5}"/>
              </a:ext>
            </a:extLst>
          </p:cNvPr>
          <p:cNvSpPr txBox="1"/>
          <p:nvPr/>
        </p:nvSpPr>
        <p:spPr>
          <a:xfrm>
            <a:off x="6829410" y="2688870"/>
            <a:ext cx="825650" cy="354071"/>
          </a:xfrm>
          <a:prstGeom prst="rect">
            <a:avLst/>
          </a:prstGeom>
          <a:noFill/>
        </p:spPr>
        <p:txBody>
          <a:bodyPr wrap="square" rtlCol="0">
            <a:spAutoFit/>
          </a:bodyPr>
          <a:lstStyle/>
          <a:p>
            <a:pPr algn="ctr"/>
            <a:r>
              <a:rPr lang="de-DE" dirty="0"/>
              <a:t>6:00</a:t>
            </a:r>
          </a:p>
        </p:txBody>
      </p:sp>
      <p:sp>
        <p:nvSpPr>
          <p:cNvPr id="36" name="Textfeld 35">
            <a:extLst>
              <a:ext uri="{FF2B5EF4-FFF2-40B4-BE49-F238E27FC236}">
                <a16:creationId xmlns:a16="http://schemas.microsoft.com/office/drawing/2014/main" id="{BCE76EBA-C1A7-BF11-7269-C56D9FDBDD6D}"/>
              </a:ext>
            </a:extLst>
          </p:cNvPr>
          <p:cNvSpPr txBox="1"/>
          <p:nvPr/>
        </p:nvSpPr>
        <p:spPr>
          <a:xfrm>
            <a:off x="8268908" y="2700103"/>
            <a:ext cx="825650" cy="354071"/>
          </a:xfrm>
          <a:prstGeom prst="rect">
            <a:avLst/>
          </a:prstGeom>
          <a:noFill/>
        </p:spPr>
        <p:txBody>
          <a:bodyPr wrap="square" rtlCol="0">
            <a:spAutoFit/>
          </a:bodyPr>
          <a:lstStyle/>
          <a:p>
            <a:pPr algn="ctr"/>
            <a:r>
              <a:rPr lang="de-DE" dirty="0"/>
              <a:t>11:00</a:t>
            </a:r>
          </a:p>
        </p:txBody>
      </p:sp>
      <p:sp>
        <p:nvSpPr>
          <p:cNvPr id="37" name="Rechteck 36">
            <a:extLst>
              <a:ext uri="{FF2B5EF4-FFF2-40B4-BE49-F238E27FC236}">
                <a16:creationId xmlns:a16="http://schemas.microsoft.com/office/drawing/2014/main" id="{4B81540F-B193-19CF-D4B0-6F38EA9DAB29}"/>
              </a:ext>
            </a:extLst>
          </p:cNvPr>
          <p:cNvSpPr/>
          <p:nvPr/>
        </p:nvSpPr>
        <p:spPr bwMode="auto">
          <a:xfrm>
            <a:off x="1782202" y="3694634"/>
            <a:ext cx="587207"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38" name="Gleichschenkliges Dreieck 37">
            <a:extLst>
              <a:ext uri="{FF2B5EF4-FFF2-40B4-BE49-F238E27FC236}">
                <a16:creationId xmlns:a16="http://schemas.microsoft.com/office/drawing/2014/main" id="{93818057-CEC7-FFC2-CA0C-2EB823E567C0}"/>
              </a:ext>
            </a:extLst>
          </p:cNvPr>
          <p:cNvSpPr/>
          <p:nvPr/>
        </p:nvSpPr>
        <p:spPr bwMode="auto">
          <a:xfrm rot="5400000">
            <a:off x="4384634" y="3691560"/>
            <a:ext cx="213367" cy="216000"/>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39" name="Rechteck 38">
            <a:extLst>
              <a:ext uri="{FF2B5EF4-FFF2-40B4-BE49-F238E27FC236}">
                <a16:creationId xmlns:a16="http://schemas.microsoft.com/office/drawing/2014/main" id="{DCC5DC1B-697E-CBEE-C108-CA47D6072768}"/>
              </a:ext>
            </a:extLst>
          </p:cNvPr>
          <p:cNvSpPr/>
          <p:nvPr/>
        </p:nvSpPr>
        <p:spPr bwMode="auto">
          <a:xfrm>
            <a:off x="2369410" y="3693562"/>
            <a:ext cx="205973" cy="216024"/>
          </a:xfrm>
          <a:prstGeom prst="rect">
            <a:avLst/>
          </a:prstGeom>
          <a:pattFill prst="ltUpDiag">
            <a:fgClr>
              <a:schemeClr val="tx1"/>
            </a:fgClr>
            <a:bgClr>
              <a:srgbClr val="93FF93"/>
            </a:bgClr>
          </a:patt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40" name="Gleichschenkliges Dreieck 39">
            <a:extLst>
              <a:ext uri="{FF2B5EF4-FFF2-40B4-BE49-F238E27FC236}">
                <a16:creationId xmlns:a16="http://schemas.microsoft.com/office/drawing/2014/main" id="{B2126E5B-AA44-E102-294E-2FF2F065C625}"/>
              </a:ext>
            </a:extLst>
          </p:cNvPr>
          <p:cNvSpPr/>
          <p:nvPr/>
        </p:nvSpPr>
        <p:spPr bwMode="auto">
          <a:xfrm rot="16200000">
            <a:off x="1564708" y="3694634"/>
            <a:ext cx="216024" cy="216024"/>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41" name="Rechteck 40">
            <a:extLst>
              <a:ext uri="{FF2B5EF4-FFF2-40B4-BE49-F238E27FC236}">
                <a16:creationId xmlns:a16="http://schemas.microsoft.com/office/drawing/2014/main" id="{B86E4BED-338D-80FF-83AD-A8125F3C39AD}"/>
              </a:ext>
            </a:extLst>
          </p:cNvPr>
          <p:cNvSpPr/>
          <p:nvPr/>
        </p:nvSpPr>
        <p:spPr bwMode="auto">
          <a:xfrm>
            <a:off x="2575383" y="3694634"/>
            <a:ext cx="587207"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42" name="Rechteck 41">
            <a:extLst>
              <a:ext uri="{FF2B5EF4-FFF2-40B4-BE49-F238E27FC236}">
                <a16:creationId xmlns:a16="http://schemas.microsoft.com/office/drawing/2014/main" id="{A2B3DDB9-A80D-E1FF-E99F-E6D94FF0C4BE}"/>
              </a:ext>
            </a:extLst>
          </p:cNvPr>
          <p:cNvSpPr/>
          <p:nvPr/>
        </p:nvSpPr>
        <p:spPr bwMode="auto">
          <a:xfrm>
            <a:off x="3162590" y="3693562"/>
            <a:ext cx="205973" cy="216024"/>
          </a:xfrm>
          <a:prstGeom prst="rect">
            <a:avLst/>
          </a:prstGeom>
          <a:pattFill prst="ltUpDiag">
            <a:fgClr>
              <a:schemeClr val="tx1"/>
            </a:fgClr>
            <a:bgClr>
              <a:srgbClr val="93FF93"/>
            </a:bgClr>
          </a:patt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43" name="Rechteck 42">
            <a:extLst>
              <a:ext uri="{FF2B5EF4-FFF2-40B4-BE49-F238E27FC236}">
                <a16:creationId xmlns:a16="http://schemas.microsoft.com/office/drawing/2014/main" id="{B76EA8D3-4B17-C6F6-2549-10445E69181B}"/>
              </a:ext>
            </a:extLst>
          </p:cNvPr>
          <p:cNvSpPr/>
          <p:nvPr/>
        </p:nvSpPr>
        <p:spPr bwMode="auto">
          <a:xfrm>
            <a:off x="3368563" y="3692874"/>
            <a:ext cx="587207"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44" name="Rechteck 43">
            <a:extLst>
              <a:ext uri="{FF2B5EF4-FFF2-40B4-BE49-F238E27FC236}">
                <a16:creationId xmlns:a16="http://schemas.microsoft.com/office/drawing/2014/main" id="{28D31F1C-D6B4-8569-3E67-1F06DF534249}"/>
              </a:ext>
            </a:extLst>
          </p:cNvPr>
          <p:cNvSpPr/>
          <p:nvPr/>
        </p:nvSpPr>
        <p:spPr bwMode="auto">
          <a:xfrm>
            <a:off x="3947283" y="3692874"/>
            <a:ext cx="205973" cy="216024"/>
          </a:xfrm>
          <a:prstGeom prst="rect">
            <a:avLst/>
          </a:prstGeom>
          <a:pattFill prst="ltUpDiag">
            <a:fgClr>
              <a:schemeClr val="tx1"/>
            </a:fgClr>
            <a:bgClr>
              <a:srgbClr val="93FF93"/>
            </a:bgClr>
          </a:patt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45" name="Rechteck 44">
            <a:extLst>
              <a:ext uri="{FF2B5EF4-FFF2-40B4-BE49-F238E27FC236}">
                <a16:creationId xmlns:a16="http://schemas.microsoft.com/office/drawing/2014/main" id="{ADAB2629-ADFB-8F23-B4B3-7D5C27B62711}"/>
              </a:ext>
            </a:extLst>
          </p:cNvPr>
          <p:cNvSpPr/>
          <p:nvPr/>
        </p:nvSpPr>
        <p:spPr bwMode="auto">
          <a:xfrm>
            <a:off x="4159141" y="3692874"/>
            <a:ext cx="224177"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46" name="Gleichschenkliges Dreieck 45">
            <a:extLst>
              <a:ext uri="{FF2B5EF4-FFF2-40B4-BE49-F238E27FC236}">
                <a16:creationId xmlns:a16="http://schemas.microsoft.com/office/drawing/2014/main" id="{00A6DFF8-5833-4875-3DB6-388AEEFFB71E}"/>
              </a:ext>
            </a:extLst>
          </p:cNvPr>
          <p:cNvSpPr/>
          <p:nvPr/>
        </p:nvSpPr>
        <p:spPr bwMode="auto">
          <a:xfrm rot="16200000">
            <a:off x="6931746" y="3690084"/>
            <a:ext cx="216024" cy="216024"/>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cxnSp>
        <p:nvCxnSpPr>
          <p:cNvPr id="47" name="Gerade Verbindung 149">
            <a:extLst>
              <a:ext uri="{FF2B5EF4-FFF2-40B4-BE49-F238E27FC236}">
                <a16:creationId xmlns:a16="http://schemas.microsoft.com/office/drawing/2014/main" id="{FE3BB202-F50C-6F4C-1341-1C756B5FFC06}"/>
              </a:ext>
            </a:extLst>
          </p:cNvPr>
          <p:cNvCxnSpPr/>
          <p:nvPr/>
        </p:nvCxnSpPr>
        <p:spPr bwMode="auto">
          <a:xfrm>
            <a:off x="6878291" y="4122772"/>
            <a:ext cx="3024382" cy="7565"/>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8" name="Gerade Verbindung 150">
            <a:extLst>
              <a:ext uri="{FF2B5EF4-FFF2-40B4-BE49-F238E27FC236}">
                <a16:creationId xmlns:a16="http://schemas.microsoft.com/office/drawing/2014/main" id="{BF1AA54C-3DA0-999B-65F2-157502A92BC4}"/>
              </a:ext>
            </a:extLst>
          </p:cNvPr>
          <p:cNvCxnSpPr/>
          <p:nvPr/>
        </p:nvCxnSpPr>
        <p:spPr bwMode="auto">
          <a:xfrm>
            <a:off x="1801437" y="3991851"/>
            <a:ext cx="71" cy="27504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9" name="Gerade Verbindung 151">
            <a:extLst>
              <a:ext uri="{FF2B5EF4-FFF2-40B4-BE49-F238E27FC236}">
                <a16:creationId xmlns:a16="http://schemas.microsoft.com/office/drawing/2014/main" id="{CE5F46C3-CF15-F005-DBE1-6BECEDAE4D06}"/>
              </a:ext>
            </a:extLst>
          </p:cNvPr>
          <p:cNvCxnSpPr/>
          <p:nvPr/>
        </p:nvCxnSpPr>
        <p:spPr bwMode="auto">
          <a:xfrm>
            <a:off x="3313894" y="3991851"/>
            <a:ext cx="968" cy="24862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0" name="Gerade Verbindung 152">
            <a:extLst>
              <a:ext uri="{FF2B5EF4-FFF2-40B4-BE49-F238E27FC236}">
                <a16:creationId xmlns:a16="http://schemas.microsoft.com/office/drawing/2014/main" id="{CFAE0A1C-7338-0266-DDA3-5613C57EC485}"/>
              </a:ext>
            </a:extLst>
          </p:cNvPr>
          <p:cNvCxnSpPr/>
          <p:nvPr/>
        </p:nvCxnSpPr>
        <p:spPr bwMode="auto">
          <a:xfrm flipH="1">
            <a:off x="4832815" y="3991851"/>
            <a:ext cx="70" cy="27652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4" name="Textfeld 53">
            <a:extLst>
              <a:ext uri="{FF2B5EF4-FFF2-40B4-BE49-F238E27FC236}">
                <a16:creationId xmlns:a16="http://schemas.microsoft.com/office/drawing/2014/main" id="{304487CE-9537-05F0-5024-D2B15DECDEB5}"/>
              </a:ext>
            </a:extLst>
          </p:cNvPr>
          <p:cNvSpPr txBox="1"/>
          <p:nvPr/>
        </p:nvSpPr>
        <p:spPr>
          <a:xfrm>
            <a:off x="9892082" y="4142183"/>
            <a:ext cx="1080120" cy="400110"/>
          </a:xfrm>
          <a:prstGeom prst="rect">
            <a:avLst/>
          </a:prstGeom>
          <a:noFill/>
        </p:spPr>
        <p:txBody>
          <a:bodyPr wrap="square" rtlCol="0">
            <a:spAutoFit/>
          </a:bodyPr>
          <a:lstStyle/>
          <a:p>
            <a:r>
              <a:rPr lang="de-DE" dirty="0"/>
              <a:t>Time</a:t>
            </a:r>
          </a:p>
        </p:txBody>
      </p:sp>
      <p:cxnSp>
        <p:nvCxnSpPr>
          <p:cNvPr id="55" name="Gerade Verbindung 157">
            <a:extLst>
              <a:ext uri="{FF2B5EF4-FFF2-40B4-BE49-F238E27FC236}">
                <a16:creationId xmlns:a16="http://schemas.microsoft.com/office/drawing/2014/main" id="{1DFE00E6-4962-A9B9-030B-6A82EA0EC8BA}"/>
              </a:ext>
            </a:extLst>
          </p:cNvPr>
          <p:cNvCxnSpPr/>
          <p:nvPr/>
        </p:nvCxnSpPr>
        <p:spPr bwMode="auto">
          <a:xfrm flipV="1">
            <a:off x="1451519" y="4129374"/>
            <a:ext cx="4058620" cy="3"/>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6" name="Gerade Verbindung 158">
            <a:extLst>
              <a:ext uri="{FF2B5EF4-FFF2-40B4-BE49-F238E27FC236}">
                <a16:creationId xmlns:a16="http://schemas.microsoft.com/office/drawing/2014/main" id="{4DA65A9F-B347-FEF5-BD2F-E2447CFEC355}"/>
              </a:ext>
            </a:extLst>
          </p:cNvPr>
          <p:cNvCxnSpPr/>
          <p:nvPr/>
        </p:nvCxnSpPr>
        <p:spPr bwMode="auto">
          <a:xfrm flipV="1">
            <a:off x="5510139" y="4116161"/>
            <a:ext cx="1368152" cy="6610"/>
          </a:xfrm>
          <a:prstGeom prst="line">
            <a:avLst/>
          </a:prstGeom>
          <a:noFill/>
          <a:ln w="28575"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7" name="Rechteck 56">
            <a:extLst>
              <a:ext uri="{FF2B5EF4-FFF2-40B4-BE49-F238E27FC236}">
                <a16:creationId xmlns:a16="http://schemas.microsoft.com/office/drawing/2014/main" id="{AD1ED890-0A27-67B4-44D5-DEC2DE6E9C2D}"/>
              </a:ext>
            </a:extLst>
          </p:cNvPr>
          <p:cNvSpPr/>
          <p:nvPr/>
        </p:nvSpPr>
        <p:spPr bwMode="auto">
          <a:xfrm>
            <a:off x="7147770" y="3690083"/>
            <a:ext cx="278717" cy="216024"/>
          </a:xfrm>
          <a:prstGeom prst="rect">
            <a:avLst/>
          </a:prstGeom>
          <a:solidFill>
            <a:srgbClr val="FFA6FF"/>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58" name="Textfeld 57">
            <a:extLst>
              <a:ext uri="{FF2B5EF4-FFF2-40B4-BE49-F238E27FC236}">
                <a16:creationId xmlns:a16="http://schemas.microsoft.com/office/drawing/2014/main" id="{D51CB8E9-2927-5F88-69D5-33575C292FE0}"/>
              </a:ext>
            </a:extLst>
          </p:cNvPr>
          <p:cNvSpPr txBox="1"/>
          <p:nvPr/>
        </p:nvSpPr>
        <p:spPr>
          <a:xfrm>
            <a:off x="7670379" y="3585037"/>
            <a:ext cx="936104" cy="400110"/>
          </a:xfrm>
          <a:prstGeom prst="rect">
            <a:avLst/>
          </a:prstGeom>
          <a:noFill/>
        </p:spPr>
        <p:txBody>
          <a:bodyPr wrap="square" rtlCol="0">
            <a:spAutoFit/>
          </a:bodyPr>
          <a:lstStyle/>
          <a:p>
            <a:r>
              <a:rPr lang="de-DE" dirty="0"/>
              <a:t>....</a:t>
            </a:r>
          </a:p>
        </p:txBody>
      </p:sp>
      <p:sp>
        <p:nvSpPr>
          <p:cNvPr id="59" name="Rechteck 58">
            <a:extLst>
              <a:ext uri="{FF2B5EF4-FFF2-40B4-BE49-F238E27FC236}">
                <a16:creationId xmlns:a16="http://schemas.microsoft.com/office/drawing/2014/main" id="{9460F440-0531-161F-EF9B-EDF7A8358D25}"/>
              </a:ext>
            </a:extLst>
          </p:cNvPr>
          <p:cNvSpPr/>
          <p:nvPr/>
        </p:nvSpPr>
        <p:spPr bwMode="auto">
          <a:xfrm>
            <a:off x="7426487" y="3690083"/>
            <a:ext cx="243892" cy="216024"/>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cxnSp>
        <p:nvCxnSpPr>
          <p:cNvPr id="60" name="Gerade Verbindung 162">
            <a:extLst>
              <a:ext uri="{FF2B5EF4-FFF2-40B4-BE49-F238E27FC236}">
                <a16:creationId xmlns:a16="http://schemas.microsoft.com/office/drawing/2014/main" id="{E7B821DA-6C27-2646-1ECE-C2065F8F2D4B}"/>
              </a:ext>
            </a:extLst>
          </p:cNvPr>
          <p:cNvCxnSpPr/>
          <p:nvPr/>
        </p:nvCxnSpPr>
        <p:spPr bwMode="auto">
          <a:xfrm>
            <a:off x="7166034" y="3985147"/>
            <a:ext cx="71" cy="275047"/>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1" name="Gerade Verbindung 163">
            <a:extLst>
              <a:ext uri="{FF2B5EF4-FFF2-40B4-BE49-F238E27FC236}">
                <a16:creationId xmlns:a16="http://schemas.microsoft.com/office/drawing/2014/main" id="{85EE084D-6664-1871-9F1F-BB4B40D4E46F}"/>
              </a:ext>
            </a:extLst>
          </p:cNvPr>
          <p:cNvCxnSpPr/>
          <p:nvPr/>
        </p:nvCxnSpPr>
        <p:spPr bwMode="auto">
          <a:xfrm>
            <a:off x="8678491" y="3985147"/>
            <a:ext cx="968" cy="24862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64" name="Rechteck 63">
            <a:extLst>
              <a:ext uri="{FF2B5EF4-FFF2-40B4-BE49-F238E27FC236}">
                <a16:creationId xmlns:a16="http://schemas.microsoft.com/office/drawing/2014/main" id="{84EE1923-73A6-B6BF-7051-82F3B10810B2}"/>
              </a:ext>
            </a:extLst>
          </p:cNvPr>
          <p:cNvSpPr/>
          <p:nvPr/>
        </p:nvSpPr>
        <p:spPr bwMode="auto">
          <a:xfrm>
            <a:off x="6876283" y="5690356"/>
            <a:ext cx="242321" cy="212214"/>
          </a:xfrm>
          <a:prstGeom prst="rect">
            <a:avLst/>
          </a:prstGeom>
          <a:solidFill>
            <a:srgbClr val="FFA6FF"/>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65" name="Textfeld 64">
            <a:extLst>
              <a:ext uri="{FF2B5EF4-FFF2-40B4-BE49-F238E27FC236}">
                <a16:creationId xmlns:a16="http://schemas.microsoft.com/office/drawing/2014/main" id="{4D911355-4EBB-1E98-2B0A-DF1A13B28E4B}"/>
              </a:ext>
            </a:extLst>
          </p:cNvPr>
          <p:cNvSpPr txBox="1"/>
          <p:nvPr/>
        </p:nvSpPr>
        <p:spPr>
          <a:xfrm>
            <a:off x="7250760" y="5596408"/>
            <a:ext cx="2316037" cy="400110"/>
          </a:xfrm>
          <a:prstGeom prst="rect">
            <a:avLst/>
          </a:prstGeom>
          <a:noFill/>
        </p:spPr>
        <p:txBody>
          <a:bodyPr wrap="square" rtlCol="0">
            <a:spAutoFit/>
          </a:bodyPr>
          <a:lstStyle/>
          <a:p>
            <a:r>
              <a:rPr lang="de-DE" dirty="0"/>
              <a:t>Drive</a:t>
            </a:r>
          </a:p>
        </p:txBody>
      </p:sp>
      <p:sp>
        <p:nvSpPr>
          <p:cNvPr id="71" name="Textfeld 70">
            <a:extLst>
              <a:ext uri="{FF2B5EF4-FFF2-40B4-BE49-F238E27FC236}">
                <a16:creationId xmlns:a16="http://schemas.microsoft.com/office/drawing/2014/main" id="{51EC9CD1-A5FD-C62A-D4C6-1074AA57A63E}"/>
              </a:ext>
            </a:extLst>
          </p:cNvPr>
          <p:cNvSpPr txBox="1"/>
          <p:nvPr/>
        </p:nvSpPr>
        <p:spPr>
          <a:xfrm>
            <a:off x="1450748" y="4324195"/>
            <a:ext cx="825650" cy="354071"/>
          </a:xfrm>
          <a:prstGeom prst="rect">
            <a:avLst/>
          </a:prstGeom>
          <a:noFill/>
        </p:spPr>
        <p:txBody>
          <a:bodyPr wrap="square" rtlCol="0">
            <a:spAutoFit/>
          </a:bodyPr>
          <a:lstStyle/>
          <a:p>
            <a:pPr algn="ctr"/>
            <a:r>
              <a:rPr lang="de-DE" dirty="0"/>
              <a:t>6:00</a:t>
            </a:r>
          </a:p>
        </p:txBody>
      </p:sp>
      <p:sp>
        <p:nvSpPr>
          <p:cNvPr id="72" name="Textfeld 71">
            <a:extLst>
              <a:ext uri="{FF2B5EF4-FFF2-40B4-BE49-F238E27FC236}">
                <a16:creationId xmlns:a16="http://schemas.microsoft.com/office/drawing/2014/main" id="{CBBCCB23-8C86-4D33-01FA-8A0BBCA39B86}"/>
              </a:ext>
            </a:extLst>
          </p:cNvPr>
          <p:cNvSpPr txBox="1"/>
          <p:nvPr/>
        </p:nvSpPr>
        <p:spPr>
          <a:xfrm>
            <a:off x="2923656" y="4321550"/>
            <a:ext cx="825650" cy="354071"/>
          </a:xfrm>
          <a:prstGeom prst="rect">
            <a:avLst/>
          </a:prstGeom>
          <a:noFill/>
        </p:spPr>
        <p:txBody>
          <a:bodyPr wrap="square" rtlCol="0">
            <a:spAutoFit/>
          </a:bodyPr>
          <a:lstStyle/>
          <a:p>
            <a:pPr algn="ctr"/>
            <a:r>
              <a:rPr lang="de-DE" dirty="0"/>
              <a:t>11:00</a:t>
            </a:r>
          </a:p>
        </p:txBody>
      </p:sp>
      <p:sp>
        <p:nvSpPr>
          <p:cNvPr id="73" name="Textfeld 72">
            <a:extLst>
              <a:ext uri="{FF2B5EF4-FFF2-40B4-BE49-F238E27FC236}">
                <a16:creationId xmlns:a16="http://schemas.microsoft.com/office/drawing/2014/main" id="{E6B72C15-2590-32BE-6DA3-0921AD1CAB23}"/>
              </a:ext>
            </a:extLst>
          </p:cNvPr>
          <p:cNvSpPr txBox="1"/>
          <p:nvPr/>
        </p:nvSpPr>
        <p:spPr>
          <a:xfrm>
            <a:off x="4457896" y="4321549"/>
            <a:ext cx="825650" cy="354071"/>
          </a:xfrm>
          <a:prstGeom prst="rect">
            <a:avLst/>
          </a:prstGeom>
          <a:noFill/>
        </p:spPr>
        <p:txBody>
          <a:bodyPr wrap="square" rtlCol="0">
            <a:spAutoFit/>
          </a:bodyPr>
          <a:lstStyle/>
          <a:p>
            <a:pPr algn="ctr"/>
            <a:r>
              <a:rPr lang="de-DE" dirty="0"/>
              <a:t>16:00</a:t>
            </a:r>
          </a:p>
        </p:txBody>
      </p:sp>
      <p:sp>
        <p:nvSpPr>
          <p:cNvPr id="74" name="Textfeld 73">
            <a:extLst>
              <a:ext uri="{FF2B5EF4-FFF2-40B4-BE49-F238E27FC236}">
                <a16:creationId xmlns:a16="http://schemas.microsoft.com/office/drawing/2014/main" id="{34A5BB6E-2F7B-4BDA-DC75-71023EBFE10F}"/>
              </a:ext>
            </a:extLst>
          </p:cNvPr>
          <p:cNvSpPr txBox="1"/>
          <p:nvPr/>
        </p:nvSpPr>
        <p:spPr>
          <a:xfrm>
            <a:off x="6848684" y="4318281"/>
            <a:ext cx="825650" cy="354071"/>
          </a:xfrm>
          <a:prstGeom prst="rect">
            <a:avLst/>
          </a:prstGeom>
          <a:noFill/>
        </p:spPr>
        <p:txBody>
          <a:bodyPr wrap="square" rtlCol="0">
            <a:spAutoFit/>
          </a:bodyPr>
          <a:lstStyle/>
          <a:p>
            <a:pPr algn="ctr"/>
            <a:r>
              <a:rPr lang="de-DE" dirty="0"/>
              <a:t>6:00</a:t>
            </a:r>
          </a:p>
        </p:txBody>
      </p:sp>
      <p:sp>
        <p:nvSpPr>
          <p:cNvPr id="75" name="Textfeld 74">
            <a:extLst>
              <a:ext uri="{FF2B5EF4-FFF2-40B4-BE49-F238E27FC236}">
                <a16:creationId xmlns:a16="http://schemas.microsoft.com/office/drawing/2014/main" id="{AF02074D-C4A8-00FC-1B8A-F79A911E1FF1}"/>
              </a:ext>
            </a:extLst>
          </p:cNvPr>
          <p:cNvSpPr txBox="1"/>
          <p:nvPr/>
        </p:nvSpPr>
        <p:spPr>
          <a:xfrm>
            <a:off x="8288182" y="4329514"/>
            <a:ext cx="825650" cy="354071"/>
          </a:xfrm>
          <a:prstGeom prst="rect">
            <a:avLst/>
          </a:prstGeom>
          <a:noFill/>
        </p:spPr>
        <p:txBody>
          <a:bodyPr wrap="square" rtlCol="0">
            <a:spAutoFit/>
          </a:bodyPr>
          <a:lstStyle/>
          <a:p>
            <a:pPr algn="ctr"/>
            <a:r>
              <a:rPr lang="de-DE" dirty="0"/>
              <a:t>11:00</a:t>
            </a:r>
          </a:p>
        </p:txBody>
      </p:sp>
    </p:spTree>
    <p:extLst>
      <p:ext uri="{BB962C8B-B14F-4D97-AF65-F5344CB8AC3E}">
        <p14:creationId xmlns:p14="http://schemas.microsoft.com/office/powerpoint/2010/main" val="428384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a:xfrm>
            <a:off x="539750" y="611187"/>
            <a:ext cx="10449982" cy="612000"/>
          </a:xfrm>
        </p:spPr>
        <p:txBody>
          <a:bodyPr/>
          <a:lstStyle/>
          <a:p>
            <a:r>
              <a:rPr lang="en-US" b="1" dirty="0"/>
              <a:t>Extra Time Ratio For Preload (ETRFP) and Extra Time For Preload (ETFP)</a:t>
            </a:r>
            <a:endParaRPr lang="de-DE" dirty="0"/>
          </a:p>
        </p:txBody>
      </p:sp>
      <mc:AlternateContent xmlns:mc="http://schemas.openxmlformats.org/markup-compatibility/2006">
        <mc:Choice xmlns:a14="http://schemas.microsoft.com/office/drawing/2010/main" Requires="a14">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49" y="1350963"/>
                <a:ext cx="10449983" cy="4445000"/>
              </a:xfrm>
            </p:spPr>
            <p:txBody>
              <a:bodyPr/>
              <a:lstStyle/>
              <a:p>
                <a:pPr algn="just">
                  <a:lnSpc>
                    <a:spcPct val="120000"/>
                  </a:lnSpc>
                </a:pPr>
                <a:r>
                  <a:rPr lang="en-US" b="0" dirty="0"/>
                  <a:t>The optimization will propose a preload in case of shift end with drive to parking location only if the following condition is met.</a:t>
                </a:r>
              </a:p>
              <a:p>
                <a:endParaRPr lang="en-US" b="0" dirty="0"/>
              </a:p>
              <a:p>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𝑑𝑢𝑟𝑎𝑡𝑖𝑜𝑛</m:t>
                      </m:r>
                      <m:d>
                        <m:dPr>
                          <m:ctrlPr>
                            <a:rPr lang="de-DE" b="0" i="1" smtClean="0">
                              <a:latin typeface="Cambria Math" panose="02040503050406030204" pitchFamily="18" charset="0"/>
                            </a:rPr>
                          </m:ctrlPr>
                        </m:dPr>
                        <m:e>
                          <m:r>
                            <a:rPr lang="de-DE" b="0" i="1" smtClean="0">
                              <a:latin typeface="Cambria Math" panose="02040503050406030204" pitchFamily="18" charset="0"/>
                            </a:rPr>
                            <m:t>𝑏</m:t>
                          </m:r>
                        </m:e>
                      </m:d>
                      <m:r>
                        <a:rPr lang="de-DE" b="0" i="1" smtClean="0">
                          <a:latin typeface="Cambria Math" panose="02040503050406030204" pitchFamily="18" charset="0"/>
                        </a:rPr>
                        <m:t>+</m:t>
                      </m:r>
                      <m:r>
                        <a:rPr lang="de-DE" b="0" i="1" smtClean="0">
                          <a:latin typeface="Cambria Math" panose="02040503050406030204" pitchFamily="18" charset="0"/>
                        </a:rPr>
                        <m:t>𝑑𝑢𝑟𝑎𝑡𝑖𝑜𝑛</m:t>
                      </m:r>
                      <m:d>
                        <m:dPr>
                          <m:ctrlPr>
                            <a:rPr lang="de-DE" b="0" i="1" smtClean="0">
                              <a:latin typeface="Cambria Math" panose="02040503050406030204" pitchFamily="18" charset="0"/>
                            </a:rPr>
                          </m:ctrlPr>
                        </m:dPr>
                        <m:e>
                          <m:r>
                            <a:rPr lang="de-DE" b="0" i="1" smtClean="0">
                              <a:latin typeface="Cambria Math" panose="02040503050406030204" pitchFamily="18" charset="0"/>
                            </a:rPr>
                            <m:t>𝑐</m:t>
                          </m:r>
                        </m:e>
                      </m:d>
                      <m:r>
                        <a:rPr lang="en-US" b="0" i="1" smtClean="0">
                          <a:latin typeface="Cambria Math"/>
                        </a:rPr>
                        <m:t>&lt;</m:t>
                      </m:r>
                      <m:d>
                        <m:dPr>
                          <m:begChr m:val="["/>
                          <m:endChr m:val="]"/>
                          <m:ctrlPr>
                            <a:rPr lang="de-DE" b="0" i="1" smtClean="0">
                              <a:latin typeface="Cambria Math" panose="02040503050406030204" pitchFamily="18" charset="0"/>
                            </a:rPr>
                          </m:ctrlPr>
                        </m:dPr>
                        <m:e>
                          <m:r>
                            <a:rPr lang="de-DE" b="0" i="1" smtClean="0">
                              <a:latin typeface="Cambria Math" panose="02040503050406030204" pitchFamily="18" charset="0"/>
                            </a:rPr>
                            <m:t>𝑑𝑢𝑟𝑎𝑡𝑖𝑜𝑛</m:t>
                          </m:r>
                          <m:d>
                            <m:dPr>
                              <m:ctrlPr>
                                <a:rPr lang="de-DE" b="0" i="1" smtClean="0">
                                  <a:latin typeface="Cambria Math" panose="02040503050406030204" pitchFamily="18" charset="0"/>
                                </a:rPr>
                              </m:ctrlPr>
                            </m:dPr>
                            <m:e>
                              <m:r>
                                <a:rPr lang="de-DE" b="0" i="1" smtClean="0">
                                  <a:latin typeface="Cambria Math" panose="02040503050406030204" pitchFamily="18" charset="0"/>
                                </a:rPr>
                                <m:t>𝑒</m:t>
                              </m:r>
                            </m:e>
                          </m:d>
                          <m:r>
                            <a:rPr lang="de-DE" b="0" i="1" smtClean="0">
                              <a:latin typeface="Cambria Math" panose="02040503050406030204" pitchFamily="18" charset="0"/>
                            </a:rPr>
                            <m:t>+</m:t>
                          </m:r>
                          <m:r>
                            <a:rPr lang="de-DE" b="0" i="1" smtClean="0">
                              <a:latin typeface="Cambria Math" panose="02040503050406030204" pitchFamily="18" charset="0"/>
                            </a:rPr>
                            <m:t>𝐸𝑇𝐹𝑃</m:t>
                          </m:r>
                        </m:e>
                      </m:d>
                      <m:r>
                        <a:rPr lang="de-DE" b="0" i="1" smtClean="0">
                          <a:latin typeface="Cambria Math" panose="02040503050406030204" pitchFamily="18" charset="0"/>
                        </a:rPr>
                        <m:t>∗</m:t>
                      </m:r>
                      <m:r>
                        <a:rPr lang="de-DE" b="0" i="1" smtClean="0">
                          <a:latin typeface="Cambria Math" panose="02040503050406030204" pitchFamily="18" charset="0"/>
                        </a:rPr>
                        <m:t>𝐸𝑇𝑅𝐹𝑃</m:t>
                      </m:r>
                    </m:oMath>
                  </m:oMathPara>
                </a14:m>
                <a:endParaRPr lang="de-DE" dirty="0"/>
              </a:p>
              <a:p>
                <a:endParaRPr lang="en-US" b="0" dirty="0"/>
              </a:p>
              <a:p>
                <a:r>
                  <a:rPr lang="de-DE" b="0" dirty="0"/>
                  <a:t>Default ETRFP: 100%, Default ETFP: 600 </a:t>
                </a:r>
                <a:r>
                  <a:rPr lang="de-DE" b="0" dirty="0" err="1"/>
                  <a:t>seconds</a:t>
                </a:r>
                <a:endParaRPr lang="en-US" b="0" dirty="0"/>
              </a:p>
            </p:txBody>
          </p:sp>
        </mc:Choice>
        <mc:Fallback>
          <p:sp>
            <p:nvSpPr>
              <p:cNvPr id="13" name="Inhaltsplatzhalter 12">
                <a:extLst>
                  <a:ext uri="{FF2B5EF4-FFF2-40B4-BE49-F238E27FC236}">
                    <a16:creationId xmlns:a16="http://schemas.microsoft.com/office/drawing/2014/main" id="{9EFE2027-5700-4C3D-BDF6-799D626AF7C2}"/>
                  </a:ext>
                </a:extLst>
              </p:cNvPr>
              <p:cNvSpPr>
                <a:spLocks noGrp="1" noRot="1" noChangeAspect="1" noMove="1" noResize="1" noEditPoints="1" noAdjustHandles="1" noChangeArrowheads="1" noChangeShapeType="1" noTextEdit="1"/>
              </p:cNvSpPr>
              <p:nvPr>
                <p:ph idx="1"/>
              </p:nvPr>
            </p:nvSpPr>
            <p:spPr>
              <a:xfrm>
                <a:off x="539749" y="1350963"/>
                <a:ext cx="10449983" cy="4445000"/>
              </a:xfrm>
              <a:blipFill>
                <a:blip r:embed="rId9"/>
                <a:stretch>
                  <a:fillRect l="-1400" t="-1097" r="-1342"/>
                </a:stretch>
              </a:blipFill>
            </p:spPr>
            <p:txBody>
              <a:bodyPr/>
              <a:lstStyle/>
              <a:p>
                <a:r>
                  <a:rPr lang="de-DE">
                    <a:noFill/>
                  </a:rPr>
                  <a:t> </a:t>
                </a:r>
              </a:p>
            </p:txBody>
          </p:sp>
        </mc:Fallback>
      </mc:AlternateContent>
      <p:cxnSp>
        <p:nvCxnSpPr>
          <p:cNvPr id="4" name="Gerade Verbindung 28">
            <a:extLst>
              <a:ext uri="{FF2B5EF4-FFF2-40B4-BE49-F238E27FC236}">
                <a16:creationId xmlns:a16="http://schemas.microsoft.com/office/drawing/2014/main" id="{83877E18-4C06-73F4-DAE2-C7279B51F24F}"/>
              </a:ext>
            </a:extLst>
          </p:cNvPr>
          <p:cNvCxnSpPr/>
          <p:nvPr/>
        </p:nvCxnSpPr>
        <p:spPr bwMode="auto">
          <a:xfrm flipH="1" flipV="1">
            <a:off x="2770474" y="4184574"/>
            <a:ext cx="1327380" cy="373488"/>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 name="Gerade Verbindung 20">
            <a:extLst>
              <a:ext uri="{FF2B5EF4-FFF2-40B4-BE49-F238E27FC236}">
                <a16:creationId xmlns:a16="http://schemas.microsoft.com/office/drawing/2014/main" id="{CAC594FE-57A8-288D-2B3F-CA12433E732C}"/>
              </a:ext>
            </a:extLst>
          </p:cNvPr>
          <p:cNvCxnSpPr/>
          <p:nvPr/>
        </p:nvCxnSpPr>
        <p:spPr bwMode="auto">
          <a:xfrm>
            <a:off x="2877708" y="4044203"/>
            <a:ext cx="1292154" cy="360161"/>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 name="Gerade Verbindung 51">
            <a:extLst>
              <a:ext uri="{FF2B5EF4-FFF2-40B4-BE49-F238E27FC236}">
                <a16:creationId xmlns:a16="http://schemas.microsoft.com/office/drawing/2014/main" id="{F9C4A3B1-E333-6D4A-D4E1-C5DD36EF5790}"/>
              </a:ext>
            </a:extLst>
          </p:cNvPr>
          <p:cNvCxnSpPr/>
          <p:nvPr/>
        </p:nvCxnSpPr>
        <p:spPr bwMode="auto">
          <a:xfrm>
            <a:off x="1513677" y="4224224"/>
            <a:ext cx="778151" cy="1462647"/>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 name="Textfeld 6">
            <a:extLst>
              <a:ext uri="{FF2B5EF4-FFF2-40B4-BE49-F238E27FC236}">
                <a16:creationId xmlns:a16="http://schemas.microsoft.com/office/drawing/2014/main" id="{070616A5-0E7A-E319-55D1-3DB85922FDD8}"/>
              </a:ext>
            </a:extLst>
          </p:cNvPr>
          <p:cNvSpPr txBox="1"/>
          <p:nvPr/>
        </p:nvSpPr>
        <p:spPr>
          <a:xfrm>
            <a:off x="895896" y="3170237"/>
            <a:ext cx="2124299" cy="400110"/>
          </a:xfrm>
          <a:prstGeom prst="rect">
            <a:avLst/>
          </a:prstGeom>
          <a:noFill/>
        </p:spPr>
        <p:txBody>
          <a:bodyPr wrap="none" rtlCol="0">
            <a:spAutoFit/>
          </a:bodyPr>
          <a:lstStyle/>
          <a:p>
            <a:r>
              <a:rPr lang="en-US" dirty="0"/>
              <a:t>Preload proposal</a:t>
            </a:r>
          </a:p>
        </p:txBody>
      </p:sp>
      <p:sp>
        <p:nvSpPr>
          <p:cNvPr id="8" name="Textfeld 7">
            <a:extLst>
              <a:ext uri="{FF2B5EF4-FFF2-40B4-BE49-F238E27FC236}">
                <a16:creationId xmlns:a16="http://schemas.microsoft.com/office/drawing/2014/main" id="{C4A2A741-2FCA-755F-F80F-796050F8840F}"/>
              </a:ext>
            </a:extLst>
          </p:cNvPr>
          <p:cNvSpPr txBox="1"/>
          <p:nvPr/>
        </p:nvSpPr>
        <p:spPr>
          <a:xfrm>
            <a:off x="6528874" y="3170237"/>
            <a:ext cx="2350323" cy="400110"/>
          </a:xfrm>
          <a:prstGeom prst="rect">
            <a:avLst/>
          </a:prstGeom>
          <a:noFill/>
        </p:spPr>
        <p:txBody>
          <a:bodyPr wrap="none" rtlCol="0">
            <a:spAutoFit/>
          </a:bodyPr>
          <a:lstStyle/>
          <a:p>
            <a:r>
              <a:rPr lang="en-US" dirty="0"/>
              <a:t>Standard proposal</a:t>
            </a:r>
          </a:p>
        </p:txBody>
      </p:sp>
      <p:cxnSp>
        <p:nvCxnSpPr>
          <p:cNvPr id="27" name="Gerade Verbindung 141">
            <a:extLst>
              <a:ext uri="{FF2B5EF4-FFF2-40B4-BE49-F238E27FC236}">
                <a16:creationId xmlns:a16="http://schemas.microsoft.com/office/drawing/2014/main" id="{B3CD2406-AC45-6FB4-4DD5-584636FE2964}"/>
              </a:ext>
            </a:extLst>
          </p:cNvPr>
          <p:cNvCxnSpPr/>
          <p:nvPr/>
        </p:nvCxnSpPr>
        <p:spPr bwMode="auto">
          <a:xfrm>
            <a:off x="8512390" y="4050676"/>
            <a:ext cx="1292154" cy="360161"/>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8" name="Gerade Verbindung 142">
            <a:extLst>
              <a:ext uri="{FF2B5EF4-FFF2-40B4-BE49-F238E27FC236}">
                <a16:creationId xmlns:a16="http://schemas.microsoft.com/office/drawing/2014/main" id="{29AC3473-CF52-E8A9-8F30-C38338B30F8A}"/>
              </a:ext>
            </a:extLst>
          </p:cNvPr>
          <p:cNvCxnSpPr/>
          <p:nvPr/>
        </p:nvCxnSpPr>
        <p:spPr bwMode="auto">
          <a:xfrm flipH="1">
            <a:off x="8960792" y="5042445"/>
            <a:ext cx="1438256" cy="731323"/>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5" name="Textfeld 44">
            <a:extLst>
              <a:ext uri="{FF2B5EF4-FFF2-40B4-BE49-F238E27FC236}">
                <a16:creationId xmlns:a16="http://schemas.microsoft.com/office/drawing/2014/main" id="{B86C83AE-DDBE-9235-398F-3341E8360305}"/>
              </a:ext>
            </a:extLst>
          </p:cNvPr>
          <p:cNvSpPr txBox="1"/>
          <p:nvPr/>
        </p:nvSpPr>
        <p:spPr>
          <a:xfrm>
            <a:off x="2984128" y="3778239"/>
            <a:ext cx="327334" cy="400110"/>
          </a:xfrm>
          <a:prstGeom prst="rect">
            <a:avLst/>
          </a:prstGeom>
          <a:noFill/>
        </p:spPr>
        <p:txBody>
          <a:bodyPr wrap="none" rtlCol="0">
            <a:spAutoFit/>
          </a:bodyPr>
          <a:lstStyle/>
          <a:p>
            <a:r>
              <a:rPr lang="de-DE" dirty="0"/>
              <a:t>a</a:t>
            </a:r>
          </a:p>
        </p:txBody>
      </p:sp>
      <p:sp>
        <p:nvSpPr>
          <p:cNvPr id="46" name="Textfeld 45">
            <a:extLst>
              <a:ext uri="{FF2B5EF4-FFF2-40B4-BE49-F238E27FC236}">
                <a16:creationId xmlns:a16="http://schemas.microsoft.com/office/drawing/2014/main" id="{1FD0C4D5-29EA-EF87-F661-D893D16A04D3}"/>
              </a:ext>
            </a:extLst>
          </p:cNvPr>
          <p:cNvSpPr txBox="1"/>
          <p:nvPr/>
        </p:nvSpPr>
        <p:spPr>
          <a:xfrm>
            <a:off x="3704208" y="4466381"/>
            <a:ext cx="327334" cy="400110"/>
          </a:xfrm>
          <a:prstGeom prst="rect">
            <a:avLst/>
          </a:prstGeom>
          <a:noFill/>
        </p:spPr>
        <p:txBody>
          <a:bodyPr wrap="none" rtlCol="0">
            <a:spAutoFit/>
          </a:bodyPr>
          <a:lstStyle/>
          <a:p>
            <a:r>
              <a:rPr lang="de-DE" dirty="0"/>
              <a:t>b</a:t>
            </a:r>
          </a:p>
        </p:txBody>
      </p:sp>
      <p:sp>
        <p:nvSpPr>
          <p:cNvPr id="47" name="Textfeld 46">
            <a:extLst>
              <a:ext uri="{FF2B5EF4-FFF2-40B4-BE49-F238E27FC236}">
                <a16:creationId xmlns:a16="http://schemas.microsoft.com/office/drawing/2014/main" id="{A4BED516-1578-84F9-8A4F-6F006B6AD436}"/>
              </a:ext>
            </a:extLst>
          </p:cNvPr>
          <p:cNvSpPr txBox="1"/>
          <p:nvPr/>
        </p:nvSpPr>
        <p:spPr>
          <a:xfrm>
            <a:off x="1255936" y="4250357"/>
            <a:ext cx="312906" cy="400110"/>
          </a:xfrm>
          <a:prstGeom prst="rect">
            <a:avLst/>
          </a:prstGeom>
          <a:noFill/>
        </p:spPr>
        <p:txBody>
          <a:bodyPr wrap="none" rtlCol="0">
            <a:spAutoFit/>
          </a:bodyPr>
          <a:lstStyle/>
          <a:p>
            <a:r>
              <a:rPr lang="de-DE" dirty="0"/>
              <a:t>c</a:t>
            </a:r>
          </a:p>
        </p:txBody>
      </p:sp>
      <p:sp>
        <p:nvSpPr>
          <p:cNvPr id="48" name="Textfeld 47">
            <a:extLst>
              <a:ext uri="{FF2B5EF4-FFF2-40B4-BE49-F238E27FC236}">
                <a16:creationId xmlns:a16="http://schemas.microsoft.com/office/drawing/2014/main" id="{3D81FD4A-0AC5-34D7-23EC-BF2CE20BCE77}"/>
              </a:ext>
            </a:extLst>
          </p:cNvPr>
          <p:cNvSpPr txBox="1"/>
          <p:nvPr/>
        </p:nvSpPr>
        <p:spPr>
          <a:xfrm>
            <a:off x="8600752" y="3778239"/>
            <a:ext cx="327334" cy="400110"/>
          </a:xfrm>
          <a:prstGeom prst="rect">
            <a:avLst/>
          </a:prstGeom>
          <a:noFill/>
        </p:spPr>
        <p:txBody>
          <a:bodyPr wrap="none" rtlCol="0">
            <a:spAutoFit/>
          </a:bodyPr>
          <a:lstStyle/>
          <a:p>
            <a:r>
              <a:rPr lang="de-DE" dirty="0"/>
              <a:t>d</a:t>
            </a:r>
          </a:p>
        </p:txBody>
      </p:sp>
      <p:sp>
        <p:nvSpPr>
          <p:cNvPr id="49" name="Textfeld 48">
            <a:extLst>
              <a:ext uri="{FF2B5EF4-FFF2-40B4-BE49-F238E27FC236}">
                <a16:creationId xmlns:a16="http://schemas.microsoft.com/office/drawing/2014/main" id="{0D68DDA6-F92F-7046-A919-98C87584B64F}"/>
              </a:ext>
            </a:extLst>
          </p:cNvPr>
          <p:cNvSpPr txBox="1"/>
          <p:nvPr/>
        </p:nvSpPr>
        <p:spPr>
          <a:xfrm>
            <a:off x="10073618" y="5151758"/>
            <a:ext cx="327334" cy="400110"/>
          </a:xfrm>
          <a:prstGeom prst="rect">
            <a:avLst/>
          </a:prstGeom>
          <a:noFill/>
        </p:spPr>
        <p:txBody>
          <a:bodyPr wrap="none" rtlCol="0">
            <a:spAutoFit/>
          </a:bodyPr>
          <a:lstStyle/>
          <a:p>
            <a:r>
              <a:rPr lang="de-DE" dirty="0"/>
              <a:t>e</a:t>
            </a:r>
          </a:p>
        </p:txBody>
      </p:sp>
      <p:sp>
        <p:nvSpPr>
          <p:cNvPr id="50" name="Freeform 32">
            <a:extLst>
              <a:ext uri="{FF2B5EF4-FFF2-40B4-BE49-F238E27FC236}">
                <a16:creationId xmlns:a16="http://schemas.microsoft.com/office/drawing/2014/main" id="{16ECDC70-BE7C-5726-9310-8F7819B577E5}"/>
              </a:ext>
            </a:extLst>
          </p:cNvPr>
          <p:cNvSpPr>
            <a:spLocks noEditPoints="1"/>
          </p:cNvSpPr>
          <p:nvPr>
            <p:custDataLst>
              <p:tags r:id="rId1"/>
            </p:custDataLst>
          </p:nvPr>
        </p:nvSpPr>
        <p:spPr bwMode="auto">
          <a:xfrm>
            <a:off x="4169862" y="4294848"/>
            <a:ext cx="1104187" cy="474583"/>
          </a:xfrm>
          <a:custGeom>
            <a:avLst/>
            <a:gdLst>
              <a:gd name="T0" fmla="*/ 1959 w 1959"/>
              <a:gd name="T1" fmla="*/ 38 h 879"/>
              <a:gd name="T2" fmla="*/ 1676 w 1959"/>
              <a:gd name="T3" fmla="*/ 879 h 879"/>
              <a:gd name="T4" fmla="*/ 1817 w 1959"/>
              <a:gd name="T5" fmla="*/ 0 h 879"/>
              <a:gd name="T6" fmla="*/ 1358 w 1959"/>
              <a:gd name="T7" fmla="*/ 38 h 879"/>
              <a:gd name="T8" fmla="*/ 1642 w 1959"/>
              <a:gd name="T9" fmla="*/ 879 h 879"/>
              <a:gd name="T10" fmla="*/ 1500 w 1959"/>
              <a:gd name="T11" fmla="*/ 0 h 879"/>
              <a:gd name="T12" fmla="*/ 1327 w 1959"/>
              <a:gd name="T13" fmla="*/ 879 h 879"/>
              <a:gd name="T14" fmla="*/ 1134 w 1959"/>
              <a:gd name="T15" fmla="*/ 634 h 879"/>
              <a:gd name="T16" fmla="*/ 760 w 1959"/>
              <a:gd name="T17" fmla="*/ 879 h 879"/>
              <a:gd name="T18" fmla="*/ 624 w 1959"/>
              <a:gd name="T19" fmla="*/ 570 h 879"/>
              <a:gd name="T20" fmla="*/ 453 w 1959"/>
              <a:gd name="T21" fmla="*/ 624 h 879"/>
              <a:gd name="T22" fmla="*/ 0 w 1959"/>
              <a:gd name="T23" fmla="*/ 879 h 879"/>
              <a:gd name="T24" fmla="*/ 227 w 1959"/>
              <a:gd name="T25" fmla="*/ 460 h 879"/>
              <a:gd name="T26" fmla="*/ 624 w 1959"/>
              <a:gd name="T27" fmla="*/ 530 h 879"/>
              <a:gd name="T28" fmla="*/ 760 w 1959"/>
              <a:gd name="T29" fmla="*/ 414 h 879"/>
              <a:gd name="T30" fmla="*/ 1134 w 1959"/>
              <a:gd name="T31" fmla="*/ 534 h 879"/>
              <a:gd name="T32" fmla="*/ 1327 w 1959"/>
              <a:gd name="T33" fmla="*/ 193 h 879"/>
              <a:gd name="T34" fmla="*/ 1230 w 1959"/>
              <a:gd name="T35" fmla="*/ 275 h 879"/>
              <a:gd name="T36" fmla="*/ 1176 w 1959"/>
              <a:gd name="T37" fmla="*/ 222 h 879"/>
              <a:gd name="T38" fmla="*/ 1229 w 1959"/>
              <a:gd name="T39" fmla="*/ 633 h 879"/>
              <a:gd name="T40" fmla="*/ 1283 w 1959"/>
              <a:gd name="T41" fmla="*/ 686 h 879"/>
              <a:gd name="T42" fmla="*/ 1230 w 1959"/>
              <a:gd name="T43" fmla="*/ 768 h 879"/>
              <a:gd name="T44" fmla="*/ 1176 w 1959"/>
              <a:gd name="T45" fmla="*/ 715 h 879"/>
              <a:gd name="T46" fmla="*/ 1283 w 1959"/>
              <a:gd name="T47" fmla="*/ 551 h 879"/>
              <a:gd name="T48" fmla="*/ 1230 w 1959"/>
              <a:gd name="T49" fmla="*/ 604 h 879"/>
              <a:gd name="T50" fmla="*/ 1229 w 1959"/>
              <a:gd name="T51" fmla="*/ 470 h 879"/>
              <a:gd name="T52" fmla="*/ 1283 w 1959"/>
              <a:gd name="T53" fmla="*/ 523 h 879"/>
              <a:gd name="T54" fmla="*/ 1283 w 1959"/>
              <a:gd name="T55" fmla="*/ 387 h 879"/>
              <a:gd name="T56" fmla="*/ 1230 w 1959"/>
              <a:gd name="T57" fmla="*/ 440 h 879"/>
              <a:gd name="T58" fmla="*/ 1229 w 1959"/>
              <a:gd name="T59" fmla="*/ 305 h 879"/>
              <a:gd name="T60" fmla="*/ 1283 w 1959"/>
              <a:gd name="T61" fmla="*/ 358 h 879"/>
              <a:gd name="T62" fmla="*/ 1215 w 1959"/>
              <a:gd name="T63" fmla="*/ 290 h 879"/>
              <a:gd name="T64" fmla="*/ 1162 w 1959"/>
              <a:gd name="T65" fmla="*/ 343 h 879"/>
              <a:gd name="T66" fmla="*/ 1215 w 1959"/>
              <a:gd name="T67" fmla="*/ 455 h 879"/>
              <a:gd name="T68" fmla="*/ 1162 w 1959"/>
              <a:gd name="T69" fmla="*/ 508 h 879"/>
              <a:gd name="T70" fmla="*/ 1215 w 1959"/>
              <a:gd name="T71" fmla="*/ 618 h 879"/>
              <a:gd name="T72" fmla="*/ 1162 w 1959"/>
              <a:gd name="T73" fmla="*/ 672 h 879"/>
              <a:gd name="T74" fmla="*/ 1215 w 1959"/>
              <a:gd name="T75" fmla="*/ 783 h 879"/>
              <a:gd name="T76" fmla="*/ 1162 w 1959"/>
              <a:gd name="T77" fmla="*/ 836 h 879"/>
              <a:gd name="T78" fmla="*/ 1229 w 1959"/>
              <a:gd name="T79" fmla="*/ 798 h 879"/>
              <a:gd name="T80" fmla="*/ 1283 w 1959"/>
              <a:gd name="T81" fmla="*/ 851 h 879"/>
              <a:gd name="T82" fmla="*/ 1244 w 1959"/>
              <a:gd name="T83" fmla="*/ 781 h 879"/>
              <a:gd name="T84" fmla="*/ 1297 w 1959"/>
              <a:gd name="T85" fmla="*/ 728 h 879"/>
              <a:gd name="T86" fmla="*/ 1244 w 1959"/>
              <a:gd name="T87" fmla="*/ 617 h 879"/>
              <a:gd name="T88" fmla="*/ 1297 w 1959"/>
              <a:gd name="T89" fmla="*/ 564 h 879"/>
              <a:gd name="T90" fmla="*/ 1244 w 1959"/>
              <a:gd name="T91" fmla="*/ 453 h 879"/>
              <a:gd name="T92" fmla="*/ 1297 w 1959"/>
              <a:gd name="T93" fmla="*/ 400 h 879"/>
              <a:gd name="T94" fmla="*/ 1244 w 1959"/>
              <a:gd name="T95" fmla="*/ 288 h 879"/>
              <a:gd name="T96" fmla="*/ 1297 w 1959"/>
              <a:gd name="T97" fmla="*/ 235 h 8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59" h="879">
                <a:moveTo>
                  <a:pt x="1817" y="0"/>
                </a:moveTo>
                <a:cubicBezTo>
                  <a:pt x="1896" y="0"/>
                  <a:pt x="1959" y="17"/>
                  <a:pt x="1959" y="38"/>
                </a:cubicBezTo>
                <a:cubicBezTo>
                  <a:pt x="1959" y="879"/>
                  <a:pt x="1959" y="879"/>
                  <a:pt x="1959" y="879"/>
                </a:cubicBezTo>
                <a:cubicBezTo>
                  <a:pt x="1676" y="879"/>
                  <a:pt x="1676" y="879"/>
                  <a:pt x="1676" y="879"/>
                </a:cubicBezTo>
                <a:cubicBezTo>
                  <a:pt x="1676" y="38"/>
                  <a:pt x="1676" y="38"/>
                  <a:pt x="1676" y="38"/>
                </a:cubicBezTo>
                <a:cubicBezTo>
                  <a:pt x="1676" y="17"/>
                  <a:pt x="1739" y="0"/>
                  <a:pt x="1817" y="0"/>
                </a:cubicBezTo>
                <a:close/>
                <a:moveTo>
                  <a:pt x="1500" y="0"/>
                </a:moveTo>
                <a:cubicBezTo>
                  <a:pt x="1422" y="0"/>
                  <a:pt x="1358" y="17"/>
                  <a:pt x="1358" y="38"/>
                </a:cubicBezTo>
                <a:cubicBezTo>
                  <a:pt x="1358" y="879"/>
                  <a:pt x="1358" y="879"/>
                  <a:pt x="1358" y="879"/>
                </a:cubicBezTo>
                <a:cubicBezTo>
                  <a:pt x="1642" y="879"/>
                  <a:pt x="1642" y="879"/>
                  <a:pt x="1642" y="879"/>
                </a:cubicBezTo>
                <a:cubicBezTo>
                  <a:pt x="1642" y="38"/>
                  <a:pt x="1642" y="38"/>
                  <a:pt x="1642" y="38"/>
                </a:cubicBezTo>
                <a:cubicBezTo>
                  <a:pt x="1642" y="17"/>
                  <a:pt x="1578" y="0"/>
                  <a:pt x="1500" y="0"/>
                </a:cubicBezTo>
                <a:close/>
                <a:moveTo>
                  <a:pt x="1327" y="193"/>
                </a:moveTo>
                <a:cubicBezTo>
                  <a:pt x="1327" y="879"/>
                  <a:pt x="1327" y="879"/>
                  <a:pt x="1327" y="879"/>
                </a:cubicBezTo>
                <a:cubicBezTo>
                  <a:pt x="1134" y="879"/>
                  <a:pt x="1134" y="879"/>
                  <a:pt x="1134" y="879"/>
                </a:cubicBezTo>
                <a:cubicBezTo>
                  <a:pt x="1134" y="634"/>
                  <a:pt x="1134" y="634"/>
                  <a:pt x="1134" y="634"/>
                </a:cubicBezTo>
                <a:cubicBezTo>
                  <a:pt x="760" y="705"/>
                  <a:pt x="760" y="705"/>
                  <a:pt x="760" y="705"/>
                </a:cubicBezTo>
                <a:cubicBezTo>
                  <a:pt x="760" y="879"/>
                  <a:pt x="760" y="879"/>
                  <a:pt x="760" y="879"/>
                </a:cubicBezTo>
                <a:cubicBezTo>
                  <a:pt x="624" y="879"/>
                  <a:pt x="624" y="879"/>
                  <a:pt x="624" y="879"/>
                </a:cubicBezTo>
                <a:cubicBezTo>
                  <a:pt x="624" y="570"/>
                  <a:pt x="624" y="570"/>
                  <a:pt x="624" y="570"/>
                </a:cubicBezTo>
                <a:cubicBezTo>
                  <a:pt x="301" y="514"/>
                  <a:pt x="301" y="514"/>
                  <a:pt x="301" y="514"/>
                </a:cubicBezTo>
                <a:cubicBezTo>
                  <a:pt x="453" y="624"/>
                  <a:pt x="453" y="624"/>
                  <a:pt x="453" y="624"/>
                </a:cubicBezTo>
                <a:cubicBezTo>
                  <a:pt x="453" y="879"/>
                  <a:pt x="453" y="879"/>
                  <a:pt x="453" y="879"/>
                </a:cubicBezTo>
                <a:cubicBezTo>
                  <a:pt x="0" y="879"/>
                  <a:pt x="0" y="879"/>
                  <a:pt x="0" y="879"/>
                </a:cubicBezTo>
                <a:cubicBezTo>
                  <a:pt x="0" y="624"/>
                  <a:pt x="0" y="624"/>
                  <a:pt x="0" y="624"/>
                </a:cubicBezTo>
                <a:cubicBezTo>
                  <a:pt x="227" y="460"/>
                  <a:pt x="227" y="460"/>
                  <a:pt x="227" y="460"/>
                </a:cubicBezTo>
                <a:cubicBezTo>
                  <a:pt x="228" y="460"/>
                  <a:pt x="228" y="460"/>
                  <a:pt x="228" y="460"/>
                </a:cubicBezTo>
                <a:cubicBezTo>
                  <a:pt x="624" y="530"/>
                  <a:pt x="624" y="530"/>
                  <a:pt x="624" y="530"/>
                </a:cubicBezTo>
                <a:cubicBezTo>
                  <a:pt x="624" y="414"/>
                  <a:pt x="624" y="414"/>
                  <a:pt x="624" y="414"/>
                </a:cubicBezTo>
                <a:cubicBezTo>
                  <a:pt x="760" y="414"/>
                  <a:pt x="760" y="414"/>
                  <a:pt x="760" y="414"/>
                </a:cubicBezTo>
                <a:cubicBezTo>
                  <a:pt x="760" y="602"/>
                  <a:pt x="760" y="602"/>
                  <a:pt x="760" y="602"/>
                </a:cubicBezTo>
                <a:cubicBezTo>
                  <a:pt x="1134" y="534"/>
                  <a:pt x="1134" y="534"/>
                  <a:pt x="1134" y="534"/>
                </a:cubicBezTo>
                <a:cubicBezTo>
                  <a:pt x="1134" y="193"/>
                  <a:pt x="1134" y="193"/>
                  <a:pt x="1134" y="193"/>
                </a:cubicBezTo>
                <a:lnTo>
                  <a:pt x="1327" y="193"/>
                </a:lnTo>
                <a:close/>
                <a:moveTo>
                  <a:pt x="1176" y="222"/>
                </a:moveTo>
                <a:cubicBezTo>
                  <a:pt x="1230" y="275"/>
                  <a:pt x="1230" y="275"/>
                  <a:pt x="1230" y="275"/>
                </a:cubicBezTo>
                <a:cubicBezTo>
                  <a:pt x="1283" y="222"/>
                  <a:pt x="1283" y="222"/>
                  <a:pt x="1283" y="222"/>
                </a:cubicBezTo>
                <a:lnTo>
                  <a:pt x="1176" y="222"/>
                </a:lnTo>
                <a:close/>
                <a:moveTo>
                  <a:pt x="1283" y="686"/>
                </a:moveTo>
                <a:cubicBezTo>
                  <a:pt x="1229" y="633"/>
                  <a:pt x="1229" y="633"/>
                  <a:pt x="1229" y="633"/>
                </a:cubicBezTo>
                <a:cubicBezTo>
                  <a:pt x="1176" y="686"/>
                  <a:pt x="1176" y="686"/>
                  <a:pt x="1176" y="686"/>
                </a:cubicBezTo>
                <a:lnTo>
                  <a:pt x="1283" y="686"/>
                </a:lnTo>
                <a:close/>
                <a:moveTo>
                  <a:pt x="1176" y="715"/>
                </a:moveTo>
                <a:cubicBezTo>
                  <a:pt x="1230" y="768"/>
                  <a:pt x="1230" y="768"/>
                  <a:pt x="1230" y="768"/>
                </a:cubicBezTo>
                <a:cubicBezTo>
                  <a:pt x="1283" y="715"/>
                  <a:pt x="1283" y="715"/>
                  <a:pt x="1283" y="715"/>
                </a:cubicBezTo>
                <a:lnTo>
                  <a:pt x="1176" y="715"/>
                </a:lnTo>
                <a:close/>
                <a:moveTo>
                  <a:pt x="1230" y="604"/>
                </a:moveTo>
                <a:cubicBezTo>
                  <a:pt x="1283" y="551"/>
                  <a:pt x="1283" y="551"/>
                  <a:pt x="1283" y="551"/>
                </a:cubicBezTo>
                <a:cubicBezTo>
                  <a:pt x="1176" y="551"/>
                  <a:pt x="1176" y="551"/>
                  <a:pt x="1176" y="551"/>
                </a:cubicBezTo>
                <a:lnTo>
                  <a:pt x="1230" y="604"/>
                </a:lnTo>
                <a:close/>
                <a:moveTo>
                  <a:pt x="1283" y="523"/>
                </a:moveTo>
                <a:cubicBezTo>
                  <a:pt x="1229" y="470"/>
                  <a:pt x="1229" y="470"/>
                  <a:pt x="1229" y="470"/>
                </a:cubicBezTo>
                <a:cubicBezTo>
                  <a:pt x="1176" y="523"/>
                  <a:pt x="1176" y="523"/>
                  <a:pt x="1176" y="523"/>
                </a:cubicBezTo>
                <a:lnTo>
                  <a:pt x="1283" y="523"/>
                </a:lnTo>
                <a:close/>
                <a:moveTo>
                  <a:pt x="1230" y="440"/>
                </a:moveTo>
                <a:cubicBezTo>
                  <a:pt x="1283" y="387"/>
                  <a:pt x="1283" y="387"/>
                  <a:pt x="1283" y="387"/>
                </a:cubicBezTo>
                <a:cubicBezTo>
                  <a:pt x="1176" y="387"/>
                  <a:pt x="1176" y="387"/>
                  <a:pt x="1176" y="387"/>
                </a:cubicBezTo>
                <a:lnTo>
                  <a:pt x="1230" y="440"/>
                </a:lnTo>
                <a:close/>
                <a:moveTo>
                  <a:pt x="1283" y="358"/>
                </a:moveTo>
                <a:cubicBezTo>
                  <a:pt x="1229" y="305"/>
                  <a:pt x="1229" y="305"/>
                  <a:pt x="1229" y="305"/>
                </a:cubicBezTo>
                <a:cubicBezTo>
                  <a:pt x="1176" y="358"/>
                  <a:pt x="1176" y="358"/>
                  <a:pt x="1176" y="358"/>
                </a:cubicBezTo>
                <a:lnTo>
                  <a:pt x="1283" y="358"/>
                </a:lnTo>
                <a:close/>
                <a:moveTo>
                  <a:pt x="1162" y="343"/>
                </a:moveTo>
                <a:cubicBezTo>
                  <a:pt x="1215" y="290"/>
                  <a:pt x="1215" y="290"/>
                  <a:pt x="1215" y="290"/>
                </a:cubicBezTo>
                <a:cubicBezTo>
                  <a:pt x="1162" y="237"/>
                  <a:pt x="1162" y="237"/>
                  <a:pt x="1162" y="237"/>
                </a:cubicBezTo>
                <a:lnTo>
                  <a:pt x="1162" y="343"/>
                </a:lnTo>
                <a:close/>
                <a:moveTo>
                  <a:pt x="1162" y="508"/>
                </a:moveTo>
                <a:cubicBezTo>
                  <a:pt x="1215" y="455"/>
                  <a:pt x="1215" y="455"/>
                  <a:pt x="1215" y="455"/>
                </a:cubicBezTo>
                <a:cubicBezTo>
                  <a:pt x="1162" y="402"/>
                  <a:pt x="1162" y="402"/>
                  <a:pt x="1162" y="402"/>
                </a:cubicBezTo>
                <a:lnTo>
                  <a:pt x="1162" y="508"/>
                </a:lnTo>
                <a:close/>
                <a:moveTo>
                  <a:pt x="1162" y="672"/>
                </a:moveTo>
                <a:cubicBezTo>
                  <a:pt x="1215" y="618"/>
                  <a:pt x="1215" y="618"/>
                  <a:pt x="1215" y="618"/>
                </a:cubicBezTo>
                <a:cubicBezTo>
                  <a:pt x="1162" y="565"/>
                  <a:pt x="1162" y="565"/>
                  <a:pt x="1162" y="565"/>
                </a:cubicBezTo>
                <a:lnTo>
                  <a:pt x="1162" y="672"/>
                </a:lnTo>
                <a:close/>
                <a:moveTo>
                  <a:pt x="1162" y="836"/>
                </a:moveTo>
                <a:cubicBezTo>
                  <a:pt x="1215" y="783"/>
                  <a:pt x="1215" y="783"/>
                  <a:pt x="1215" y="783"/>
                </a:cubicBezTo>
                <a:cubicBezTo>
                  <a:pt x="1162" y="730"/>
                  <a:pt x="1162" y="730"/>
                  <a:pt x="1162" y="730"/>
                </a:cubicBezTo>
                <a:lnTo>
                  <a:pt x="1162" y="836"/>
                </a:lnTo>
                <a:close/>
                <a:moveTo>
                  <a:pt x="1283" y="851"/>
                </a:moveTo>
                <a:cubicBezTo>
                  <a:pt x="1229" y="798"/>
                  <a:pt x="1229" y="798"/>
                  <a:pt x="1229" y="798"/>
                </a:cubicBezTo>
                <a:cubicBezTo>
                  <a:pt x="1176" y="851"/>
                  <a:pt x="1176" y="851"/>
                  <a:pt x="1176" y="851"/>
                </a:cubicBezTo>
                <a:lnTo>
                  <a:pt x="1283" y="851"/>
                </a:lnTo>
                <a:close/>
                <a:moveTo>
                  <a:pt x="1297" y="728"/>
                </a:moveTo>
                <a:cubicBezTo>
                  <a:pt x="1244" y="781"/>
                  <a:pt x="1244" y="781"/>
                  <a:pt x="1244" y="781"/>
                </a:cubicBezTo>
                <a:cubicBezTo>
                  <a:pt x="1297" y="834"/>
                  <a:pt x="1297" y="834"/>
                  <a:pt x="1297" y="834"/>
                </a:cubicBezTo>
                <a:lnTo>
                  <a:pt x="1297" y="728"/>
                </a:lnTo>
                <a:close/>
                <a:moveTo>
                  <a:pt x="1297" y="564"/>
                </a:moveTo>
                <a:cubicBezTo>
                  <a:pt x="1244" y="617"/>
                  <a:pt x="1244" y="617"/>
                  <a:pt x="1244" y="617"/>
                </a:cubicBezTo>
                <a:cubicBezTo>
                  <a:pt x="1297" y="670"/>
                  <a:pt x="1297" y="670"/>
                  <a:pt x="1297" y="670"/>
                </a:cubicBezTo>
                <a:lnTo>
                  <a:pt x="1297" y="564"/>
                </a:lnTo>
                <a:close/>
                <a:moveTo>
                  <a:pt x="1297" y="400"/>
                </a:moveTo>
                <a:cubicBezTo>
                  <a:pt x="1244" y="453"/>
                  <a:pt x="1244" y="453"/>
                  <a:pt x="1244" y="453"/>
                </a:cubicBezTo>
                <a:cubicBezTo>
                  <a:pt x="1297" y="507"/>
                  <a:pt x="1297" y="507"/>
                  <a:pt x="1297" y="507"/>
                </a:cubicBezTo>
                <a:lnTo>
                  <a:pt x="1297" y="400"/>
                </a:lnTo>
                <a:close/>
                <a:moveTo>
                  <a:pt x="1297" y="235"/>
                </a:moveTo>
                <a:cubicBezTo>
                  <a:pt x="1244" y="288"/>
                  <a:pt x="1244" y="288"/>
                  <a:pt x="1244" y="288"/>
                </a:cubicBezTo>
                <a:cubicBezTo>
                  <a:pt x="1297" y="341"/>
                  <a:pt x="1297" y="341"/>
                  <a:pt x="1297" y="341"/>
                </a:cubicBezTo>
                <a:lnTo>
                  <a:pt x="1297" y="235"/>
                </a:lnTo>
                <a:close/>
              </a:path>
            </a:pathLst>
          </a:custGeom>
          <a:solidFill>
            <a:schemeClr val="tx1"/>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de-DE" dirty="0"/>
          </a:p>
        </p:txBody>
      </p:sp>
      <p:sp>
        <p:nvSpPr>
          <p:cNvPr id="51" name="Freeform 32">
            <a:extLst>
              <a:ext uri="{FF2B5EF4-FFF2-40B4-BE49-F238E27FC236}">
                <a16:creationId xmlns:a16="http://schemas.microsoft.com/office/drawing/2014/main" id="{D92FEEAB-456F-6A7B-030C-F6DC1A2A316A}"/>
              </a:ext>
            </a:extLst>
          </p:cNvPr>
          <p:cNvSpPr>
            <a:spLocks noEditPoints="1"/>
          </p:cNvSpPr>
          <p:nvPr>
            <p:custDataLst>
              <p:tags r:id="rId2"/>
            </p:custDataLst>
          </p:nvPr>
        </p:nvSpPr>
        <p:spPr bwMode="auto">
          <a:xfrm>
            <a:off x="9886077" y="4325711"/>
            <a:ext cx="1104187" cy="474583"/>
          </a:xfrm>
          <a:custGeom>
            <a:avLst/>
            <a:gdLst>
              <a:gd name="T0" fmla="*/ 1959 w 1959"/>
              <a:gd name="T1" fmla="*/ 38 h 879"/>
              <a:gd name="T2" fmla="*/ 1676 w 1959"/>
              <a:gd name="T3" fmla="*/ 879 h 879"/>
              <a:gd name="T4" fmla="*/ 1817 w 1959"/>
              <a:gd name="T5" fmla="*/ 0 h 879"/>
              <a:gd name="T6" fmla="*/ 1358 w 1959"/>
              <a:gd name="T7" fmla="*/ 38 h 879"/>
              <a:gd name="T8" fmla="*/ 1642 w 1959"/>
              <a:gd name="T9" fmla="*/ 879 h 879"/>
              <a:gd name="T10" fmla="*/ 1500 w 1959"/>
              <a:gd name="T11" fmla="*/ 0 h 879"/>
              <a:gd name="T12" fmla="*/ 1327 w 1959"/>
              <a:gd name="T13" fmla="*/ 879 h 879"/>
              <a:gd name="T14" fmla="*/ 1134 w 1959"/>
              <a:gd name="T15" fmla="*/ 634 h 879"/>
              <a:gd name="T16" fmla="*/ 760 w 1959"/>
              <a:gd name="T17" fmla="*/ 879 h 879"/>
              <a:gd name="T18" fmla="*/ 624 w 1959"/>
              <a:gd name="T19" fmla="*/ 570 h 879"/>
              <a:gd name="T20" fmla="*/ 453 w 1959"/>
              <a:gd name="T21" fmla="*/ 624 h 879"/>
              <a:gd name="T22" fmla="*/ 0 w 1959"/>
              <a:gd name="T23" fmla="*/ 879 h 879"/>
              <a:gd name="T24" fmla="*/ 227 w 1959"/>
              <a:gd name="T25" fmla="*/ 460 h 879"/>
              <a:gd name="T26" fmla="*/ 624 w 1959"/>
              <a:gd name="T27" fmla="*/ 530 h 879"/>
              <a:gd name="T28" fmla="*/ 760 w 1959"/>
              <a:gd name="T29" fmla="*/ 414 h 879"/>
              <a:gd name="T30" fmla="*/ 1134 w 1959"/>
              <a:gd name="T31" fmla="*/ 534 h 879"/>
              <a:gd name="T32" fmla="*/ 1327 w 1959"/>
              <a:gd name="T33" fmla="*/ 193 h 879"/>
              <a:gd name="T34" fmla="*/ 1230 w 1959"/>
              <a:gd name="T35" fmla="*/ 275 h 879"/>
              <a:gd name="T36" fmla="*/ 1176 w 1959"/>
              <a:gd name="T37" fmla="*/ 222 h 879"/>
              <a:gd name="T38" fmla="*/ 1229 w 1959"/>
              <a:gd name="T39" fmla="*/ 633 h 879"/>
              <a:gd name="T40" fmla="*/ 1283 w 1959"/>
              <a:gd name="T41" fmla="*/ 686 h 879"/>
              <a:gd name="T42" fmla="*/ 1230 w 1959"/>
              <a:gd name="T43" fmla="*/ 768 h 879"/>
              <a:gd name="T44" fmla="*/ 1176 w 1959"/>
              <a:gd name="T45" fmla="*/ 715 h 879"/>
              <a:gd name="T46" fmla="*/ 1283 w 1959"/>
              <a:gd name="T47" fmla="*/ 551 h 879"/>
              <a:gd name="T48" fmla="*/ 1230 w 1959"/>
              <a:gd name="T49" fmla="*/ 604 h 879"/>
              <a:gd name="T50" fmla="*/ 1229 w 1959"/>
              <a:gd name="T51" fmla="*/ 470 h 879"/>
              <a:gd name="T52" fmla="*/ 1283 w 1959"/>
              <a:gd name="T53" fmla="*/ 523 h 879"/>
              <a:gd name="T54" fmla="*/ 1283 w 1959"/>
              <a:gd name="T55" fmla="*/ 387 h 879"/>
              <a:gd name="T56" fmla="*/ 1230 w 1959"/>
              <a:gd name="T57" fmla="*/ 440 h 879"/>
              <a:gd name="T58" fmla="*/ 1229 w 1959"/>
              <a:gd name="T59" fmla="*/ 305 h 879"/>
              <a:gd name="T60" fmla="*/ 1283 w 1959"/>
              <a:gd name="T61" fmla="*/ 358 h 879"/>
              <a:gd name="T62" fmla="*/ 1215 w 1959"/>
              <a:gd name="T63" fmla="*/ 290 h 879"/>
              <a:gd name="T64" fmla="*/ 1162 w 1959"/>
              <a:gd name="T65" fmla="*/ 343 h 879"/>
              <a:gd name="T66" fmla="*/ 1215 w 1959"/>
              <a:gd name="T67" fmla="*/ 455 h 879"/>
              <a:gd name="T68" fmla="*/ 1162 w 1959"/>
              <a:gd name="T69" fmla="*/ 508 h 879"/>
              <a:gd name="T70" fmla="*/ 1215 w 1959"/>
              <a:gd name="T71" fmla="*/ 618 h 879"/>
              <a:gd name="T72" fmla="*/ 1162 w 1959"/>
              <a:gd name="T73" fmla="*/ 672 h 879"/>
              <a:gd name="T74" fmla="*/ 1215 w 1959"/>
              <a:gd name="T75" fmla="*/ 783 h 879"/>
              <a:gd name="T76" fmla="*/ 1162 w 1959"/>
              <a:gd name="T77" fmla="*/ 836 h 879"/>
              <a:gd name="T78" fmla="*/ 1229 w 1959"/>
              <a:gd name="T79" fmla="*/ 798 h 879"/>
              <a:gd name="T80" fmla="*/ 1283 w 1959"/>
              <a:gd name="T81" fmla="*/ 851 h 879"/>
              <a:gd name="T82" fmla="*/ 1244 w 1959"/>
              <a:gd name="T83" fmla="*/ 781 h 879"/>
              <a:gd name="T84" fmla="*/ 1297 w 1959"/>
              <a:gd name="T85" fmla="*/ 728 h 879"/>
              <a:gd name="T86" fmla="*/ 1244 w 1959"/>
              <a:gd name="T87" fmla="*/ 617 h 879"/>
              <a:gd name="T88" fmla="*/ 1297 w 1959"/>
              <a:gd name="T89" fmla="*/ 564 h 879"/>
              <a:gd name="T90" fmla="*/ 1244 w 1959"/>
              <a:gd name="T91" fmla="*/ 453 h 879"/>
              <a:gd name="T92" fmla="*/ 1297 w 1959"/>
              <a:gd name="T93" fmla="*/ 400 h 879"/>
              <a:gd name="T94" fmla="*/ 1244 w 1959"/>
              <a:gd name="T95" fmla="*/ 288 h 879"/>
              <a:gd name="T96" fmla="*/ 1297 w 1959"/>
              <a:gd name="T97" fmla="*/ 235 h 8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59" h="879">
                <a:moveTo>
                  <a:pt x="1817" y="0"/>
                </a:moveTo>
                <a:cubicBezTo>
                  <a:pt x="1896" y="0"/>
                  <a:pt x="1959" y="17"/>
                  <a:pt x="1959" y="38"/>
                </a:cubicBezTo>
                <a:cubicBezTo>
                  <a:pt x="1959" y="879"/>
                  <a:pt x="1959" y="879"/>
                  <a:pt x="1959" y="879"/>
                </a:cubicBezTo>
                <a:cubicBezTo>
                  <a:pt x="1676" y="879"/>
                  <a:pt x="1676" y="879"/>
                  <a:pt x="1676" y="879"/>
                </a:cubicBezTo>
                <a:cubicBezTo>
                  <a:pt x="1676" y="38"/>
                  <a:pt x="1676" y="38"/>
                  <a:pt x="1676" y="38"/>
                </a:cubicBezTo>
                <a:cubicBezTo>
                  <a:pt x="1676" y="17"/>
                  <a:pt x="1739" y="0"/>
                  <a:pt x="1817" y="0"/>
                </a:cubicBezTo>
                <a:close/>
                <a:moveTo>
                  <a:pt x="1500" y="0"/>
                </a:moveTo>
                <a:cubicBezTo>
                  <a:pt x="1422" y="0"/>
                  <a:pt x="1358" y="17"/>
                  <a:pt x="1358" y="38"/>
                </a:cubicBezTo>
                <a:cubicBezTo>
                  <a:pt x="1358" y="879"/>
                  <a:pt x="1358" y="879"/>
                  <a:pt x="1358" y="879"/>
                </a:cubicBezTo>
                <a:cubicBezTo>
                  <a:pt x="1642" y="879"/>
                  <a:pt x="1642" y="879"/>
                  <a:pt x="1642" y="879"/>
                </a:cubicBezTo>
                <a:cubicBezTo>
                  <a:pt x="1642" y="38"/>
                  <a:pt x="1642" y="38"/>
                  <a:pt x="1642" y="38"/>
                </a:cubicBezTo>
                <a:cubicBezTo>
                  <a:pt x="1642" y="17"/>
                  <a:pt x="1578" y="0"/>
                  <a:pt x="1500" y="0"/>
                </a:cubicBezTo>
                <a:close/>
                <a:moveTo>
                  <a:pt x="1327" y="193"/>
                </a:moveTo>
                <a:cubicBezTo>
                  <a:pt x="1327" y="879"/>
                  <a:pt x="1327" y="879"/>
                  <a:pt x="1327" y="879"/>
                </a:cubicBezTo>
                <a:cubicBezTo>
                  <a:pt x="1134" y="879"/>
                  <a:pt x="1134" y="879"/>
                  <a:pt x="1134" y="879"/>
                </a:cubicBezTo>
                <a:cubicBezTo>
                  <a:pt x="1134" y="634"/>
                  <a:pt x="1134" y="634"/>
                  <a:pt x="1134" y="634"/>
                </a:cubicBezTo>
                <a:cubicBezTo>
                  <a:pt x="760" y="705"/>
                  <a:pt x="760" y="705"/>
                  <a:pt x="760" y="705"/>
                </a:cubicBezTo>
                <a:cubicBezTo>
                  <a:pt x="760" y="879"/>
                  <a:pt x="760" y="879"/>
                  <a:pt x="760" y="879"/>
                </a:cubicBezTo>
                <a:cubicBezTo>
                  <a:pt x="624" y="879"/>
                  <a:pt x="624" y="879"/>
                  <a:pt x="624" y="879"/>
                </a:cubicBezTo>
                <a:cubicBezTo>
                  <a:pt x="624" y="570"/>
                  <a:pt x="624" y="570"/>
                  <a:pt x="624" y="570"/>
                </a:cubicBezTo>
                <a:cubicBezTo>
                  <a:pt x="301" y="514"/>
                  <a:pt x="301" y="514"/>
                  <a:pt x="301" y="514"/>
                </a:cubicBezTo>
                <a:cubicBezTo>
                  <a:pt x="453" y="624"/>
                  <a:pt x="453" y="624"/>
                  <a:pt x="453" y="624"/>
                </a:cubicBezTo>
                <a:cubicBezTo>
                  <a:pt x="453" y="879"/>
                  <a:pt x="453" y="879"/>
                  <a:pt x="453" y="879"/>
                </a:cubicBezTo>
                <a:cubicBezTo>
                  <a:pt x="0" y="879"/>
                  <a:pt x="0" y="879"/>
                  <a:pt x="0" y="879"/>
                </a:cubicBezTo>
                <a:cubicBezTo>
                  <a:pt x="0" y="624"/>
                  <a:pt x="0" y="624"/>
                  <a:pt x="0" y="624"/>
                </a:cubicBezTo>
                <a:cubicBezTo>
                  <a:pt x="227" y="460"/>
                  <a:pt x="227" y="460"/>
                  <a:pt x="227" y="460"/>
                </a:cubicBezTo>
                <a:cubicBezTo>
                  <a:pt x="228" y="460"/>
                  <a:pt x="228" y="460"/>
                  <a:pt x="228" y="460"/>
                </a:cubicBezTo>
                <a:cubicBezTo>
                  <a:pt x="624" y="530"/>
                  <a:pt x="624" y="530"/>
                  <a:pt x="624" y="530"/>
                </a:cubicBezTo>
                <a:cubicBezTo>
                  <a:pt x="624" y="414"/>
                  <a:pt x="624" y="414"/>
                  <a:pt x="624" y="414"/>
                </a:cubicBezTo>
                <a:cubicBezTo>
                  <a:pt x="760" y="414"/>
                  <a:pt x="760" y="414"/>
                  <a:pt x="760" y="414"/>
                </a:cubicBezTo>
                <a:cubicBezTo>
                  <a:pt x="760" y="602"/>
                  <a:pt x="760" y="602"/>
                  <a:pt x="760" y="602"/>
                </a:cubicBezTo>
                <a:cubicBezTo>
                  <a:pt x="1134" y="534"/>
                  <a:pt x="1134" y="534"/>
                  <a:pt x="1134" y="534"/>
                </a:cubicBezTo>
                <a:cubicBezTo>
                  <a:pt x="1134" y="193"/>
                  <a:pt x="1134" y="193"/>
                  <a:pt x="1134" y="193"/>
                </a:cubicBezTo>
                <a:lnTo>
                  <a:pt x="1327" y="193"/>
                </a:lnTo>
                <a:close/>
                <a:moveTo>
                  <a:pt x="1176" y="222"/>
                </a:moveTo>
                <a:cubicBezTo>
                  <a:pt x="1230" y="275"/>
                  <a:pt x="1230" y="275"/>
                  <a:pt x="1230" y="275"/>
                </a:cubicBezTo>
                <a:cubicBezTo>
                  <a:pt x="1283" y="222"/>
                  <a:pt x="1283" y="222"/>
                  <a:pt x="1283" y="222"/>
                </a:cubicBezTo>
                <a:lnTo>
                  <a:pt x="1176" y="222"/>
                </a:lnTo>
                <a:close/>
                <a:moveTo>
                  <a:pt x="1283" y="686"/>
                </a:moveTo>
                <a:cubicBezTo>
                  <a:pt x="1229" y="633"/>
                  <a:pt x="1229" y="633"/>
                  <a:pt x="1229" y="633"/>
                </a:cubicBezTo>
                <a:cubicBezTo>
                  <a:pt x="1176" y="686"/>
                  <a:pt x="1176" y="686"/>
                  <a:pt x="1176" y="686"/>
                </a:cubicBezTo>
                <a:lnTo>
                  <a:pt x="1283" y="686"/>
                </a:lnTo>
                <a:close/>
                <a:moveTo>
                  <a:pt x="1176" y="715"/>
                </a:moveTo>
                <a:cubicBezTo>
                  <a:pt x="1230" y="768"/>
                  <a:pt x="1230" y="768"/>
                  <a:pt x="1230" y="768"/>
                </a:cubicBezTo>
                <a:cubicBezTo>
                  <a:pt x="1283" y="715"/>
                  <a:pt x="1283" y="715"/>
                  <a:pt x="1283" y="715"/>
                </a:cubicBezTo>
                <a:lnTo>
                  <a:pt x="1176" y="715"/>
                </a:lnTo>
                <a:close/>
                <a:moveTo>
                  <a:pt x="1230" y="604"/>
                </a:moveTo>
                <a:cubicBezTo>
                  <a:pt x="1283" y="551"/>
                  <a:pt x="1283" y="551"/>
                  <a:pt x="1283" y="551"/>
                </a:cubicBezTo>
                <a:cubicBezTo>
                  <a:pt x="1176" y="551"/>
                  <a:pt x="1176" y="551"/>
                  <a:pt x="1176" y="551"/>
                </a:cubicBezTo>
                <a:lnTo>
                  <a:pt x="1230" y="604"/>
                </a:lnTo>
                <a:close/>
                <a:moveTo>
                  <a:pt x="1283" y="523"/>
                </a:moveTo>
                <a:cubicBezTo>
                  <a:pt x="1229" y="470"/>
                  <a:pt x="1229" y="470"/>
                  <a:pt x="1229" y="470"/>
                </a:cubicBezTo>
                <a:cubicBezTo>
                  <a:pt x="1176" y="523"/>
                  <a:pt x="1176" y="523"/>
                  <a:pt x="1176" y="523"/>
                </a:cubicBezTo>
                <a:lnTo>
                  <a:pt x="1283" y="523"/>
                </a:lnTo>
                <a:close/>
                <a:moveTo>
                  <a:pt x="1230" y="440"/>
                </a:moveTo>
                <a:cubicBezTo>
                  <a:pt x="1283" y="387"/>
                  <a:pt x="1283" y="387"/>
                  <a:pt x="1283" y="387"/>
                </a:cubicBezTo>
                <a:cubicBezTo>
                  <a:pt x="1176" y="387"/>
                  <a:pt x="1176" y="387"/>
                  <a:pt x="1176" y="387"/>
                </a:cubicBezTo>
                <a:lnTo>
                  <a:pt x="1230" y="440"/>
                </a:lnTo>
                <a:close/>
                <a:moveTo>
                  <a:pt x="1283" y="358"/>
                </a:moveTo>
                <a:cubicBezTo>
                  <a:pt x="1229" y="305"/>
                  <a:pt x="1229" y="305"/>
                  <a:pt x="1229" y="305"/>
                </a:cubicBezTo>
                <a:cubicBezTo>
                  <a:pt x="1176" y="358"/>
                  <a:pt x="1176" y="358"/>
                  <a:pt x="1176" y="358"/>
                </a:cubicBezTo>
                <a:lnTo>
                  <a:pt x="1283" y="358"/>
                </a:lnTo>
                <a:close/>
                <a:moveTo>
                  <a:pt x="1162" y="343"/>
                </a:moveTo>
                <a:cubicBezTo>
                  <a:pt x="1215" y="290"/>
                  <a:pt x="1215" y="290"/>
                  <a:pt x="1215" y="290"/>
                </a:cubicBezTo>
                <a:cubicBezTo>
                  <a:pt x="1162" y="237"/>
                  <a:pt x="1162" y="237"/>
                  <a:pt x="1162" y="237"/>
                </a:cubicBezTo>
                <a:lnTo>
                  <a:pt x="1162" y="343"/>
                </a:lnTo>
                <a:close/>
                <a:moveTo>
                  <a:pt x="1162" y="508"/>
                </a:moveTo>
                <a:cubicBezTo>
                  <a:pt x="1215" y="455"/>
                  <a:pt x="1215" y="455"/>
                  <a:pt x="1215" y="455"/>
                </a:cubicBezTo>
                <a:cubicBezTo>
                  <a:pt x="1162" y="402"/>
                  <a:pt x="1162" y="402"/>
                  <a:pt x="1162" y="402"/>
                </a:cubicBezTo>
                <a:lnTo>
                  <a:pt x="1162" y="508"/>
                </a:lnTo>
                <a:close/>
                <a:moveTo>
                  <a:pt x="1162" y="672"/>
                </a:moveTo>
                <a:cubicBezTo>
                  <a:pt x="1215" y="618"/>
                  <a:pt x="1215" y="618"/>
                  <a:pt x="1215" y="618"/>
                </a:cubicBezTo>
                <a:cubicBezTo>
                  <a:pt x="1162" y="565"/>
                  <a:pt x="1162" y="565"/>
                  <a:pt x="1162" y="565"/>
                </a:cubicBezTo>
                <a:lnTo>
                  <a:pt x="1162" y="672"/>
                </a:lnTo>
                <a:close/>
                <a:moveTo>
                  <a:pt x="1162" y="836"/>
                </a:moveTo>
                <a:cubicBezTo>
                  <a:pt x="1215" y="783"/>
                  <a:pt x="1215" y="783"/>
                  <a:pt x="1215" y="783"/>
                </a:cubicBezTo>
                <a:cubicBezTo>
                  <a:pt x="1162" y="730"/>
                  <a:pt x="1162" y="730"/>
                  <a:pt x="1162" y="730"/>
                </a:cubicBezTo>
                <a:lnTo>
                  <a:pt x="1162" y="836"/>
                </a:lnTo>
                <a:close/>
                <a:moveTo>
                  <a:pt x="1283" y="851"/>
                </a:moveTo>
                <a:cubicBezTo>
                  <a:pt x="1229" y="798"/>
                  <a:pt x="1229" y="798"/>
                  <a:pt x="1229" y="798"/>
                </a:cubicBezTo>
                <a:cubicBezTo>
                  <a:pt x="1176" y="851"/>
                  <a:pt x="1176" y="851"/>
                  <a:pt x="1176" y="851"/>
                </a:cubicBezTo>
                <a:lnTo>
                  <a:pt x="1283" y="851"/>
                </a:lnTo>
                <a:close/>
                <a:moveTo>
                  <a:pt x="1297" y="728"/>
                </a:moveTo>
                <a:cubicBezTo>
                  <a:pt x="1244" y="781"/>
                  <a:pt x="1244" y="781"/>
                  <a:pt x="1244" y="781"/>
                </a:cubicBezTo>
                <a:cubicBezTo>
                  <a:pt x="1297" y="834"/>
                  <a:pt x="1297" y="834"/>
                  <a:pt x="1297" y="834"/>
                </a:cubicBezTo>
                <a:lnTo>
                  <a:pt x="1297" y="728"/>
                </a:lnTo>
                <a:close/>
                <a:moveTo>
                  <a:pt x="1297" y="564"/>
                </a:moveTo>
                <a:cubicBezTo>
                  <a:pt x="1244" y="617"/>
                  <a:pt x="1244" y="617"/>
                  <a:pt x="1244" y="617"/>
                </a:cubicBezTo>
                <a:cubicBezTo>
                  <a:pt x="1297" y="670"/>
                  <a:pt x="1297" y="670"/>
                  <a:pt x="1297" y="670"/>
                </a:cubicBezTo>
                <a:lnTo>
                  <a:pt x="1297" y="564"/>
                </a:lnTo>
                <a:close/>
                <a:moveTo>
                  <a:pt x="1297" y="400"/>
                </a:moveTo>
                <a:cubicBezTo>
                  <a:pt x="1244" y="453"/>
                  <a:pt x="1244" y="453"/>
                  <a:pt x="1244" y="453"/>
                </a:cubicBezTo>
                <a:cubicBezTo>
                  <a:pt x="1297" y="507"/>
                  <a:pt x="1297" y="507"/>
                  <a:pt x="1297" y="507"/>
                </a:cubicBezTo>
                <a:lnTo>
                  <a:pt x="1297" y="400"/>
                </a:lnTo>
                <a:close/>
                <a:moveTo>
                  <a:pt x="1297" y="235"/>
                </a:moveTo>
                <a:cubicBezTo>
                  <a:pt x="1244" y="288"/>
                  <a:pt x="1244" y="288"/>
                  <a:pt x="1244" y="288"/>
                </a:cubicBezTo>
                <a:cubicBezTo>
                  <a:pt x="1297" y="341"/>
                  <a:pt x="1297" y="341"/>
                  <a:pt x="1297" y="341"/>
                </a:cubicBezTo>
                <a:lnTo>
                  <a:pt x="1297" y="235"/>
                </a:lnTo>
                <a:close/>
              </a:path>
            </a:pathLst>
          </a:custGeom>
          <a:solidFill>
            <a:schemeClr val="tx1"/>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de-DE" dirty="0"/>
          </a:p>
        </p:txBody>
      </p:sp>
      <p:sp>
        <p:nvSpPr>
          <p:cNvPr id="52" name="Freeform 46">
            <a:extLst>
              <a:ext uri="{FF2B5EF4-FFF2-40B4-BE49-F238E27FC236}">
                <a16:creationId xmlns:a16="http://schemas.microsoft.com/office/drawing/2014/main" id="{FF2CD305-90D1-13DE-C808-8DF280C5039B}"/>
              </a:ext>
            </a:extLst>
          </p:cNvPr>
          <p:cNvSpPr>
            <a:spLocks noEditPoints="1"/>
          </p:cNvSpPr>
          <p:nvPr>
            <p:custDataLst>
              <p:tags r:id="rId3"/>
            </p:custDataLst>
          </p:nvPr>
        </p:nvSpPr>
        <p:spPr bwMode="auto">
          <a:xfrm>
            <a:off x="7920620" y="5423015"/>
            <a:ext cx="778152" cy="755427"/>
          </a:xfrm>
          <a:custGeom>
            <a:avLst/>
            <a:gdLst>
              <a:gd name="T0" fmla="*/ 1249 w 1291"/>
              <a:gd name="T1" fmla="*/ 40 h 1327"/>
              <a:gd name="T2" fmla="*/ 1031 w 1291"/>
              <a:gd name="T3" fmla="*/ 40 h 1327"/>
              <a:gd name="T4" fmla="*/ 986 w 1291"/>
              <a:gd name="T5" fmla="*/ 895 h 1327"/>
              <a:gd name="T6" fmla="*/ 877 w 1291"/>
              <a:gd name="T7" fmla="*/ 0 h 1327"/>
              <a:gd name="T8" fmla="*/ 768 w 1291"/>
              <a:gd name="T9" fmla="*/ 895 h 1327"/>
              <a:gd name="T10" fmla="*/ 723 w 1291"/>
              <a:gd name="T11" fmla="*/ 41 h 1327"/>
              <a:gd name="T12" fmla="*/ 505 w 1291"/>
              <a:gd name="T13" fmla="*/ 41 h 1327"/>
              <a:gd name="T14" fmla="*/ 464 w 1291"/>
              <a:gd name="T15" fmla="*/ 895 h 1327"/>
              <a:gd name="T16" fmla="*/ 1291 w 1291"/>
              <a:gd name="T17" fmla="*/ 1327 h 1327"/>
              <a:gd name="T18" fmla="*/ 1249 w 1291"/>
              <a:gd name="T19" fmla="*/ 895 h 1327"/>
              <a:gd name="T20" fmla="*/ 528 w 1291"/>
              <a:gd name="T21" fmla="*/ 895 h 1327"/>
              <a:gd name="T22" fmla="*/ 701 w 1291"/>
              <a:gd name="T23" fmla="*/ 711 h 1327"/>
              <a:gd name="T24" fmla="*/ 964 w 1291"/>
              <a:gd name="T25" fmla="*/ 895 h 1327"/>
              <a:gd name="T26" fmla="*/ 791 w 1291"/>
              <a:gd name="T27" fmla="*/ 711 h 1327"/>
              <a:gd name="T28" fmla="*/ 964 w 1291"/>
              <a:gd name="T29" fmla="*/ 895 h 1327"/>
              <a:gd name="T30" fmla="*/ 1054 w 1291"/>
              <a:gd name="T31" fmla="*/ 895 h 1327"/>
              <a:gd name="T32" fmla="*/ 1227 w 1291"/>
              <a:gd name="T33" fmla="*/ 711 h 1327"/>
              <a:gd name="T34" fmla="*/ 550 w 1291"/>
              <a:gd name="T35" fmla="*/ 760 h 1327"/>
              <a:gd name="T36" fmla="*/ 614 w 1291"/>
              <a:gd name="T37" fmla="*/ 835 h 1327"/>
              <a:gd name="T38" fmla="*/ 813 w 1291"/>
              <a:gd name="T39" fmla="*/ 760 h 1327"/>
              <a:gd name="T40" fmla="*/ 877 w 1291"/>
              <a:gd name="T41" fmla="*/ 835 h 1327"/>
              <a:gd name="T42" fmla="*/ 1077 w 1291"/>
              <a:gd name="T43" fmla="*/ 760 h 1327"/>
              <a:gd name="T44" fmla="*/ 1140 w 1291"/>
              <a:gd name="T45" fmla="*/ 835 h 1327"/>
              <a:gd name="T46" fmla="*/ 437 w 1291"/>
              <a:gd name="T47" fmla="*/ 914 h 1327"/>
              <a:gd name="T48" fmla="*/ 298 w 1291"/>
              <a:gd name="T49" fmla="*/ 1012 h 1327"/>
              <a:gd name="T50" fmla="*/ 437 w 1291"/>
              <a:gd name="T51" fmla="*/ 1146 h 1327"/>
              <a:gd name="T52" fmla="*/ 437 w 1291"/>
              <a:gd name="T53" fmla="*/ 1194 h 1327"/>
              <a:gd name="T54" fmla="*/ 245 w 1291"/>
              <a:gd name="T55" fmla="*/ 1179 h 1327"/>
              <a:gd name="T56" fmla="*/ 270 w 1291"/>
              <a:gd name="T57" fmla="*/ 1019 h 1327"/>
              <a:gd name="T58" fmla="*/ 437 w 1291"/>
              <a:gd name="T59" fmla="*/ 1170 h 1327"/>
              <a:gd name="T60" fmla="*/ 227 w 1291"/>
              <a:gd name="T61" fmla="*/ 984 h 1327"/>
              <a:gd name="T62" fmla="*/ 49 w 1291"/>
              <a:gd name="T63" fmla="*/ 1031 h 1327"/>
              <a:gd name="T64" fmla="*/ 11 w 1291"/>
              <a:gd name="T65" fmla="*/ 1257 h 1327"/>
              <a:gd name="T66" fmla="*/ 0 w 1291"/>
              <a:gd name="T67" fmla="*/ 1289 h 1327"/>
              <a:gd name="T68" fmla="*/ 37 w 1291"/>
              <a:gd name="T69" fmla="*/ 1282 h 1327"/>
              <a:gd name="T70" fmla="*/ 159 w 1291"/>
              <a:gd name="T71" fmla="*/ 1327 h 1327"/>
              <a:gd name="T72" fmla="*/ 266 w 1291"/>
              <a:gd name="T73" fmla="*/ 1282 h 1327"/>
              <a:gd name="T74" fmla="*/ 383 w 1291"/>
              <a:gd name="T75" fmla="*/ 1258 h 1327"/>
              <a:gd name="T76" fmla="*/ 437 w 1291"/>
              <a:gd name="T77" fmla="*/ 1327 h 1327"/>
              <a:gd name="T78" fmla="*/ 437 w 1291"/>
              <a:gd name="T79" fmla="*/ 1214 h 1327"/>
              <a:gd name="T80" fmla="*/ 184 w 1291"/>
              <a:gd name="T81" fmla="*/ 1063 h 1327"/>
              <a:gd name="T82" fmla="*/ 35 w 1291"/>
              <a:gd name="T83" fmla="*/ 1139 h 1327"/>
              <a:gd name="T84" fmla="*/ 117 w 1291"/>
              <a:gd name="T85" fmla="*/ 1009 h 1327"/>
              <a:gd name="T86" fmla="*/ 184 w 1291"/>
              <a:gd name="T87" fmla="*/ 1063 h 1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91" h="1327">
                <a:moveTo>
                  <a:pt x="1249" y="895"/>
                </a:moveTo>
                <a:cubicBezTo>
                  <a:pt x="1249" y="40"/>
                  <a:pt x="1249" y="40"/>
                  <a:pt x="1249" y="40"/>
                </a:cubicBezTo>
                <a:cubicBezTo>
                  <a:pt x="1249" y="18"/>
                  <a:pt x="1201" y="0"/>
                  <a:pt x="1140" y="0"/>
                </a:cubicBezTo>
                <a:cubicBezTo>
                  <a:pt x="1080" y="0"/>
                  <a:pt x="1031" y="18"/>
                  <a:pt x="1031" y="40"/>
                </a:cubicBezTo>
                <a:cubicBezTo>
                  <a:pt x="1031" y="895"/>
                  <a:pt x="1031" y="895"/>
                  <a:pt x="1031" y="895"/>
                </a:cubicBezTo>
                <a:cubicBezTo>
                  <a:pt x="986" y="895"/>
                  <a:pt x="986" y="895"/>
                  <a:pt x="986" y="895"/>
                </a:cubicBezTo>
                <a:cubicBezTo>
                  <a:pt x="986" y="40"/>
                  <a:pt x="986" y="40"/>
                  <a:pt x="986" y="40"/>
                </a:cubicBezTo>
                <a:cubicBezTo>
                  <a:pt x="986" y="18"/>
                  <a:pt x="938" y="0"/>
                  <a:pt x="877" y="0"/>
                </a:cubicBezTo>
                <a:cubicBezTo>
                  <a:pt x="817" y="0"/>
                  <a:pt x="768" y="18"/>
                  <a:pt x="768" y="40"/>
                </a:cubicBezTo>
                <a:cubicBezTo>
                  <a:pt x="768" y="895"/>
                  <a:pt x="768" y="895"/>
                  <a:pt x="768" y="895"/>
                </a:cubicBezTo>
                <a:cubicBezTo>
                  <a:pt x="723" y="895"/>
                  <a:pt x="723" y="895"/>
                  <a:pt x="723" y="895"/>
                </a:cubicBezTo>
                <a:cubicBezTo>
                  <a:pt x="723" y="41"/>
                  <a:pt x="723" y="41"/>
                  <a:pt x="723" y="41"/>
                </a:cubicBezTo>
                <a:cubicBezTo>
                  <a:pt x="723" y="19"/>
                  <a:pt x="674" y="0"/>
                  <a:pt x="614" y="0"/>
                </a:cubicBezTo>
                <a:cubicBezTo>
                  <a:pt x="554" y="0"/>
                  <a:pt x="505" y="19"/>
                  <a:pt x="505" y="41"/>
                </a:cubicBezTo>
                <a:cubicBezTo>
                  <a:pt x="505" y="895"/>
                  <a:pt x="505" y="895"/>
                  <a:pt x="505" y="895"/>
                </a:cubicBezTo>
                <a:cubicBezTo>
                  <a:pt x="464" y="895"/>
                  <a:pt x="464" y="895"/>
                  <a:pt x="464" y="895"/>
                </a:cubicBezTo>
                <a:cubicBezTo>
                  <a:pt x="464" y="1327"/>
                  <a:pt x="464" y="1327"/>
                  <a:pt x="464" y="1327"/>
                </a:cubicBezTo>
                <a:cubicBezTo>
                  <a:pt x="1291" y="1327"/>
                  <a:pt x="1291" y="1327"/>
                  <a:pt x="1291" y="1327"/>
                </a:cubicBezTo>
                <a:cubicBezTo>
                  <a:pt x="1291" y="895"/>
                  <a:pt x="1291" y="895"/>
                  <a:pt x="1291" y="895"/>
                </a:cubicBezTo>
                <a:lnTo>
                  <a:pt x="1249" y="895"/>
                </a:lnTo>
                <a:close/>
                <a:moveTo>
                  <a:pt x="701" y="895"/>
                </a:moveTo>
                <a:cubicBezTo>
                  <a:pt x="528" y="895"/>
                  <a:pt x="528" y="895"/>
                  <a:pt x="528" y="895"/>
                </a:cubicBezTo>
                <a:cubicBezTo>
                  <a:pt x="528" y="711"/>
                  <a:pt x="528" y="711"/>
                  <a:pt x="528" y="711"/>
                </a:cubicBezTo>
                <a:cubicBezTo>
                  <a:pt x="701" y="711"/>
                  <a:pt x="701" y="711"/>
                  <a:pt x="701" y="711"/>
                </a:cubicBezTo>
                <a:lnTo>
                  <a:pt x="701" y="895"/>
                </a:lnTo>
                <a:close/>
                <a:moveTo>
                  <a:pt x="964" y="895"/>
                </a:moveTo>
                <a:cubicBezTo>
                  <a:pt x="791" y="895"/>
                  <a:pt x="791" y="895"/>
                  <a:pt x="791" y="895"/>
                </a:cubicBezTo>
                <a:cubicBezTo>
                  <a:pt x="791" y="711"/>
                  <a:pt x="791" y="711"/>
                  <a:pt x="791" y="711"/>
                </a:cubicBezTo>
                <a:cubicBezTo>
                  <a:pt x="964" y="711"/>
                  <a:pt x="964" y="711"/>
                  <a:pt x="964" y="711"/>
                </a:cubicBezTo>
                <a:lnTo>
                  <a:pt x="964" y="895"/>
                </a:lnTo>
                <a:close/>
                <a:moveTo>
                  <a:pt x="1227" y="895"/>
                </a:moveTo>
                <a:cubicBezTo>
                  <a:pt x="1054" y="895"/>
                  <a:pt x="1054" y="895"/>
                  <a:pt x="1054" y="895"/>
                </a:cubicBezTo>
                <a:cubicBezTo>
                  <a:pt x="1054" y="711"/>
                  <a:pt x="1054" y="711"/>
                  <a:pt x="1054" y="711"/>
                </a:cubicBezTo>
                <a:cubicBezTo>
                  <a:pt x="1227" y="711"/>
                  <a:pt x="1227" y="711"/>
                  <a:pt x="1227" y="711"/>
                </a:cubicBezTo>
                <a:lnTo>
                  <a:pt x="1227" y="895"/>
                </a:lnTo>
                <a:close/>
                <a:moveTo>
                  <a:pt x="550" y="760"/>
                </a:moveTo>
                <a:cubicBezTo>
                  <a:pt x="678" y="760"/>
                  <a:pt x="678" y="760"/>
                  <a:pt x="678" y="760"/>
                </a:cubicBezTo>
                <a:cubicBezTo>
                  <a:pt x="614" y="835"/>
                  <a:pt x="614" y="835"/>
                  <a:pt x="614" y="835"/>
                </a:cubicBezTo>
                <a:cubicBezTo>
                  <a:pt x="550" y="760"/>
                  <a:pt x="550" y="760"/>
                  <a:pt x="550" y="760"/>
                </a:cubicBezTo>
                <a:close/>
                <a:moveTo>
                  <a:pt x="813" y="760"/>
                </a:moveTo>
                <a:cubicBezTo>
                  <a:pt x="941" y="760"/>
                  <a:pt x="941" y="760"/>
                  <a:pt x="941" y="760"/>
                </a:cubicBezTo>
                <a:cubicBezTo>
                  <a:pt x="877" y="835"/>
                  <a:pt x="877" y="835"/>
                  <a:pt x="877" y="835"/>
                </a:cubicBezTo>
                <a:cubicBezTo>
                  <a:pt x="813" y="760"/>
                  <a:pt x="813" y="760"/>
                  <a:pt x="813" y="760"/>
                </a:cubicBezTo>
                <a:close/>
                <a:moveTo>
                  <a:pt x="1077" y="760"/>
                </a:moveTo>
                <a:cubicBezTo>
                  <a:pt x="1204" y="760"/>
                  <a:pt x="1204" y="760"/>
                  <a:pt x="1204" y="760"/>
                </a:cubicBezTo>
                <a:cubicBezTo>
                  <a:pt x="1140" y="835"/>
                  <a:pt x="1140" y="835"/>
                  <a:pt x="1140" y="835"/>
                </a:cubicBezTo>
                <a:cubicBezTo>
                  <a:pt x="1077" y="760"/>
                  <a:pt x="1077" y="760"/>
                  <a:pt x="1077" y="760"/>
                </a:cubicBezTo>
                <a:close/>
                <a:moveTo>
                  <a:pt x="437" y="914"/>
                </a:moveTo>
                <a:cubicBezTo>
                  <a:pt x="403" y="927"/>
                  <a:pt x="397" y="930"/>
                  <a:pt x="368" y="941"/>
                </a:cubicBezTo>
                <a:cubicBezTo>
                  <a:pt x="340" y="952"/>
                  <a:pt x="317" y="987"/>
                  <a:pt x="298" y="1012"/>
                </a:cubicBezTo>
                <a:cubicBezTo>
                  <a:pt x="297" y="1041"/>
                  <a:pt x="326" y="1115"/>
                  <a:pt x="347" y="1141"/>
                </a:cubicBezTo>
                <a:cubicBezTo>
                  <a:pt x="374" y="1146"/>
                  <a:pt x="410" y="1157"/>
                  <a:pt x="437" y="1146"/>
                </a:cubicBezTo>
                <a:lnTo>
                  <a:pt x="437" y="914"/>
                </a:lnTo>
                <a:close/>
                <a:moveTo>
                  <a:pt x="437" y="1194"/>
                </a:moveTo>
                <a:cubicBezTo>
                  <a:pt x="262" y="1194"/>
                  <a:pt x="262" y="1194"/>
                  <a:pt x="262" y="1194"/>
                </a:cubicBezTo>
                <a:cubicBezTo>
                  <a:pt x="257" y="1189"/>
                  <a:pt x="251" y="1184"/>
                  <a:pt x="245" y="1179"/>
                </a:cubicBezTo>
                <a:cubicBezTo>
                  <a:pt x="245" y="1019"/>
                  <a:pt x="245" y="1019"/>
                  <a:pt x="245" y="1019"/>
                </a:cubicBezTo>
                <a:cubicBezTo>
                  <a:pt x="270" y="1019"/>
                  <a:pt x="270" y="1019"/>
                  <a:pt x="270" y="1019"/>
                </a:cubicBezTo>
                <a:cubicBezTo>
                  <a:pt x="329" y="1170"/>
                  <a:pt x="329" y="1170"/>
                  <a:pt x="329" y="1170"/>
                </a:cubicBezTo>
                <a:cubicBezTo>
                  <a:pt x="437" y="1170"/>
                  <a:pt x="437" y="1170"/>
                  <a:pt x="437" y="1170"/>
                </a:cubicBezTo>
                <a:moveTo>
                  <a:pt x="227" y="1214"/>
                </a:moveTo>
                <a:cubicBezTo>
                  <a:pt x="227" y="984"/>
                  <a:pt x="227" y="984"/>
                  <a:pt x="227" y="984"/>
                </a:cubicBezTo>
                <a:cubicBezTo>
                  <a:pt x="227" y="984"/>
                  <a:pt x="141" y="984"/>
                  <a:pt x="119" y="984"/>
                </a:cubicBezTo>
                <a:cubicBezTo>
                  <a:pt x="76" y="984"/>
                  <a:pt x="59" y="1007"/>
                  <a:pt x="49" y="1031"/>
                </a:cubicBezTo>
                <a:cubicBezTo>
                  <a:pt x="11" y="1139"/>
                  <a:pt x="11" y="1139"/>
                  <a:pt x="11" y="1139"/>
                </a:cubicBezTo>
                <a:cubicBezTo>
                  <a:pt x="11" y="1257"/>
                  <a:pt x="11" y="1257"/>
                  <a:pt x="11" y="1257"/>
                </a:cubicBezTo>
                <a:cubicBezTo>
                  <a:pt x="0" y="1257"/>
                  <a:pt x="0" y="1257"/>
                  <a:pt x="0" y="1257"/>
                </a:cubicBezTo>
                <a:cubicBezTo>
                  <a:pt x="0" y="1289"/>
                  <a:pt x="0" y="1289"/>
                  <a:pt x="0" y="1289"/>
                </a:cubicBezTo>
                <a:cubicBezTo>
                  <a:pt x="37" y="1289"/>
                  <a:pt x="37" y="1289"/>
                  <a:pt x="37" y="1289"/>
                </a:cubicBezTo>
                <a:cubicBezTo>
                  <a:pt x="37" y="1282"/>
                  <a:pt x="37" y="1282"/>
                  <a:pt x="37" y="1282"/>
                </a:cubicBezTo>
                <a:cubicBezTo>
                  <a:pt x="105" y="1282"/>
                  <a:pt x="105" y="1282"/>
                  <a:pt x="105" y="1282"/>
                </a:cubicBezTo>
                <a:cubicBezTo>
                  <a:pt x="109" y="1307"/>
                  <a:pt x="132" y="1327"/>
                  <a:pt x="159" y="1327"/>
                </a:cubicBezTo>
                <a:cubicBezTo>
                  <a:pt x="186" y="1327"/>
                  <a:pt x="209" y="1307"/>
                  <a:pt x="213" y="1282"/>
                </a:cubicBezTo>
                <a:cubicBezTo>
                  <a:pt x="266" y="1282"/>
                  <a:pt x="266" y="1282"/>
                  <a:pt x="266" y="1282"/>
                </a:cubicBezTo>
                <a:cubicBezTo>
                  <a:pt x="266" y="1258"/>
                  <a:pt x="266" y="1258"/>
                  <a:pt x="266" y="1258"/>
                </a:cubicBezTo>
                <a:cubicBezTo>
                  <a:pt x="383" y="1258"/>
                  <a:pt x="383" y="1258"/>
                  <a:pt x="383" y="1258"/>
                </a:cubicBezTo>
                <a:cubicBezTo>
                  <a:pt x="382" y="1262"/>
                  <a:pt x="382" y="1267"/>
                  <a:pt x="382" y="1272"/>
                </a:cubicBezTo>
                <a:cubicBezTo>
                  <a:pt x="382" y="1302"/>
                  <a:pt x="406" y="1327"/>
                  <a:pt x="437" y="1327"/>
                </a:cubicBezTo>
                <a:cubicBezTo>
                  <a:pt x="437" y="1327"/>
                  <a:pt x="437" y="1300"/>
                  <a:pt x="437" y="1269"/>
                </a:cubicBezTo>
                <a:cubicBezTo>
                  <a:pt x="437" y="1214"/>
                  <a:pt x="437" y="1214"/>
                  <a:pt x="437" y="1214"/>
                </a:cubicBezTo>
                <a:lnTo>
                  <a:pt x="227" y="1214"/>
                </a:lnTo>
                <a:close/>
                <a:moveTo>
                  <a:pt x="184" y="1063"/>
                </a:moveTo>
                <a:cubicBezTo>
                  <a:pt x="184" y="1063"/>
                  <a:pt x="175" y="1067"/>
                  <a:pt x="137" y="1082"/>
                </a:cubicBezTo>
                <a:cubicBezTo>
                  <a:pt x="122" y="1087"/>
                  <a:pt x="85" y="1139"/>
                  <a:pt x="35" y="1139"/>
                </a:cubicBezTo>
                <a:cubicBezTo>
                  <a:pt x="70" y="1040"/>
                  <a:pt x="70" y="1040"/>
                  <a:pt x="70" y="1040"/>
                </a:cubicBezTo>
                <a:cubicBezTo>
                  <a:pt x="78" y="1021"/>
                  <a:pt x="89" y="1009"/>
                  <a:pt x="117" y="1009"/>
                </a:cubicBezTo>
                <a:cubicBezTo>
                  <a:pt x="184" y="1009"/>
                  <a:pt x="184" y="1009"/>
                  <a:pt x="184" y="1009"/>
                </a:cubicBezTo>
                <a:lnTo>
                  <a:pt x="184" y="106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de-DE"/>
          </a:p>
        </p:txBody>
      </p:sp>
      <p:sp>
        <p:nvSpPr>
          <p:cNvPr id="53" name="Freeform 46">
            <a:extLst>
              <a:ext uri="{FF2B5EF4-FFF2-40B4-BE49-F238E27FC236}">
                <a16:creationId xmlns:a16="http://schemas.microsoft.com/office/drawing/2014/main" id="{CEFF730B-48FD-039D-4DF6-FB796110A3E6}"/>
              </a:ext>
            </a:extLst>
          </p:cNvPr>
          <p:cNvSpPr>
            <a:spLocks noEditPoints="1"/>
          </p:cNvSpPr>
          <p:nvPr>
            <p:custDataLst>
              <p:tags r:id="rId4"/>
            </p:custDataLst>
          </p:nvPr>
        </p:nvSpPr>
        <p:spPr bwMode="auto">
          <a:xfrm>
            <a:off x="2285938" y="5423015"/>
            <a:ext cx="778152" cy="755427"/>
          </a:xfrm>
          <a:custGeom>
            <a:avLst/>
            <a:gdLst>
              <a:gd name="T0" fmla="*/ 1249 w 1291"/>
              <a:gd name="T1" fmla="*/ 40 h 1327"/>
              <a:gd name="T2" fmla="*/ 1031 w 1291"/>
              <a:gd name="T3" fmla="*/ 40 h 1327"/>
              <a:gd name="T4" fmla="*/ 986 w 1291"/>
              <a:gd name="T5" fmla="*/ 895 h 1327"/>
              <a:gd name="T6" fmla="*/ 877 w 1291"/>
              <a:gd name="T7" fmla="*/ 0 h 1327"/>
              <a:gd name="T8" fmla="*/ 768 w 1291"/>
              <a:gd name="T9" fmla="*/ 895 h 1327"/>
              <a:gd name="T10" fmla="*/ 723 w 1291"/>
              <a:gd name="T11" fmla="*/ 41 h 1327"/>
              <a:gd name="T12" fmla="*/ 505 w 1291"/>
              <a:gd name="T13" fmla="*/ 41 h 1327"/>
              <a:gd name="T14" fmla="*/ 464 w 1291"/>
              <a:gd name="T15" fmla="*/ 895 h 1327"/>
              <a:gd name="T16" fmla="*/ 1291 w 1291"/>
              <a:gd name="T17" fmla="*/ 1327 h 1327"/>
              <a:gd name="T18" fmla="*/ 1249 w 1291"/>
              <a:gd name="T19" fmla="*/ 895 h 1327"/>
              <a:gd name="T20" fmla="*/ 528 w 1291"/>
              <a:gd name="T21" fmla="*/ 895 h 1327"/>
              <a:gd name="T22" fmla="*/ 701 w 1291"/>
              <a:gd name="T23" fmla="*/ 711 h 1327"/>
              <a:gd name="T24" fmla="*/ 964 w 1291"/>
              <a:gd name="T25" fmla="*/ 895 h 1327"/>
              <a:gd name="T26" fmla="*/ 791 w 1291"/>
              <a:gd name="T27" fmla="*/ 711 h 1327"/>
              <a:gd name="T28" fmla="*/ 964 w 1291"/>
              <a:gd name="T29" fmla="*/ 895 h 1327"/>
              <a:gd name="T30" fmla="*/ 1054 w 1291"/>
              <a:gd name="T31" fmla="*/ 895 h 1327"/>
              <a:gd name="T32" fmla="*/ 1227 w 1291"/>
              <a:gd name="T33" fmla="*/ 711 h 1327"/>
              <a:gd name="T34" fmla="*/ 550 w 1291"/>
              <a:gd name="T35" fmla="*/ 760 h 1327"/>
              <a:gd name="T36" fmla="*/ 614 w 1291"/>
              <a:gd name="T37" fmla="*/ 835 h 1327"/>
              <a:gd name="T38" fmla="*/ 813 w 1291"/>
              <a:gd name="T39" fmla="*/ 760 h 1327"/>
              <a:gd name="T40" fmla="*/ 877 w 1291"/>
              <a:gd name="T41" fmla="*/ 835 h 1327"/>
              <a:gd name="T42" fmla="*/ 1077 w 1291"/>
              <a:gd name="T43" fmla="*/ 760 h 1327"/>
              <a:gd name="T44" fmla="*/ 1140 w 1291"/>
              <a:gd name="T45" fmla="*/ 835 h 1327"/>
              <a:gd name="T46" fmla="*/ 437 w 1291"/>
              <a:gd name="T47" fmla="*/ 914 h 1327"/>
              <a:gd name="T48" fmla="*/ 298 w 1291"/>
              <a:gd name="T49" fmla="*/ 1012 h 1327"/>
              <a:gd name="T50" fmla="*/ 437 w 1291"/>
              <a:gd name="T51" fmla="*/ 1146 h 1327"/>
              <a:gd name="T52" fmla="*/ 437 w 1291"/>
              <a:gd name="T53" fmla="*/ 1194 h 1327"/>
              <a:gd name="T54" fmla="*/ 245 w 1291"/>
              <a:gd name="T55" fmla="*/ 1179 h 1327"/>
              <a:gd name="T56" fmla="*/ 270 w 1291"/>
              <a:gd name="T57" fmla="*/ 1019 h 1327"/>
              <a:gd name="T58" fmla="*/ 437 w 1291"/>
              <a:gd name="T59" fmla="*/ 1170 h 1327"/>
              <a:gd name="T60" fmla="*/ 227 w 1291"/>
              <a:gd name="T61" fmla="*/ 984 h 1327"/>
              <a:gd name="T62" fmla="*/ 49 w 1291"/>
              <a:gd name="T63" fmla="*/ 1031 h 1327"/>
              <a:gd name="T64" fmla="*/ 11 w 1291"/>
              <a:gd name="T65" fmla="*/ 1257 h 1327"/>
              <a:gd name="T66" fmla="*/ 0 w 1291"/>
              <a:gd name="T67" fmla="*/ 1289 h 1327"/>
              <a:gd name="T68" fmla="*/ 37 w 1291"/>
              <a:gd name="T69" fmla="*/ 1282 h 1327"/>
              <a:gd name="T70" fmla="*/ 159 w 1291"/>
              <a:gd name="T71" fmla="*/ 1327 h 1327"/>
              <a:gd name="T72" fmla="*/ 266 w 1291"/>
              <a:gd name="T73" fmla="*/ 1282 h 1327"/>
              <a:gd name="T74" fmla="*/ 383 w 1291"/>
              <a:gd name="T75" fmla="*/ 1258 h 1327"/>
              <a:gd name="T76" fmla="*/ 437 w 1291"/>
              <a:gd name="T77" fmla="*/ 1327 h 1327"/>
              <a:gd name="T78" fmla="*/ 437 w 1291"/>
              <a:gd name="T79" fmla="*/ 1214 h 1327"/>
              <a:gd name="T80" fmla="*/ 184 w 1291"/>
              <a:gd name="T81" fmla="*/ 1063 h 1327"/>
              <a:gd name="T82" fmla="*/ 35 w 1291"/>
              <a:gd name="T83" fmla="*/ 1139 h 1327"/>
              <a:gd name="T84" fmla="*/ 117 w 1291"/>
              <a:gd name="T85" fmla="*/ 1009 h 1327"/>
              <a:gd name="T86" fmla="*/ 184 w 1291"/>
              <a:gd name="T87" fmla="*/ 1063 h 1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91" h="1327">
                <a:moveTo>
                  <a:pt x="1249" y="895"/>
                </a:moveTo>
                <a:cubicBezTo>
                  <a:pt x="1249" y="40"/>
                  <a:pt x="1249" y="40"/>
                  <a:pt x="1249" y="40"/>
                </a:cubicBezTo>
                <a:cubicBezTo>
                  <a:pt x="1249" y="18"/>
                  <a:pt x="1201" y="0"/>
                  <a:pt x="1140" y="0"/>
                </a:cubicBezTo>
                <a:cubicBezTo>
                  <a:pt x="1080" y="0"/>
                  <a:pt x="1031" y="18"/>
                  <a:pt x="1031" y="40"/>
                </a:cubicBezTo>
                <a:cubicBezTo>
                  <a:pt x="1031" y="895"/>
                  <a:pt x="1031" y="895"/>
                  <a:pt x="1031" y="895"/>
                </a:cubicBezTo>
                <a:cubicBezTo>
                  <a:pt x="986" y="895"/>
                  <a:pt x="986" y="895"/>
                  <a:pt x="986" y="895"/>
                </a:cubicBezTo>
                <a:cubicBezTo>
                  <a:pt x="986" y="40"/>
                  <a:pt x="986" y="40"/>
                  <a:pt x="986" y="40"/>
                </a:cubicBezTo>
                <a:cubicBezTo>
                  <a:pt x="986" y="18"/>
                  <a:pt x="938" y="0"/>
                  <a:pt x="877" y="0"/>
                </a:cubicBezTo>
                <a:cubicBezTo>
                  <a:pt x="817" y="0"/>
                  <a:pt x="768" y="18"/>
                  <a:pt x="768" y="40"/>
                </a:cubicBezTo>
                <a:cubicBezTo>
                  <a:pt x="768" y="895"/>
                  <a:pt x="768" y="895"/>
                  <a:pt x="768" y="895"/>
                </a:cubicBezTo>
                <a:cubicBezTo>
                  <a:pt x="723" y="895"/>
                  <a:pt x="723" y="895"/>
                  <a:pt x="723" y="895"/>
                </a:cubicBezTo>
                <a:cubicBezTo>
                  <a:pt x="723" y="41"/>
                  <a:pt x="723" y="41"/>
                  <a:pt x="723" y="41"/>
                </a:cubicBezTo>
                <a:cubicBezTo>
                  <a:pt x="723" y="19"/>
                  <a:pt x="674" y="0"/>
                  <a:pt x="614" y="0"/>
                </a:cubicBezTo>
                <a:cubicBezTo>
                  <a:pt x="554" y="0"/>
                  <a:pt x="505" y="19"/>
                  <a:pt x="505" y="41"/>
                </a:cubicBezTo>
                <a:cubicBezTo>
                  <a:pt x="505" y="895"/>
                  <a:pt x="505" y="895"/>
                  <a:pt x="505" y="895"/>
                </a:cubicBezTo>
                <a:cubicBezTo>
                  <a:pt x="464" y="895"/>
                  <a:pt x="464" y="895"/>
                  <a:pt x="464" y="895"/>
                </a:cubicBezTo>
                <a:cubicBezTo>
                  <a:pt x="464" y="1327"/>
                  <a:pt x="464" y="1327"/>
                  <a:pt x="464" y="1327"/>
                </a:cubicBezTo>
                <a:cubicBezTo>
                  <a:pt x="1291" y="1327"/>
                  <a:pt x="1291" y="1327"/>
                  <a:pt x="1291" y="1327"/>
                </a:cubicBezTo>
                <a:cubicBezTo>
                  <a:pt x="1291" y="895"/>
                  <a:pt x="1291" y="895"/>
                  <a:pt x="1291" y="895"/>
                </a:cubicBezTo>
                <a:lnTo>
                  <a:pt x="1249" y="895"/>
                </a:lnTo>
                <a:close/>
                <a:moveTo>
                  <a:pt x="701" y="895"/>
                </a:moveTo>
                <a:cubicBezTo>
                  <a:pt x="528" y="895"/>
                  <a:pt x="528" y="895"/>
                  <a:pt x="528" y="895"/>
                </a:cubicBezTo>
                <a:cubicBezTo>
                  <a:pt x="528" y="711"/>
                  <a:pt x="528" y="711"/>
                  <a:pt x="528" y="711"/>
                </a:cubicBezTo>
                <a:cubicBezTo>
                  <a:pt x="701" y="711"/>
                  <a:pt x="701" y="711"/>
                  <a:pt x="701" y="711"/>
                </a:cubicBezTo>
                <a:lnTo>
                  <a:pt x="701" y="895"/>
                </a:lnTo>
                <a:close/>
                <a:moveTo>
                  <a:pt x="964" y="895"/>
                </a:moveTo>
                <a:cubicBezTo>
                  <a:pt x="791" y="895"/>
                  <a:pt x="791" y="895"/>
                  <a:pt x="791" y="895"/>
                </a:cubicBezTo>
                <a:cubicBezTo>
                  <a:pt x="791" y="711"/>
                  <a:pt x="791" y="711"/>
                  <a:pt x="791" y="711"/>
                </a:cubicBezTo>
                <a:cubicBezTo>
                  <a:pt x="964" y="711"/>
                  <a:pt x="964" y="711"/>
                  <a:pt x="964" y="711"/>
                </a:cubicBezTo>
                <a:lnTo>
                  <a:pt x="964" y="895"/>
                </a:lnTo>
                <a:close/>
                <a:moveTo>
                  <a:pt x="1227" y="895"/>
                </a:moveTo>
                <a:cubicBezTo>
                  <a:pt x="1054" y="895"/>
                  <a:pt x="1054" y="895"/>
                  <a:pt x="1054" y="895"/>
                </a:cubicBezTo>
                <a:cubicBezTo>
                  <a:pt x="1054" y="711"/>
                  <a:pt x="1054" y="711"/>
                  <a:pt x="1054" y="711"/>
                </a:cubicBezTo>
                <a:cubicBezTo>
                  <a:pt x="1227" y="711"/>
                  <a:pt x="1227" y="711"/>
                  <a:pt x="1227" y="711"/>
                </a:cubicBezTo>
                <a:lnTo>
                  <a:pt x="1227" y="895"/>
                </a:lnTo>
                <a:close/>
                <a:moveTo>
                  <a:pt x="550" y="760"/>
                </a:moveTo>
                <a:cubicBezTo>
                  <a:pt x="678" y="760"/>
                  <a:pt x="678" y="760"/>
                  <a:pt x="678" y="760"/>
                </a:cubicBezTo>
                <a:cubicBezTo>
                  <a:pt x="614" y="835"/>
                  <a:pt x="614" y="835"/>
                  <a:pt x="614" y="835"/>
                </a:cubicBezTo>
                <a:cubicBezTo>
                  <a:pt x="550" y="760"/>
                  <a:pt x="550" y="760"/>
                  <a:pt x="550" y="760"/>
                </a:cubicBezTo>
                <a:close/>
                <a:moveTo>
                  <a:pt x="813" y="760"/>
                </a:moveTo>
                <a:cubicBezTo>
                  <a:pt x="941" y="760"/>
                  <a:pt x="941" y="760"/>
                  <a:pt x="941" y="760"/>
                </a:cubicBezTo>
                <a:cubicBezTo>
                  <a:pt x="877" y="835"/>
                  <a:pt x="877" y="835"/>
                  <a:pt x="877" y="835"/>
                </a:cubicBezTo>
                <a:cubicBezTo>
                  <a:pt x="813" y="760"/>
                  <a:pt x="813" y="760"/>
                  <a:pt x="813" y="760"/>
                </a:cubicBezTo>
                <a:close/>
                <a:moveTo>
                  <a:pt x="1077" y="760"/>
                </a:moveTo>
                <a:cubicBezTo>
                  <a:pt x="1204" y="760"/>
                  <a:pt x="1204" y="760"/>
                  <a:pt x="1204" y="760"/>
                </a:cubicBezTo>
                <a:cubicBezTo>
                  <a:pt x="1140" y="835"/>
                  <a:pt x="1140" y="835"/>
                  <a:pt x="1140" y="835"/>
                </a:cubicBezTo>
                <a:cubicBezTo>
                  <a:pt x="1077" y="760"/>
                  <a:pt x="1077" y="760"/>
                  <a:pt x="1077" y="760"/>
                </a:cubicBezTo>
                <a:close/>
                <a:moveTo>
                  <a:pt x="437" y="914"/>
                </a:moveTo>
                <a:cubicBezTo>
                  <a:pt x="403" y="927"/>
                  <a:pt x="397" y="930"/>
                  <a:pt x="368" y="941"/>
                </a:cubicBezTo>
                <a:cubicBezTo>
                  <a:pt x="340" y="952"/>
                  <a:pt x="317" y="987"/>
                  <a:pt x="298" y="1012"/>
                </a:cubicBezTo>
                <a:cubicBezTo>
                  <a:pt x="297" y="1041"/>
                  <a:pt x="326" y="1115"/>
                  <a:pt x="347" y="1141"/>
                </a:cubicBezTo>
                <a:cubicBezTo>
                  <a:pt x="374" y="1146"/>
                  <a:pt x="410" y="1157"/>
                  <a:pt x="437" y="1146"/>
                </a:cubicBezTo>
                <a:lnTo>
                  <a:pt x="437" y="914"/>
                </a:lnTo>
                <a:close/>
                <a:moveTo>
                  <a:pt x="437" y="1194"/>
                </a:moveTo>
                <a:cubicBezTo>
                  <a:pt x="262" y="1194"/>
                  <a:pt x="262" y="1194"/>
                  <a:pt x="262" y="1194"/>
                </a:cubicBezTo>
                <a:cubicBezTo>
                  <a:pt x="257" y="1189"/>
                  <a:pt x="251" y="1184"/>
                  <a:pt x="245" y="1179"/>
                </a:cubicBezTo>
                <a:cubicBezTo>
                  <a:pt x="245" y="1019"/>
                  <a:pt x="245" y="1019"/>
                  <a:pt x="245" y="1019"/>
                </a:cubicBezTo>
                <a:cubicBezTo>
                  <a:pt x="270" y="1019"/>
                  <a:pt x="270" y="1019"/>
                  <a:pt x="270" y="1019"/>
                </a:cubicBezTo>
                <a:cubicBezTo>
                  <a:pt x="329" y="1170"/>
                  <a:pt x="329" y="1170"/>
                  <a:pt x="329" y="1170"/>
                </a:cubicBezTo>
                <a:cubicBezTo>
                  <a:pt x="437" y="1170"/>
                  <a:pt x="437" y="1170"/>
                  <a:pt x="437" y="1170"/>
                </a:cubicBezTo>
                <a:moveTo>
                  <a:pt x="227" y="1214"/>
                </a:moveTo>
                <a:cubicBezTo>
                  <a:pt x="227" y="984"/>
                  <a:pt x="227" y="984"/>
                  <a:pt x="227" y="984"/>
                </a:cubicBezTo>
                <a:cubicBezTo>
                  <a:pt x="227" y="984"/>
                  <a:pt x="141" y="984"/>
                  <a:pt x="119" y="984"/>
                </a:cubicBezTo>
                <a:cubicBezTo>
                  <a:pt x="76" y="984"/>
                  <a:pt x="59" y="1007"/>
                  <a:pt x="49" y="1031"/>
                </a:cubicBezTo>
                <a:cubicBezTo>
                  <a:pt x="11" y="1139"/>
                  <a:pt x="11" y="1139"/>
                  <a:pt x="11" y="1139"/>
                </a:cubicBezTo>
                <a:cubicBezTo>
                  <a:pt x="11" y="1257"/>
                  <a:pt x="11" y="1257"/>
                  <a:pt x="11" y="1257"/>
                </a:cubicBezTo>
                <a:cubicBezTo>
                  <a:pt x="0" y="1257"/>
                  <a:pt x="0" y="1257"/>
                  <a:pt x="0" y="1257"/>
                </a:cubicBezTo>
                <a:cubicBezTo>
                  <a:pt x="0" y="1289"/>
                  <a:pt x="0" y="1289"/>
                  <a:pt x="0" y="1289"/>
                </a:cubicBezTo>
                <a:cubicBezTo>
                  <a:pt x="37" y="1289"/>
                  <a:pt x="37" y="1289"/>
                  <a:pt x="37" y="1289"/>
                </a:cubicBezTo>
                <a:cubicBezTo>
                  <a:pt x="37" y="1282"/>
                  <a:pt x="37" y="1282"/>
                  <a:pt x="37" y="1282"/>
                </a:cubicBezTo>
                <a:cubicBezTo>
                  <a:pt x="105" y="1282"/>
                  <a:pt x="105" y="1282"/>
                  <a:pt x="105" y="1282"/>
                </a:cubicBezTo>
                <a:cubicBezTo>
                  <a:pt x="109" y="1307"/>
                  <a:pt x="132" y="1327"/>
                  <a:pt x="159" y="1327"/>
                </a:cubicBezTo>
                <a:cubicBezTo>
                  <a:pt x="186" y="1327"/>
                  <a:pt x="209" y="1307"/>
                  <a:pt x="213" y="1282"/>
                </a:cubicBezTo>
                <a:cubicBezTo>
                  <a:pt x="266" y="1282"/>
                  <a:pt x="266" y="1282"/>
                  <a:pt x="266" y="1282"/>
                </a:cubicBezTo>
                <a:cubicBezTo>
                  <a:pt x="266" y="1258"/>
                  <a:pt x="266" y="1258"/>
                  <a:pt x="266" y="1258"/>
                </a:cubicBezTo>
                <a:cubicBezTo>
                  <a:pt x="383" y="1258"/>
                  <a:pt x="383" y="1258"/>
                  <a:pt x="383" y="1258"/>
                </a:cubicBezTo>
                <a:cubicBezTo>
                  <a:pt x="382" y="1262"/>
                  <a:pt x="382" y="1267"/>
                  <a:pt x="382" y="1272"/>
                </a:cubicBezTo>
                <a:cubicBezTo>
                  <a:pt x="382" y="1302"/>
                  <a:pt x="406" y="1327"/>
                  <a:pt x="437" y="1327"/>
                </a:cubicBezTo>
                <a:cubicBezTo>
                  <a:pt x="437" y="1327"/>
                  <a:pt x="437" y="1300"/>
                  <a:pt x="437" y="1269"/>
                </a:cubicBezTo>
                <a:cubicBezTo>
                  <a:pt x="437" y="1214"/>
                  <a:pt x="437" y="1214"/>
                  <a:pt x="437" y="1214"/>
                </a:cubicBezTo>
                <a:lnTo>
                  <a:pt x="227" y="1214"/>
                </a:lnTo>
                <a:close/>
                <a:moveTo>
                  <a:pt x="184" y="1063"/>
                </a:moveTo>
                <a:cubicBezTo>
                  <a:pt x="184" y="1063"/>
                  <a:pt x="175" y="1067"/>
                  <a:pt x="137" y="1082"/>
                </a:cubicBezTo>
                <a:cubicBezTo>
                  <a:pt x="122" y="1087"/>
                  <a:pt x="85" y="1139"/>
                  <a:pt x="35" y="1139"/>
                </a:cubicBezTo>
                <a:cubicBezTo>
                  <a:pt x="70" y="1040"/>
                  <a:pt x="70" y="1040"/>
                  <a:pt x="70" y="1040"/>
                </a:cubicBezTo>
                <a:cubicBezTo>
                  <a:pt x="78" y="1021"/>
                  <a:pt x="89" y="1009"/>
                  <a:pt x="117" y="1009"/>
                </a:cubicBezTo>
                <a:cubicBezTo>
                  <a:pt x="184" y="1009"/>
                  <a:pt x="184" y="1009"/>
                  <a:pt x="184" y="1009"/>
                </a:cubicBezTo>
                <a:lnTo>
                  <a:pt x="184" y="1063"/>
                </a:lnTo>
                <a:close/>
              </a:path>
            </a:pathLst>
          </a:custGeom>
          <a:solidFill>
            <a:schemeClr val="tx1"/>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de-DE"/>
          </a:p>
        </p:txBody>
      </p:sp>
      <p:sp>
        <p:nvSpPr>
          <p:cNvPr id="54" name="Freeform 8">
            <a:extLst>
              <a:ext uri="{FF2B5EF4-FFF2-40B4-BE49-F238E27FC236}">
                <a16:creationId xmlns:a16="http://schemas.microsoft.com/office/drawing/2014/main" id="{D0C94FE7-4594-8351-19CE-D6FE02CF06E4}"/>
              </a:ext>
            </a:extLst>
          </p:cNvPr>
          <p:cNvSpPr>
            <a:spLocks noEditPoints="1"/>
          </p:cNvSpPr>
          <p:nvPr>
            <p:custDataLst>
              <p:tags r:id="rId5"/>
            </p:custDataLst>
          </p:nvPr>
        </p:nvSpPr>
        <p:spPr bwMode="auto">
          <a:xfrm>
            <a:off x="783230" y="3698123"/>
            <a:ext cx="1072829" cy="292440"/>
          </a:xfrm>
          <a:custGeom>
            <a:avLst/>
            <a:gdLst>
              <a:gd name="T0" fmla="*/ 0 w 2861"/>
              <a:gd name="T1" fmla="*/ 0 h 849"/>
              <a:gd name="T2" fmla="*/ 0 w 2861"/>
              <a:gd name="T3" fmla="*/ 849 h 849"/>
              <a:gd name="T4" fmla="*/ 667 w 2861"/>
              <a:gd name="T5" fmla="*/ 849 h 849"/>
              <a:gd name="T6" fmla="*/ 667 w 2861"/>
              <a:gd name="T7" fmla="*/ 781 h 849"/>
              <a:gd name="T8" fmla="*/ 1540 w 2861"/>
              <a:gd name="T9" fmla="*/ 781 h 849"/>
              <a:gd name="T10" fmla="*/ 1540 w 2861"/>
              <a:gd name="T11" fmla="*/ 849 h 849"/>
              <a:gd name="T12" fmla="*/ 1761 w 2861"/>
              <a:gd name="T13" fmla="*/ 849 h 849"/>
              <a:gd name="T14" fmla="*/ 1761 w 2861"/>
              <a:gd name="T15" fmla="*/ 567 h 849"/>
              <a:gd name="T16" fmla="*/ 2637 w 2861"/>
              <a:gd name="T17" fmla="*/ 567 h 849"/>
              <a:gd name="T18" fmla="*/ 2637 w 2861"/>
              <a:gd name="T19" fmla="*/ 849 h 849"/>
              <a:gd name="T20" fmla="*/ 2861 w 2861"/>
              <a:gd name="T21" fmla="*/ 849 h 849"/>
              <a:gd name="T22" fmla="*/ 2861 w 2861"/>
              <a:gd name="T23" fmla="*/ 0 h 849"/>
              <a:gd name="T24" fmla="*/ 0 w 2861"/>
              <a:gd name="T25" fmla="*/ 0 h 849"/>
              <a:gd name="T26" fmla="*/ 1540 w 2861"/>
              <a:gd name="T27" fmla="*/ 743 h 849"/>
              <a:gd name="T28" fmla="*/ 667 w 2861"/>
              <a:gd name="T29" fmla="*/ 743 h 849"/>
              <a:gd name="T30" fmla="*/ 667 w 2861"/>
              <a:gd name="T31" fmla="*/ 705 h 849"/>
              <a:gd name="T32" fmla="*/ 1540 w 2861"/>
              <a:gd name="T33" fmla="*/ 705 h 849"/>
              <a:gd name="T34" fmla="*/ 1540 w 2861"/>
              <a:gd name="T35" fmla="*/ 743 h 849"/>
              <a:gd name="T36" fmla="*/ 1540 w 2861"/>
              <a:gd name="T37" fmla="*/ 668 h 849"/>
              <a:gd name="T38" fmla="*/ 667 w 2861"/>
              <a:gd name="T39" fmla="*/ 668 h 849"/>
              <a:gd name="T40" fmla="*/ 667 w 2861"/>
              <a:gd name="T41" fmla="*/ 630 h 849"/>
              <a:gd name="T42" fmla="*/ 1540 w 2861"/>
              <a:gd name="T43" fmla="*/ 630 h 849"/>
              <a:gd name="T44" fmla="*/ 1540 w 2861"/>
              <a:gd name="T45" fmla="*/ 668 h 849"/>
              <a:gd name="T46" fmla="*/ 1540 w 2861"/>
              <a:gd name="T47" fmla="*/ 592 h 849"/>
              <a:gd name="T48" fmla="*/ 667 w 2861"/>
              <a:gd name="T49" fmla="*/ 592 h 849"/>
              <a:gd name="T50" fmla="*/ 667 w 2861"/>
              <a:gd name="T51" fmla="*/ 555 h 849"/>
              <a:gd name="T52" fmla="*/ 1540 w 2861"/>
              <a:gd name="T53" fmla="*/ 555 h 849"/>
              <a:gd name="T54" fmla="*/ 1540 w 2861"/>
              <a:gd name="T55" fmla="*/ 592 h 849"/>
              <a:gd name="T56" fmla="*/ 1540 w 2861"/>
              <a:gd name="T57" fmla="*/ 514 h 849"/>
              <a:gd name="T58" fmla="*/ 667 w 2861"/>
              <a:gd name="T59" fmla="*/ 514 h 849"/>
              <a:gd name="T60" fmla="*/ 667 w 2861"/>
              <a:gd name="T61" fmla="*/ 475 h 849"/>
              <a:gd name="T62" fmla="*/ 1540 w 2861"/>
              <a:gd name="T63" fmla="*/ 475 h 849"/>
              <a:gd name="T64" fmla="*/ 1540 w 2861"/>
              <a:gd name="T65" fmla="*/ 514 h 849"/>
              <a:gd name="T66" fmla="*/ 1540 w 2861"/>
              <a:gd name="T67" fmla="*/ 437 h 849"/>
              <a:gd name="T68" fmla="*/ 667 w 2861"/>
              <a:gd name="T69" fmla="*/ 437 h 849"/>
              <a:gd name="T70" fmla="*/ 667 w 2861"/>
              <a:gd name="T71" fmla="*/ 400 h 849"/>
              <a:gd name="T72" fmla="*/ 1540 w 2861"/>
              <a:gd name="T73" fmla="*/ 400 h 849"/>
              <a:gd name="T74" fmla="*/ 1540 w 2861"/>
              <a:gd name="T75" fmla="*/ 437 h 849"/>
              <a:gd name="T76" fmla="*/ 1540 w 2861"/>
              <a:gd name="T77" fmla="*/ 362 h 849"/>
              <a:gd name="T78" fmla="*/ 667 w 2861"/>
              <a:gd name="T79" fmla="*/ 362 h 849"/>
              <a:gd name="T80" fmla="*/ 667 w 2861"/>
              <a:gd name="T81" fmla="*/ 324 h 849"/>
              <a:gd name="T82" fmla="*/ 1540 w 2861"/>
              <a:gd name="T83" fmla="*/ 324 h 849"/>
              <a:gd name="T84" fmla="*/ 1540 w 2861"/>
              <a:gd name="T85" fmla="*/ 362 h 849"/>
              <a:gd name="T86" fmla="*/ 2637 w 2861"/>
              <a:gd name="T87" fmla="*/ 512 h 849"/>
              <a:gd name="T88" fmla="*/ 1765 w 2861"/>
              <a:gd name="T89" fmla="*/ 512 h 849"/>
              <a:gd name="T90" fmla="*/ 1765 w 2861"/>
              <a:gd name="T91" fmla="*/ 475 h 849"/>
              <a:gd name="T92" fmla="*/ 2637 w 2861"/>
              <a:gd name="T93" fmla="*/ 475 h 849"/>
              <a:gd name="T94" fmla="*/ 2637 w 2861"/>
              <a:gd name="T95" fmla="*/ 512 h 849"/>
              <a:gd name="T96" fmla="*/ 2637 w 2861"/>
              <a:gd name="T97" fmla="*/ 437 h 849"/>
              <a:gd name="T98" fmla="*/ 1765 w 2861"/>
              <a:gd name="T99" fmla="*/ 437 h 849"/>
              <a:gd name="T100" fmla="*/ 1765 w 2861"/>
              <a:gd name="T101" fmla="*/ 399 h 849"/>
              <a:gd name="T102" fmla="*/ 2637 w 2861"/>
              <a:gd name="T103" fmla="*/ 399 h 849"/>
              <a:gd name="T104" fmla="*/ 2637 w 2861"/>
              <a:gd name="T105" fmla="*/ 437 h 849"/>
              <a:gd name="T106" fmla="*/ 2637 w 2861"/>
              <a:gd name="T107" fmla="*/ 361 h 849"/>
              <a:gd name="T108" fmla="*/ 1765 w 2861"/>
              <a:gd name="T109" fmla="*/ 361 h 849"/>
              <a:gd name="T110" fmla="*/ 1765 w 2861"/>
              <a:gd name="T111" fmla="*/ 324 h 849"/>
              <a:gd name="T112" fmla="*/ 2637 w 2861"/>
              <a:gd name="T113" fmla="*/ 324 h 849"/>
              <a:gd name="T114" fmla="*/ 2637 w 2861"/>
              <a:gd name="T115" fmla="*/ 361 h 8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61" h="849">
                <a:moveTo>
                  <a:pt x="0" y="0"/>
                </a:moveTo>
                <a:lnTo>
                  <a:pt x="0" y="849"/>
                </a:lnTo>
                <a:lnTo>
                  <a:pt x="667" y="849"/>
                </a:lnTo>
                <a:lnTo>
                  <a:pt x="667" y="781"/>
                </a:lnTo>
                <a:lnTo>
                  <a:pt x="1540" y="781"/>
                </a:lnTo>
                <a:lnTo>
                  <a:pt x="1540" y="849"/>
                </a:lnTo>
                <a:lnTo>
                  <a:pt x="1761" y="849"/>
                </a:lnTo>
                <a:lnTo>
                  <a:pt x="1761" y="567"/>
                </a:lnTo>
                <a:lnTo>
                  <a:pt x="2637" y="567"/>
                </a:lnTo>
                <a:lnTo>
                  <a:pt x="2637" y="849"/>
                </a:lnTo>
                <a:lnTo>
                  <a:pt x="2861" y="849"/>
                </a:lnTo>
                <a:lnTo>
                  <a:pt x="2861" y="0"/>
                </a:lnTo>
                <a:lnTo>
                  <a:pt x="0" y="0"/>
                </a:lnTo>
                <a:close/>
                <a:moveTo>
                  <a:pt x="1540" y="743"/>
                </a:moveTo>
                <a:lnTo>
                  <a:pt x="667" y="743"/>
                </a:lnTo>
                <a:lnTo>
                  <a:pt x="667" y="705"/>
                </a:lnTo>
                <a:lnTo>
                  <a:pt x="1540" y="705"/>
                </a:lnTo>
                <a:lnTo>
                  <a:pt x="1540" y="743"/>
                </a:lnTo>
                <a:close/>
                <a:moveTo>
                  <a:pt x="1540" y="668"/>
                </a:moveTo>
                <a:lnTo>
                  <a:pt x="667" y="668"/>
                </a:lnTo>
                <a:lnTo>
                  <a:pt x="667" y="630"/>
                </a:lnTo>
                <a:lnTo>
                  <a:pt x="1540" y="630"/>
                </a:lnTo>
                <a:lnTo>
                  <a:pt x="1540" y="668"/>
                </a:lnTo>
                <a:close/>
                <a:moveTo>
                  <a:pt x="1540" y="592"/>
                </a:moveTo>
                <a:lnTo>
                  <a:pt x="667" y="592"/>
                </a:lnTo>
                <a:lnTo>
                  <a:pt x="667" y="555"/>
                </a:lnTo>
                <a:lnTo>
                  <a:pt x="1540" y="555"/>
                </a:lnTo>
                <a:lnTo>
                  <a:pt x="1540" y="592"/>
                </a:lnTo>
                <a:close/>
                <a:moveTo>
                  <a:pt x="1540" y="514"/>
                </a:moveTo>
                <a:lnTo>
                  <a:pt x="667" y="514"/>
                </a:lnTo>
                <a:lnTo>
                  <a:pt x="667" y="475"/>
                </a:lnTo>
                <a:lnTo>
                  <a:pt x="1540" y="475"/>
                </a:lnTo>
                <a:lnTo>
                  <a:pt x="1540" y="514"/>
                </a:lnTo>
                <a:close/>
                <a:moveTo>
                  <a:pt x="1540" y="437"/>
                </a:moveTo>
                <a:lnTo>
                  <a:pt x="667" y="437"/>
                </a:lnTo>
                <a:lnTo>
                  <a:pt x="667" y="400"/>
                </a:lnTo>
                <a:lnTo>
                  <a:pt x="1540" y="400"/>
                </a:lnTo>
                <a:lnTo>
                  <a:pt x="1540" y="437"/>
                </a:lnTo>
                <a:close/>
                <a:moveTo>
                  <a:pt x="1540" y="362"/>
                </a:moveTo>
                <a:lnTo>
                  <a:pt x="667" y="362"/>
                </a:lnTo>
                <a:lnTo>
                  <a:pt x="667" y="324"/>
                </a:lnTo>
                <a:lnTo>
                  <a:pt x="1540" y="324"/>
                </a:lnTo>
                <a:lnTo>
                  <a:pt x="1540" y="362"/>
                </a:lnTo>
                <a:close/>
                <a:moveTo>
                  <a:pt x="2637" y="512"/>
                </a:moveTo>
                <a:lnTo>
                  <a:pt x="1765" y="512"/>
                </a:lnTo>
                <a:lnTo>
                  <a:pt x="1765" y="475"/>
                </a:lnTo>
                <a:lnTo>
                  <a:pt x="2637" y="475"/>
                </a:lnTo>
                <a:lnTo>
                  <a:pt x="2637" y="512"/>
                </a:lnTo>
                <a:close/>
                <a:moveTo>
                  <a:pt x="2637" y="437"/>
                </a:moveTo>
                <a:lnTo>
                  <a:pt x="1765" y="437"/>
                </a:lnTo>
                <a:lnTo>
                  <a:pt x="1765" y="399"/>
                </a:lnTo>
                <a:lnTo>
                  <a:pt x="2637" y="399"/>
                </a:lnTo>
                <a:lnTo>
                  <a:pt x="2637" y="437"/>
                </a:lnTo>
                <a:close/>
                <a:moveTo>
                  <a:pt x="2637" y="361"/>
                </a:moveTo>
                <a:lnTo>
                  <a:pt x="1765" y="361"/>
                </a:lnTo>
                <a:lnTo>
                  <a:pt x="1765" y="324"/>
                </a:lnTo>
                <a:lnTo>
                  <a:pt x="2637" y="324"/>
                </a:lnTo>
                <a:lnTo>
                  <a:pt x="2637" y="361"/>
                </a:lnTo>
                <a:close/>
              </a:path>
            </a:pathLst>
          </a:custGeom>
          <a:solidFill>
            <a:schemeClr val="tx1"/>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de-DE" dirty="0"/>
          </a:p>
        </p:txBody>
      </p:sp>
      <p:sp>
        <p:nvSpPr>
          <p:cNvPr id="56" name="Freeform 56">
            <a:extLst>
              <a:ext uri="{FF2B5EF4-FFF2-40B4-BE49-F238E27FC236}">
                <a16:creationId xmlns:a16="http://schemas.microsoft.com/office/drawing/2014/main" id="{65F3FAB3-503D-D4D4-77CB-384DF561C194}"/>
              </a:ext>
            </a:extLst>
          </p:cNvPr>
          <p:cNvSpPr>
            <a:spLocks noEditPoints="1"/>
          </p:cNvSpPr>
          <p:nvPr/>
        </p:nvSpPr>
        <p:spPr bwMode="auto">
          <a:xfrm>
            <a:off x="1655189" y="3914938"/>
            <a:ext cx="941078" cy="271476"/>
          </a:xfrm>
          <a:custGeom>
            <a:avLst/>
            <a:gdLst>
              <a:gd name="T0" fmla="*/ 230 w 1171"/>
              <a:gd name="T1" fmla="*/ 239 h 342"/>
              <a:gd name="T2" fmla="*/ 221 w 1171"/>
              <a:gd name="T3" fmla="*/ 1 h 342"/>
              <a:gd name="T4" fmla="*/ 106 w 1171"/>
              <a:gd name="T5" fmla="*/ 4 h 342"/>
              <a:gd name="T6" fmla="*/ 18 w 1171"/>
              <a:gd name="T7" fmla="*/ 86 h 342"/>
              <a:gd name="T8" fmla="*/ 10 w 1171"/>
              <a:gd name="T9" fmla="*/ 269 h 342"/>
              <a:gd name="T10" fmla="*/ 0 w 1171"/>
              <a:gd name="T11" fmla="*/ 302 h 342"/>
              <a:gd name="T12" fmla="*/ 37 w 1171"/>
              <a:gd name="T13" fmla="*/ 294 h 342"/>
              <a:gd name="T14" fmla="*/ 144 w 1171"/>
              <a:gd name="T15" fmla="*/ 342 h 342"/>
              <a:gd name="T16" fmla="*/ 230 w 1171"/>
              <a:gd name="T17" fmla="*/ 294 h 342"/>
              <a:gd name="T18" fmla="*/ 403 w 1171"/>
              <a:gd name="T19" fmla="*/ 283 h 342"/>
              <a:gd name="T20" fmla="*/ 451 w 1171"/>
              <a:gd name="T21" fmla="*/ 342 h 342"/>
              <a:gd name="T22" fmla="*/ 499 w 1171"/>
              <a:gd name="T23" fmla="*/ 283 h 342"/>
              <a:gd name="T24" fmla="*/ 802 w 1171"/>
              <a:gd name="T25" fmla="*/ 293 h 342"/>
              <a:gd name="T26" fmla="*/ 900 w 1171"/>
              <a:gd name="T27" fmla="*/ 293 h 342"/>
              <a:gd name="T28" fmla="*/ 911 w 1171"/>
              <a:gd name="T29" fmla="*/ 283 h 342"/>
              <a:gd name="T30" fmla="*/ 959 w 1171"/>
              <a:gd name="T31" fmla="*/ 342 h 342"/>
              <a:gd name="T32" fmla="*/ 1007 w 1171"/>
              <a:gd name="T33" fmla="*/ 283 h 342"/>
              <a:gd name="T34" fmla="*/ 1020 w 1171"/>
              <a:gd name="T35" fmla="*/ 293 h 342"/>
              <a:gd name="T36" fmla="*/ 1118 w 1171"/>
              <a:gd name="T37" fmla="*/ 293 h 342"/>
              <a:gd name="T38" fmla="*/ 1153 w 1171"/>
              <a:gd name="T39" fmla="*/ 283 h 342"/>
              <a:gd name="T40" fmla="*/ 134 w 1171"/>
              <a:gd name="T41" fmla="*/ 152 h 342"/>
              <a:gd name="T42" fmla="*/ 35 w 1171"/>
              <a:gd name="T43" fmla="*/ 103 h 342"/>
              <a:gd name="T44" fmla="*/ 134 w 1171"/>
              <a:gd name="T45" fmla="*/ 152 h 342"/>
              <a:gd name="T46" fmla="*/ 1082 w 1171"/>
              <a:gd name="T47" fmla="*/ 221 h 342"/>
              <a:gd name="T48" fmla="*/ 344 w 1171"/>
              <a:gd name="T49" fmla="*/ 79 h 342"/>
              <a:gd name="T50" fmla="*/ 429 w 1171"/>
              <a:gd name="T51" fmla="*/ 10 h 342"/>
              <a:gd name="T52" fmla="*/ 482 w 1171"/>
              <a:gd name="T53" fmla="*/ 0 h 342"/>
              <a:gd name="T54" fmla="*/ 547 w 1171"/>
              <a:gd name="T55" fmla="*/ 10 h 342"/>
              <a:gd name="T56" fmla="*/ 730 w 1171"/>
              <a:gd name="T57" fmla="*/ 0 h 342"/>
              <a:gd name="T58" fmla="*/ 795 w 1171"/>
              <a:gd name="T59" fmla="*/ 10 h 342"/>
              <a:gd name="T60" fmla="*/ 968 w 1171"/>
              <a:gd name="T61" fmla="*/ 0 h 342"/>
              <a:gd name="T62" fmla="*/ 1034 w 1171"/>
              <a:gd name="T63" fmla="*/ 10 h 342"/>
              <a:gd name="T64" fmla="*/ 1171 w 1171"/>
              <a:gd name="T65" fmla="*/ 115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71" h="342">
                <a:moveTo>
                  <a:pt x="1153" y="239"/>
                </a:moveTo>
                <a:cubicBezTo>
                  <a:pt x="230" y="239"/>
                  <a:pt x="230" y="239"/>
                  <a:pt x="230" y="239"/>
                </a:cubicBezTo>
                <a:cubicBezTo>
                  <a:pt x="230" y="9"/>
                  <a:pt x="230" y="9"/>
                  <a:pt x="230" y="9"/>
                </a:cubicBezTo>
                <a:cubicBezTo>
                  <a:pt x="230" y="4"/>
                  <a:pt x="226" y="1"/>
                  <a:pt x="221" y="1"/>
                </a:cubicBezTo>
                <a:cubicBezTo>
                  <a:pt x="113" y="1"/>
                  <a:pt x="113" y="1"/>
                  <a:pt x="113" y="1"/>
                </a:cubicBezTo>
                <a:cubicBezTo>
                  <a:pt x="110" y="1"/>
                  <a:pt x="108" y="2"/>
                  <a:pt x="106" y="4"/>
                </a:cubicBezTo>
                <a:cubicBezTo>
                  <a:pt x="93" y="8"/>
                  <a:pt x="56" y="25"/>
                  <a:pt x="17" y="86"/>
                </a:cubicBezTo>
                <a:cubicBezTo>
                  <a:pt x="18" y="86"/>
                  <a:pt x="18" y="86"/>
                  <a:pt x="18" y="86"/>
                </a:cubicBezTo>
                <a:cubicBezTo>
                  <a:pt x="14" y="86"/>
                  <a:pt x="10" y="89"/>
                  <a:pt x="10" y="94"/>
                </a:cubicBezTo>
                <a:cubicBezTo>
                  <a:pt x="10" y="269"/>
                  <a:pt x="10" y="269"/>
                  <a:pt x="10" y="269"/>
                </a:cubicBezTo>
                <a:cubicBezTo>
                  <a:pt x="0" y="269"/>
                  <a:pt x="0" y="269"/>
                  <a:pt x="0" y="269"/>
                </a:cubicBezTo>
                <a:cubicBezTo>
                  <a:pt x="0" y="302"/>
                  <a:pt x="0" y="302"/>
                  <a:pt x="0" y="302"/>
                </a:cubicBezTo>
                <a:cubicBezTo>
                  <a:pt x="37" y="302"/>
                  <a:pt x="37" y="302"/>
                  <a:pt x="37" y="302"/>
                </a:cubicBezTo>
                <a:cubicBezTo>
                  <a:pt x="37" y="294"/>
                  <a:pt x="37" y="294"/>
                  <a:pt x="37" y="294"/>
                </a:cubicBezTo>
                <a:cubicBezTo>
                  <a:pt x="95" y="294"/>
                  <a:pt x="95" y="294"/>
                  <a:pt x="95" y="294"/>
                </a:cubicBezTo>
                <a:cubicBezTo>
                  <a:pt x="95" y="320"/>
                  <a:pt x="117" y="342"/>
                  <a:pt x="144" y="342"/>
                </a:cubicBezTo>
                <a:cubicBezTo>
                  <a:pt x="170" y="342"/>
                  <a:pt x="192" y="320"/>
                  <a:pt x="193" y="294"/>
                </a:cubicBezTo>
                <a:cubicBezTo>
                  <a:pt x="230" y="294"/>
                  <a:pt x="230" y="294"/>
                  <a:pt x="230" y="294"/>
                </a:cubicBezTo>
                <a:cubicBezTo>
                  <a:pt x="230" y="283"/>
                  <a:pt x="230" y="283"/>
                  <a:pt x="230" y="283"/>
                </a:cubicBezTo>
                <a:cubicBezTo>
                  <a:pt x="403" y="283"/>
                  <a:pt x="403" y="283"/>
                  <a:pt x="403" y="283"/>
                </a:cubicBezTo>
                <a:cubicBezTo>
                  <a:pt x="402" y="286"/>
                  <a:pt x="402" y="289"/>
                  <a:pt x="402" y="293"/>
                </a:cubicBezTo>
                <a:cubicBezTo>
                  <a:pt x="402" y="320"/>
                  <a:pt x="424" y="342"/>
                  <a:pt x="451" y="342"/>
                </a:cubicBezTo>
                <a:cubicBezTo>
                  <a:pt x="478" y="342"/>
                  <a:pt x="500" y="320"/>
                  <a:pt x="500" y="293"/>
                </a:cubicBezTo>
                <a:cubicBezTo>
                  <a:pt x="500" y="289"/>
                  <a:pt x="499" y="286"/>
                  <a:pt x="499" y="283"/>
                </a:cubicBezTo>
                <a:cubicBezTo>
                  <a:pt x="803" y="283"/>
                  <a:pt x="803" y="283"/>
                  <a:pt x="803" y="283"/>
                </a:cubicBezTo>
                <a:cubicBezTo>
                  <a:pt x="803" y="286"/>
                  <a:pt x="802" y="289"/>
                  <a:pt x="802" y="293"/>
                </a:cubicBezTo>
                <a:cubicBezTo>
                  <a:pt x="802" y="320"/>
                  <a:pt x="824" y="342"/>
                  <a:pt x="851" y="342"/>
                </a:cubicBezTo>
                <a:cubicBezTo>
                  <a:pt x="878" y="342"/>
                  <a:pt x="900" y="320"/>
                  <a:pt x="900" y="293"/>
                </a:cubicBezTo>
                <a:cubicBezTo>
                  <a:pt x="900" y="289"/>
                  <a:pt x="900" y="286"/>
                  <a:pt x="899" y="283"/>
                </a:cubicBezTo>
                <a:cubicBezTo>
                  <a:pt x="911" y="283"/>
                  <a:pt x="911" y="283"/>
                  <a:pt x="911" y="283"/>
                </a:cubicBezTo>
                <a:cubicBezTo>
                  <a:pt x="910" y="286"/>
                  <a:pt x="910" y="289"/>
                  <a:pt x="910" y="293"/>
                </a:cubicBezTo>
                <a:cubicBezTo>
                  <a:pt x="910" y="320"/>
                  <a:pt x="932" y="342"/>
                  <a:pt x="959" y="342"/>
                </a:cubicBezTo>
                <a:cubicBezTo>
                  <a:pt x="986" y="342"/>
                  <a:pt x="1008" y="320"/>
                  <a:pt x="1008" y="293"/>
                </a:cubicBezTo>
                <a:cubicBezTo>
                  <a:pt x="1008" y="289"/>
                  <a:pt x="1008" y="286"/>
                  <a:pt x="1007" y="283"/>
                </a:cubicBezTo>
                <a:cubicBezTo>
                  <a:pt x="1021" y="283"/>
                  <a:pt x="1021" y="283"/>
                  <a:pt x="1021" y="283"/>
                </a:cubicBezTo>
                <a:cubicBezTo>
                  <a:pt x="1021" y="286"/>
                  <a:pt x="1020" y="289"/>
                  <a:pt x="1020" y="293"/>
                </a:cubicBezTo>
                <a:cubicBezTo>
                  <a:pt x="1020" y="320"/>
                  <a:pt x="1042" y="342"/>
                  <a:pt x="1069" y="342"/>
                </a:cubicBezTo>
                <a:cubicBezTo>
                  <a:pt x="1096" y="342"/>
                  <a:pt x="1118" y="320"/>
                  <a:pt x="1118" y="293"/>
                </a:cubicBezTo>
                <a:cubicBezTo>
                  <a:pt x="1118" y="289"/>
                  <a:pt x="1118" y="286"/>
                  <a:pt x="1118" y="283"/>
                </a:cubicBezTo>
                <a:cubicBezTo>
                  <a:pt x="1153" y="283"/>
                  <a:pt x="1153" y="283"/>
                  <a:pt x="1153" y="283"/>
                </a:cubicBezTo>
                <a:lnTo>
                  <a:pt x="1153" y="239"/>
                </a:lnTo>
                <a:close/>
                <a:moveTo>
                  <a:pt x="134" y="152"/>
                </a:moveTo>
                <a:cubicBezTo>
                  <a:pt x="35" y="170"/>
                  <a:pt x="35" y="170"/>
                  <a:pt x="35" y="170"/>
                </a:cubicBezTo>
                <a:cubicBezTo>
                  <a:pt x="35" y="103"/>
                  <a:pt x="35" y="103"/>
                  <a:pt x="35" y="103"/>
                </a:cubicBezTo>
                <a:cubicBezTo>
                  <a:pt x="134" y="103"/>
                  <a:pt x="134" y="103"/>
                  <a:pt x="134" y="103"/>
                </a:cubicBezTo>
                <a:lnTo>
                  <a:pt x="134" y="152"/>
                </a:lnTo>
                <a:close/>
                <a:moveTo>
                  <a:pt x="1171" y="115"/>
                </a:moveTo>
                <a:cubicBezTo>
                  <a:pt x="1171" y="174"/>
                  <a:pt x="1131" y="221"/>
                  <a:pt x="1082" y="221"/>
                </a:cubicBezTo>
                <a:cubicBezTo>
                  <a:pt x="281" y="221"/>
                  <a:pt x="281" y="221"/>
                  <a:pt x="281" y="221"/>
                </a:cubicBezTo>
                <a:cubicBezTo>
                  <a:pt x="344" y="79"/>
                  <a:pt x="344" y="79"/>
                  <a:pt x="344" y="79"/>
                </a:cubicBezTo>
                <a:cubicBezTo>
                  <a:pt x="344" y="79"/>
                  <a:pt x="344" y="79"/>
                  <a:pt x="344" y="79"/>
                </a:cubicBezTo>
                <a:cubicBezTo>
                  <a:pt x="357" y="39"/>
                  <a:pt x="390" y="10"/>
                  <a:pt x="429" y="10"/>
                </a:cubicBezTo>
                <a:cubicBezTo>
                  <a:pt x="482" y="10"/>
                  <a:pt x="482" y="10"/>
                  <a:pt x="482" y="10"/>
                </a:cubicBezTo>
                <a:cubicBezTo>
                  <a:pt x="482" y="0"/>
                  <a:pt x="482" y="0"/>
                  <a:pt x="482" y="0"/>
                </a:cubicBezTo>
                <a:cubicBezTo>
                  <a:pt x="547" y="0"/>
                  <a:pt x="547" y="0"/>
                  <a:pt x="547" y="0"/>
                </a:cubicBezTo>
                <a:cubicBezTo>
                  <a:pt x="547" y="10"/>
                  <a:pt x="547" y="10"/>
                  <a:pt x="547" y="10"/>
                </a:cubicBezTo>
                <a:cubicBezTo>
                  <a:pt x="730" y="10"/>
                  <a:pt x="730" y="10"/>
                  <a:pt x="730" y="10"/>
                </a:cubicBezTo>
                <a:cubicBezTo>
                  <a:pt x="730" y="0"/>
                  <a:pt x="730" y="0"/>
                  <a:pt x="730" y="0"/>
                </a:cubicBezTo>
                <a:cubicBezTo>
                  <a:pt x="795" y="0"/>
                  <a:pt x="795" y="0"/>
                  <a:pt x="795" y="0"/>
                </a:cubicBezTo>
                <a:cubicBezTo>
                  <a:pt x="795" y="10"/>
                  <a:pt x="795" y="10"/>
                  <a:pt x="795" y="10"/>
                </a:cubicBezTo>
                <a:cubicBezTo>
                  <a:pt x="968" y="10"/>
                  <a:pt x="968" y="10"/>
                  <a:pt x="968" y="10"/>
                </a:cubicBezTo>
                <a:cubicBezTo>
                  <a:pt x="968" y="0"/>
                  <a:pt x="968" y="0"/>
                  <a:pt x="968" y="0"/>
                </a:cubicBezTo>
                <a:cubicBezTo>
                  <a:pt x="1034" y="0"/>
                  <a:pt x="1034" y="0"/>
                  <a:pt x="1034" y="0"/>
                </a:cubicBezTo>
                <a:cubicBezTo>
                  <a:pt x="1034" y="10"/>
                  <a:pt x="1034" y="10"/>
                  <a:pt x="1034" y="10"/>
                </a:cubicBezTo>
                <a:cubicBezTo>
                  <a:pt x="1082" y="10"/>
                  <a:pt x="1082" y="10"/>
                  <a:pt x="1082" y="10"/>
                </a:cubicBezTo>
                <a:cubicBezTo>
                  <a:pt x="1131" y="10"/>
                  <a:pt x="1171" y="57"/>
                  <a:pt x="1171" y="115"/>
                </a:cubicBezTo>
                <a:close/>
              </a:path>
            </a:pathLst>
          </a:custGeom>
          <a:solidFill>
            <a:schemeClr val="tx1"/>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de-DE"/>
          </a:p>
        </p:txBody>
      </p:sp>
      <p:sp>
        <p:nvSpPr>
          <p:cNvPr id="57" name="Freeform 8">
            <a:extLst>
              <a:ext uri="{FF2B5EF4-FFF2-40B4-BE49-F238E27FC236}">
                <a16:creationId xmlns:a16="http://schemas.microsoft.com/office/drawing/2014/main" id="{3E87F68A-BD57-90BF-490D-E457D5889859}"/>
              </a:ext>
            </a:extLst>
          </p:cNvPr>
          <p:cNvSpPr>
            <a:spLocks noEditPoints="1"/>
          </p:cNvSpPr>
          <p:nvPr>
            <p:custDataLst>
              <p:tags r:id="rId6"/>
            </p:custDataLst>
          </p:nvPr>
        </p:nvSpPr>
        <p:spPr bwMode="auto">
          <a:xfrm>
            <a:off x="6578122" y="3690058"/>
            <a:ext cx="1072829" cy="292440"/>
          </a:xfrm>
          <a:custGeom>
            <a:avLst/>
            <a:gdLst>
              <a:gd name="T0" fmla="*/ 0 w 2861"/>
              <a:gd name="T1" fmla="*/ 0 h 849"/>
              <a:gd name="T2" fmla="*/ 0 w 2861"/>
              <a:gd name="T3" fmla="*/ 849 h 849"/>
              <a:gd name="T4" fmla="*/ 667 w 2861"/>
              <a:gd name="T5" fmla="*/ 849 h 849"/>
              <a:gd name="T6" fmla="*/ 667 w 2861"/>
              <a:gd name="T7" fmla="*/ 781 h 849"/>
              <a:gd name="T8" fmla="*/ 1540 w 2861"/>
              <a:gd name="T9" fmla="*/ 781 h 849"/>
              <a:gd name="T10" fmla="*/ 1540 w 2861"/>
              <a:gd name="T11" fmla="*/ 849 h 849"/>
              <a:gd name="T12" fmla="*/ 1761 w 2861"/>
              <a:gd name="T13" fmla="*/ 849 h 849"/>
              <a:gd name="T14" fmla="*/ 1761 w 2861"/>
              <a:gd name="T15" fmla="*/ 567 h 849"/>
              <a:gd name="T16" fmla="*/ 2637 w 2861"/>
              <a:gd name="T17" fmla="*/ 567 h 849"/>
              <a:gd name="T18" fmla="*/ 2637 w 2861"/>
              <a:gd name="T19" fmla="*/ 849 h 849"/>
              <a:gd name="T20" fmla="*/ 2861 w 2861"/>
              <a:gd name="T21" fmla="*/ 849 h 849"/>
              <a:gd name="T22" fmla="*/ 2861 w 2861"/>
              <a:gd name="T23" fmla="*/ 0 h 849"/>
              <a:gd name="T24" fmla="*/ 0 w 2861"/>
              <a:gd name="T25" fmla="*/ 0 h 849"/>
              <a:gd name="T26" fmla="*/ 1540 w 2861"/>
              <a:gd name="T27" fmla="*/ 743 h 849"/>
              <a:gd name="T28" fmla="*/ 667 w 2861"/>
              <a:gd name="T29" fmla="*/ 743 h 849"/>
              <a:gd name="T30" fmla="*/ 667 w 2861"/>
              <a:gd name="T31" fmla="*/ 705 h 849"/>
              <a:gd name="T32" fmla="*/ 1540 w 2861"/>
              <a:gd name="T33" fmla="*/ 705 h 849"/>
              <a:gd name="T34" fmla="*/ 1540 w 2861"/>
              <a:gd name="T35" fmla="*/ 743 h 849"/>
              <a:gd name="T36" fmla="*/ 1540 w 2861"/>
              <a:gd name="T37" fmla="*/ 668 h 849"/>
              <a:gd name="T38" fmla="*/ 667 w 2861"/>
              <a:gd name="T39" fmla="*/ 668 h 849"/>
              <a:gd name="T40" fmla="*/ 667 w 2861"/>
              <a:gd name="T41" fmla="*/ 630 h 849"/>
              <a:gd name="T42" fmla="*/ 1540 w 2861"/>
              <a:gd name="T43" fmla="*/ 630 h 849"/>
              <a:gd name="T44" fmla="*/ 1540 w 2861"/>
              <a:gd name="T45" fmla="*/ 668 h 849"/>
              <a:gd name="T46" fmla="*/ 1540 w 2861"/>
              <a:gd name="T47" fmla="*/ 592 h 849"/>
              <a:gd name="T48" fmla="*/ 667 w 2861"/>
              <a:gd name="T49" fmla="*/ 592 h 849"/>
              <a:gd name="T50" fmla="*/ 667 w 2861"/>
              <a:gd name="T51" fmla="*/ 555 h 849"/>
              <a:gd name="T52" fmla="*/ 1540 w 2861"/>
              <a:gd name="T53" fmla="*/ 555 h 849"/>
              <a:gd name="T54" fmla="*/ 1540 w 2861"/>
              <a:gd name="T55" fmla="*/ 592 h 849"/>
              <a:gd name="T56" fmla="*/ 1540 w 2861"/>
              <a:gd name="T57" fmla="*/ 514 h 849"/>
              <a:gd name="T58" fmla="*/ 667 w 2861"/>
              <a:gd name="T59" fmla="*/ 514 h 849"/>
              <a:gd name="T60" fmla="*/ 667 w 2861"/>
              <a:gd name="T61" fmla="*/ 475 h 849"/>
              <a:gd name="T62" fmla="*/ 1540 w 2861"/>
              <a:gd name="T63" fmla="*/ 475 h 849"/>
              <a:gd name="T64" fmla="*/ 1540 w 2861"/>
              <a:gd name="T65" fmla="*/ 514 h 849"/>
              <a:gd name="T66" fmla="*/ 1540 w 2861"/>
              <a:gd name="T67" fmla="*/ 437 h 849"/>
              <a:gd name="T68" fmla="*/ 667 w 2861"/>
              <a:gd name="T69" fmla="*/ 437 h 849"/>
              <a:gd name="T70" fmla="*/ 667 w 2861"/>
              <a:gd name="T71" fmla="*/ 400 h 849"/>
              <a:gd name="T72" fmla="*/ 1540 w 2861"/>
              <a:gd name="T73" fmla="*/ 400 h 849"/>
              <a:gd name="T74" fmla="*/ 1540 w 2861"/>
              <a:gd name="T75" fmla="*/ 437 h 849"/>
              <a:gd name="T76" fmla="*/ 1540 w 2861"/>
              <a:gd name="T77" fmla="*/ 362 h 849"/>
              <a:gd name="T78" fmla="*/ 667 w 2861"/>
              <a:gd name="T79" fmla="*/ 362 h 849"/>
              <a:gd name="T80" fmla="*/ 667 w 2861"/>
              <a:gd name="T81" fmla="*/ 324 h 849"/>
              <a:gd name="T82" fmla="*/ 1540 w 2861"/>
              <a:gd name="T83" fmla="*/ 324 h 849"/>
              <a:gd name="T84" fmla="*/ 1540 w 2861"/>
              <a:gd name="T85" fmla="*/ 362 h 849"/>
              <a:gd name="T86" fmla="*/ 2637 w 2861"/>
              <a:gd name="T87" fmla="*/ 512 h 849"/>
              <a:gd name="T88" fmla="*/ 1765 w 2861"/>
              <a:gd name="T89" fmla="*/ 512 h 849"/>
              <a:gd name="T90" fmla="*/ 1765 w 2861"/>
              <a:gd name="T91" fmla="*/ 475 h 849"/>
              <a:gd name="T92" fmla="*/ 2637 w 2861"/>
              <a:gd name="T93" fmla="*/ 475 h 849"/>
              <a:gd name="T94" fmla="*/ 2637 w 2861"/>
              <a:gd name="T95" fmla="*/ 512 h 849"/>
              <a:gd name="T96" fmla="*/ 2637 w 2861"/>
              <a:gd name="T97" fmla="*/ 437 h 849"/>
              <a:gd name="T98" fmla="*/ 1765 w 2861"/>
              <a:gd name="T99" fmla="*/ 437 h 849"/>
              <a:gd name="T100" fmla="*/ 1765 w 2861"/>
              <a:gd name="T101" fmla="*/ 399 h 849"/>
              <a:gd name="T102" fmla="*/ 2637 w 2861"/>
              <a:gd name="T103" fmla="*/ 399 h 849"/>
              <a:gd name="T104" fmla="*/ 2637 w 2861"/>
              <a:gd name="T105" fmla="*/ 437 h 849"/>
              <a:gd name="T106" fmla="*/ 2637 w 2861"/>
              <a:gd name="T107" fmla="*/ 361 h 849"/>
              <a:gd name="T108" fmla="*/ 1765 w 2861"/>
              <a:gd name="T109" fmla="*/ 361 h 849"/>
              <a:gd name="T110" fmla="*/ 1765 w 2861"/>
              <a:gd name="T111" fmla="*/ 324 h 849"/>
              <a:gd name="T112" fmla="*/ 2637 w 2861"/>
              <a:gd name="T113" fmla="*/ 324 h 849"/>
              <a:gd name="T114" fmla="*/ 2637 w 2861"/>
              <a:gd name="T115" fmla="*/ 361 h 8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861" h="849">
                <a:moveTo>
                  <a:pt x="0" y="0"/>
                </a:moveTo>
                <a:lnTo>
                  <a:pt x="0" y="849"/>
                </a:lnTo>
                <a:lnTo>
                  <a:pt x="667" y="849"/>
                </a:lnTo>
                <a:lnTo>
                  <a:pt x="667" y="781"/>
                </a:lnTo>
                <a:lnTo>
                  <a:pt x="1540" y="781"/>
                </a:lnTo>
                <a:lnTo>
                  <a:pt x="1540" y="849"/>
                </a:lnTo>
                <a:lnTo>
                  <a:pt x="1761" y="849"/>
                </a:lnTo>
                <a:lnTo>
                  <a:pt x="1761" y="567"/>
                </a:lnTo>
                <a:lnTo>
                  <a:pt x="2637" y="567"/>
                </a:lnTo>
                <a:lnTo>
                  <a:pt x="2637" y="849"/>
                </a:lnTo>
                <a:lnTo>
                  <a:pt x="2861" y="849"/>
                </a:lnTo>
                <a:lnTo>
                  <a:pt x="2861" y="0"/>
                </a:lnTo>
                <a:lnTo>
                  <a:pt x="0" y="0"/>
                </a:lnTo>
                <a:close/>
                <a:moveTo>
                  <a:pt x="1540" y="743"/>
                </a:moveTo>
                <a:lnTo>
                  <a:pt x="667" y="743"/>
                </a:lnTo>
                <a:lnTo>
                  <a:pt x="667" y="705"/>
                </a:lnTo>
                <a:lnTo>
                  <a:pt x="1540" y="705"/>
                </a:lnTo>
                <a:lnTo>
                  <a:pt x="1540" y="743"/>
                </a:lnTo>
                <a:close/>
                <a:moveTo>
                  <a:pt x="1540" y="668"/>
                </a:moveTo>
                <a:lnTo>
                  <a:pt x="667" y="668"/>
                </a:lnTo>
                <a:lnTo>
                  <a:pt x="667" y="630"/>
                </a:lnTo>
                <a:lnTo>
                  <a:pt x="1540" y="630"/>
                </a:lnTo>
                <a:lnTo>
                  <a:pt x="1540" y="668"/>
                </a:lnTo>
                <a:close/>
                <a:moveTo>
                  <a:pt x="1540" y="592"/>
                </a:moveTo>
                <a:lnTo>
                  <a:pt x="667" y="592"/>
                </a:lnTo>
                <a:lnTo>
                  <a:pt x="667" y="555"/>
                </a:lnTo>
                <a:lnTo>
                  <a:pt x="1540" y="555"/>
                </a:lnTo>
                <a:lnTo>
                  <a:pt x="1540" y="592"/>
                </a:lnTo>
                <a:close/>
                <a:moveTo>
                  <a:pt x="1540" y="514"/>
                </a:moveTo>
                <a:lnTo>
                  <a:pt x="667" y="514"/>
                </a:lnTo>
                <a:lnTo>
                  <a:pt x="667" y="475"/>
                </a:lnTo>
                <a:lnTo>
                  <a:pt x="1540" y="475"/>
                </a:lnTo>
                <a:lnTo>
                  <a:pt x="1540" y="514"/>
                </a:lnTo>
                <a:close/>
                <a:moveTo>
                  <a:pt x="1540" y="437"/>
                </a:moveTo>
                <a:lnTo>
                  <a:pt x="667" y="437"/>
                </a:lnTo>
                <a:lnTo>
                  <a:pt x="667" y="400"/>
                </a:lnTo>
                <a:lnTo>
                  <a:pt x="1540" y="400"/>
                </a:lnTo>
                <a:lnTo>
                  <a:pt x="1540" y="437"/>
                </a:lnTo>
                <a:close/>
                <a:moveTo>
                  <a:pt x="1540" y="362"/>
                </a:moveTo>
                <a:lnTo>
                  <a:pt x="667" y="362"/>
                </a:lnTo>
                <a:lnTo>
                  <a:pt x="667" y="324"/>
                </a:lnTo>
                <a:lnTo>
                  <a:pt x="1540" y="324"/>
                </a:lnTo>
                <a:lnTo>
                  <a:pt x="1540" y="362"/>
                </a:lnTo>
                <a:close/>
                <a:moveTo>
                  <a:pt x="2637" y="512"/>
                </a:moveTo>
                <a:lnTo>
                  <a:pt x="1765" y="512"/>
                </a:lnTo>
                <a:lnTo>
                  <a:pt x="1765" y="475"/>
                </a:lnTo>
                <a:lnTo>
                  <a:pt x="2637" y="475"/>
                </a:lnTo>
                <a:lnTo>
                  <a:pt x="2637" y="512"/>
                </a:lnTo>
                <a:close/>
                <a:moveTo>
                  <a:pt x="2637" y="437"/>
                </a:moveTo>
                <a:lnTo>
                  <a:pt x="1765" y="437"/>
                </a:lnTo>
                <a:lnTo>
                  <a:pt x="1765" y="399"/>
                </a:lnTo>
                <a:lnTo>
                  <a:pt x="2637" y="399"/>
                </a:lnTo>
                <a:lnTo>
                  <a:pt x="2637" y="437"/>
                </a:lnTo>
                <a:close/>
                <a:moveTo>
                  <a:pt x="2637" y="361"/>
                </a:moveTo>
                <a:lnTo>
                  <a:pt x="1765" y="361"/>
                </a:lnTo>
                <a:lnTo>
                  <a:pt x="1765" y="324"/>
                </a:lnTo>
                <a:lnTo>
                  <a:pt x="2637" y="324"/>
                </a:lnTo>
                <a:lnTo>
                  <a:pt x="2637" y="361"/>
                </a:lnTo>
                <a:close/>
              </a:path>
            </a:pathLst>
          </a:custGeom>
          <a:solidFill>
            <a:schemeClr val="tx1"/>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de-DE" dirty="0"/>
          </a:p>
        </p:txBody>
      </p:sp>
      <p:sp>
        <p:nvSpPr>
          <p:cNvPr id="58" name="Freeform 56">
            <a:extLst>
              <a:ext uri="{FF2B5EF4-FFF2-40B4-BE49-F238E27FC236}">
                <a16:creationId xmlns:a16="http://schemas.microsoft.com/office/drawing/2014/main" id="{52A2860F-1274-49A2-7279-AAAA07E90BF3}"/>
              </a:ext>
            </a:extLst>
          </p:cNvPr>
          <p:cNvSpPr>
            <a:spLocks noEditPoints="1"/>
          </p:cNvSpPr>
          <p:nvPr/>
        </p:nvSpPr>
        <p:spPr bwMode="auto">
          <a:xfrm>
            <a:off x="7450081" y="3906873"/>
            <a:ext cx="941078" cy="271476"/>
          </a:xfrm>
          <a:custGeom>
            <a:avLst/>
            <a:gdLst>
              <a:gd name="T0" fmla="*/ 230 w 1171"/>
              <a:gd name="T1" fmla="*/ 239 h 342"/>
              <a:gd name="T2" fmla="*/ 221 w 1171"/>
              <a:gd name="T3" fmla="*/ 1 h 342"/>
              <a:gd name="T4" fmla="*/ 106 w 1171"/>
              <a:gd name="T5" fmla="*/ 4 h 342"/>
              <a:gd name="T6" fmla="*/ 18 w 1171"/>
              <a:gd name="T7" fmla="*/ 86 h 342"/>
              <a:gd name="T8" fmla="*/ 10 w 1171"/>
              <a:gd name="T9" fmla="*/ 269 h 342"/>
              <a:gd name="T10" fmla="*/ 0 w 1171"/>
              <a:gd name="T11" fmla="*/ 302 h 342"/>
              <a:gd name="T12" fmla="*/ 37 w 1171"/>
              <a:gd name="T13" fmla="*/ 294 h 342"/>
              <a:gd name="T14" fmla="*/ 144 w 1171"/>
              <a:gd name="T15" fmla="*/ 342 h 342"/>
              <a:gd name="T16" fmla="*/ 230 w 1171"/>
              <a:gd name="T17" fmla="*/ 294 h 342"/>
              <a:gd name="T18" fmla="*/ 403 w 1171"/>
              <a:gd name="T19" fmla="*/ 283 h 342"/>
              <a:gd name="T20" fmla="*/ 451 w 1171"/>
              <a:gd name="T21" fmla="*/ 342 h 342"/>
              <a:gd name="T22" fmla="*/ 499 w 1171"/>
              <a:gd name="T23" fmla="*/ 283 h 342"/>
              <a:gd name="T24" fmla="*/ 802 w 1171"/>
              <a:gd name="T25" fmla="*/ 293 h 342"/>
              <a:gd name="T26" fmla="*/ 900 w 1171"/>
              <a:gd name="T27" fmla="*/ 293 h 342"/>
              <a:gd name="T28" fmla="*/ 911 w 1171"/>
              <a:gd name="T29" fmla="*/ 283 h 342"/>
              <a:gd name="T30" fmla="*/ 959 w 1171"/>
              <a:gd name="T31" fmla="*/ 342 h 342"/>
              <a:gd name="T32" fmla="*/ 1007 w 1171"/>
              <a:gd name="T33" fmla="*/ 283 h 342"/>
              <a:gd name="T34" fmla="*/ 1020 w 1171"/>
              <a:gd name="T35" fmla="*/ 293 h 342"/>
              <a:gd name="T36" fmla="*/ 1118 w 1171"/>
              <a:gd name="T37" fmla="*/ 293 h 342"/>
              <a:gd name="T38" fmla="*/ 1153 w 1171"/>
              <a:gd name="T39" fmla="*/ 283 h 342"/>
              <a:gd name="T40" fmla="*/ 134 w 1171"/>
              <a:gd name="T41" fmla="*/ 152 h 342"/>
              <a:gd name="T42" fmla="*/ 35 w 1171"/>
              <a:gd name="T43" fmla="*/ 103 h 342"/>
              <a:gd name="T44" fmla="*/ 134 w 1171"/>
              <a:gd name="T45" fmla="*/ 152 h 342"/>
              <a:gd name="T46" fmla="*/ 1082 w 1171"/>
              <a:gd name="T47" fmla="*/ 221 h 342"/>
              <a:gd name="T48" fmla="*/ 344 w 1171"/>
              <a:gd name="T49" fmla="*/ 79 h 342"/>
              <a:gd name="T50" fmla="*/ 429 w 1171"/>
              <a:gd name="T51" fmla="*/ 10 h 342"/>
              <a:gd name="T52" fmla="*/ 482 w 1171"/>
              <a:gd name="T53" fmla="*/ 0 h 342"/>
              <a:gd name="T54" fmla="*/ 547 w 1171"/>
              <a:gd name="T55" fmla="*/ 10 h 342"/>
              <a:gd name="T56" fmla="*/ 730 w 1171"/>
              <a:gd name="T57" fmla="*/ 0 h 342"/>
              <a:gd name="T58" fmla="*/ 795 w 1171"/>
              <a:gd name="T59" fmla="*/ 10 h 342"/>
              <a:gd name="T60" fmla="*/ 968 w 1171"/>
              <a:gd name="T61" fmla="*/ 0 h 342"/>
              <a:gd name="T62" fmla="*/ 1034 w 1171"/>
              <a:gd name="T63" fmla="*/ 10 h 342"/>
              <a:gd name="T64" fmla="*/ 1171 w 1171"/>
              <a:gd name="T65" fmla="*/ 115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171" h="342">
                <a:moveTo>
                  <a:pt x="1153" y="239"/>
                </a:moveTo>
                <a:cubicBezTo>
                  <a:pt x="230" y="239"/>
                  <a:pt x="230" y="239"/>
                  <a:pt x="230" y="239"/>
                </a:cubicBezTo>
                <a:cubicBezTo>
                  <a:pt x="230" y="9"/>
                  <a:pt x="230" y="9"/>
                  <a:pt x="230" y="9"/>
                </a:cubicBezTo>
                <a:cubicBezTo>
                  <a:pt x="230" y="4"/>
                  <a:pt x="226" y="1"/>
                  <a:pt x="221" y="1"/>
                </a:cubicBezTo>
                <a:cubicBezTo>
                  <a:pt x="113" y="1"/>
                  <a:pt x="113" y="1"/>
                  <a:pt x="113" y="1"/>
                </a:cubicBezTo>
                <a:cubicBezTo>
                  <a:pt x="110" y="1"/>
                  <a:pt x="108" y="2"/>
                  <a:pt x="106" y="4"/>
                </a:cubicBezTo>
                <a:cubicBezTo>
                  <a:pt x="93" y="8"/>
                  <a:pt x="56" y="25"/>
                  <a:pt x="17" y="86"/>
                </a:cubicBezTo>
                <a:cubicBezTo>
                  <a:pt x="18" y="86"/>
                  <a:pt x="18" y="86"/>
                  <a:pt x="18" y="86"/>
                </a:cubicBezTo>
                <a:cubicBezTo>
                  <a:pt x="14" y="86"/>
                  <a:pt x="10" y="89"/>
                  <a:pt x="10" y="94"/>
                </a:cubicBezTo>
                <a:cubicBezTo>
                  <a:pt x="10" y="269"/>
                  <a:pt x="10" y="269"/>
                  <a:pt x="10" y="269"/>
                </a:cubicBezTo>
                <a:cubicBezTo>
                  <a:pt x="0" y="269"/>
                  <a:pt x="0" y="269"/>
                  <a:pt x="0" y="269"/>
                </a:cubicBezTo>
                <a:cubicBezTo>
                  <a:pt x="0" y="302"/>
                  <a:pt x="0" y="302"/>
                  <a:pt x="0" y="302"/>
                </a:cubicBezTo>
                <a:cubicBezTo>
                  <a:pt x="37" y="302"/>
                  <a:pt x="37" y="302"/>
                  <a:pt x="37" y="302"/>
                </a:cubicBezTo>
                <a:cubicBezTo>
                  <a:pt x="37" y="294"/>
                  <a:pt x="37" y="294"/>
                  <a:pt x="37" y="294"/>
                </a:cubicBezTo>
                <a:cubicBezTo>
                  <a:pt x="95" y="294"/>
                  <a:pt x="95" y="294"/>
                  <a:pt x="95" y="294"/>
                </a:cubicBezTo>
                <a:cubicBezTo>
                  <a:pt x="95" y="320"/>
                  <a:pt x="117" y="342"/>
                  <a:pt x="144" y="342"/>
                </a:cubicBezTo>
                <a:cubicBezTo>
                  <a:pt x="170" y="342"/>
                  <a:pt x="192" y="320"/>
                  <a:pt x="193" y="294"/>
                </a:cubicBezTo>
                <a:cubicBezTo>
                  <a:pt x="230" y="294"/>
                  <a:pt x="230" y="294"/>
                  <a:pt x="230" y="294"/>
                </a:cubicBezTo>
                <a:cubicBezTo>
                  <a:pt x="230" y="283"/>
                  <a:pt x="230" y="283"/>
                  <a:pt x="230" y="283"/>
                </a:cubicBezTo>
                <a:cubicBezTo>
                  <a:pt x="403" y="283"/>
                  <a:pt x="403" y="283"/>
                  <a:pt x="403" y="283"/>
                </a:cubicBezTo>
                <a:cubicBezTo>
                  <a:pt x="402" y="286"/>
                  <a:pt x="402" y="289"/>
                  <a:pt x="402" y="293"/>
                </a:cubicBezTo>
                <a:cubicBezTo>
                  <a:pt x="402" y="320"/>
                  <a:pt x="424" y="342"/>
                  <a:pt x="451" y="342"/>
                </a:cubicBezTo>
                <a:cubicBezTo>
                  <a:pt x="478" y="342"/>
                  <a:pt x="500" y="320"/>
                  <a:pt x="500" y="293"/>
                </a:cubicBezTo>
                <a:cubicBezTo>
                  <a:pt x="500" y="289"/>
                  <a:pt x="499" y="286"/>
                  <a:pt x="499" y="283"/>
                </a:cubicBezTo>
                <a:cubicBezTo>
                  <a:pt x="803" y="283"/>
                  <a:pt x="803" y="283"/>
                  <a:pt x="803" y="283"/>
                </a:cubicBezTo>
                <a:cubicBezTo>
                  <a:pt x="803" y="286"/>
                  <a:pt x="802" y="289"/>
                  <a:pt x="802" y="293"/>
                </a:cubicBezTo>
                <a:cubicBezTo>
                  <a:pt x="802" y="320"/>
                  <a:pt x="824" y="342"/>
                  <a:pt x="851" y="342"/>
                </a:cubicBezTo>
                <a:cubicBezTo>
                  <a:pt x="878" y="342"/>
                  <a:pt x="900" y="320"/>
                  <a:pt x="900" y="293"/>
                </a:cubicBezTo>
                <a:cubicBezTo>
                  <a:pt x="900" y="289"/>
                  <a:pt x="900" y="286"/>
                  <a:pt x="899" y="283"/>
                </a:cubicBezTo>
                <a:cubicBezTo>
                  <a:pt x="911" y="283"/>
                  <a:pt x="911" y="283"/>
                  <a:pt x="911" y="283"/>
                </a:cubicBezTo>
                <a:cubicBezTo>
                  <a:pt x="910" y="286"/>
                  <a:pt x="910" y="289"/>
                  <a:pt x="910" y="293"/>
                </a:cubicBezTo>
                <a:cubicBezTo>
                  <a:pt x="910" y="320"/>
                  <a:pt x="932" y="342"/>
                  <a:pt x="959" y="342"/>
                </a:cubicBezTo>
                <a:cubicBezTo>
                  <a:pt x="986" y="342"/>
                  <a:pt x="1008" y="320"/>
                  <a:pt x="1008" y="293"/>
                </a:cubicBezTo>
                <a:cubicBezTo>
                  <a:pt x="1008" y="289"/>
                  <a:pt x="1008" y="286"/>
                  <a:pt x="1007" y="283"/>
                </a:cubicBezTo>
                <a:cubicBezTo>
                  <a:pt x="1021" y="283"/>
                  <a:pt x="1021" y="283"/>
                  <a:pt x="1021" y="283"/>
                </a:cubicBezTo>
                <a:cubicBezTo>
                  <a:pt x="1021" y="286"/>
                  <a:pt x="1020" y="289"/>
                  <a:pt x="1020" y="293"/>
                </a:cubicBezTo>
                <a:cubicBezTo>
                  <a:pt x="1020" y="320"/>
                  <a:pt x="1042" y="342"/>
                  <a:pt x="1069" y="342"/>
                </a:cubicBezTo>
                <a:cubicBezTo>
                  <a:pt x="1096" y="342"/>
                  <a:pt x="1118" y="320"/>
                  <a:pt x="1118" y="293"/>
                </a:cubicBezTo>
                <a:cubicBezTo>
                  <a:pt x="1118" y="289"/>
                  <a:pt x="1118" y="286"/>
                  <a:pt x="1118" y="283"/>
                </a:cubicBezTo>
                <a:cubicBezTo>
                  <a:pt x="1153" y="283"/>
                  <a:pt x="1153" y="283"/>
                  <a:pt x="1153" y="283"/>
                </a:cubicBezTo>
                <a:lnTo>
                  <a:pt x="1153" y="239"/>
                </a:lnTo>
                <a:close/>
                <a:moveTo>
                  <a:pt x="134" y="152"/>
                </a:moveTo>
                <a:cubicBezTo>
                  <a:pt x="35" y="170"/>
                  <a:pt x="35" y="170"/>
                  <a:pt x="35" y="170"/>
                </a:cubicBezTo>
                <a:cubicBezTo>
                  <a:pt x="35" y="103"/>
                  <a:pt x="35" y="103"/>
                  <a:pt x="35" y="103"/>
                </a:cubicBezTo>
                <a:cubicBezTo>
                  <a:pt x="134" y="103"/>
                  <a:pt x="134" y="103"/>
                  <a:pt x="134" y="103"/>
                </a:cubicBezTo>
                <a:lnTo>
                  <a:pt x="134" y="152"/>
                </a:lnTo>
                <a:close/>
                <a:moveTo>
                  <a:pt x="1171" y="115"/>
                </a:moveTo>
                <a:cubicBezTo>
                  <a:pt x="1171" y="174"/>
                  <a:pt x="1131" y="221"/>
                  <a:pt x="1082" y="221"/>
                </a:cubicBezTo>
                <a:cubicBezTo>
                  <a:pt x="281" y="221"/>
                  <a:pt x="281" y="221"/>
                  <a:pt x="281" y="221"/>
                </a:cubicBezTo>
                <a:cubicBezTo>
                  <a:pt x="344" y="79"/>
                  <a:pt x="344" y="79"/>
                  <a:pt x="344" y="79"/>
                </a:cubicBezTo>
                <a:cubicBezTo>
                  <a:pt x="344" y="79"/>
                  <a:pt x="344" y="79"/>
                  <a:pt x="344" y="79"/>
                </a:cubicBezTo>
                <a:cubicBezTo>
                  <a:pt x="357" y="39"/>
                  <a:pt x="390" y="10"/>
                  <a:pt x="429" y="10"/>
                </a:cubicBezTo>
                <a:cubicBezTo>
                  <a:pt x="482" y="10"/>
                  <a:pt x="482" y="10"/>
                  <a:pt x="482" y="10"/>
                </a:cubicBezTo>
                <a:cubicBezTo>
                  <a:pt x="482" y="0"/>
                  <a:pt x="482" y="0"/>
                  <a:pt x="482" y="0"/>
                </a:cubicBezTo>
                <a:cubicBezTo>
                  <a:pt x="547" y="0"/>
                  <a:pt x="547" y="0"/>
                  <a:pt x="547" y="0"/>
                </a:cubicBezTo>
                <a:cubicBezTo>
                  <a:pt x="547" y="10"/>
                  <a:pt x="547" y="10"/>
                  <a:pt x="547" y="10"/>
                </a:cubicBezTo>
                <a:cubicBezTo>
                  <a:pt x="730" y="10"/>
                  <a:pt x="730" y="10"/>
                  <a:pt x="730" y="10"/>
                </a:cubicBezTo>
                <a:cubicBezTo>
                  <a:pt x="730" y="0"/>
                  <a:pt x="730" y="0"/>
                  <a:pt x="730" y="0"/>
                </a:cubicBezTo>
                <a:cubicBezTo>
                  <a:pt x="795" y="0"/>
                  <a:pt x="795" y="0"/>
                  <a:pt x="795" y="0"/>
                </a:cubicBezTo>
                <a:cubicBezTo>
                  <a:pt x="795" y="10"/>
                  <a:pt x="795" y="10"/>
                  <a:pt x="795" y="10"/>
                </a:cubicBezTo>
                <a:cubicBezTo>
                  <a:pt x="968" y="10"/>
                  <a:pt x="968" y="10"/>
                  <a:pt x="968" y="10"/>
                </a:cubicBezTo>
                <a:cubicBezTo>
                  <a:pt x="968" y="0"/>
                  <a:pt x="968" y="0"/>
                  <a:pt x="968" y="0"/>
                </a:cubicBezTo>
                <a:cubicBezTo>
                  <a:pt x="1034" y="0"/>
                  <a:pt x="1034" y="0"/>
                  <a:pt x="1034" y="0"/>
                </a:cubicBezTo>
                <a:cubicBezTo>
                  <a:pt x="1034" y="10"/>
                  <a:pt x="1034" y="10"/>
                  <a:pt x="1034" y="10"/>
                </a:cubicBezTo>
                <a:cubicBezTo>
                  <a:pt x="1082" y="10"/>
                  <a:pt x="1082" y="10"/>
                  <a:pt x="1082" y="10"/>
                </a:cubicBezTo>
                <a:cubicBezTo>
                  <a:pt x="1131" y="10"/>
                  <a:pt x="1171" y="57"/>
                  <a:pt x="1171" y="115"/>
                </a:cubicBezTo>
                <a:close/>
              </a:path>
            </a:pathLst>
          </a:custGeom>
          <a:solidFill>
            <a:schemeClr val="tx1"/>
          </a:solidFill>
          <a:ln>
            <a:noFill/>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de-DE"/>
          </a:p>
        </p:txBody>
      </p:sp>
    </p:spTree>
    <p:extLst>
      <p:ext uri="{BB962C8B-B14F-4D97-AF65-F5344CB8AC3E}">
        <p14:creationId xmlns:p14="http://schemas.microsoft.com/office/powerpoint/2010/main" val="2316508811"/>
      </p:ext>
    </p:extLst>
  </p:cSld>
  <p:clrMapOvr>
    <a:masterClrMapping/>
  </p:clrMapOvr>
  <p:extLst>
    <p:ext uri="{6950BFC3-D8DA-4A85-94F7-54DA5524770B}">
      <p188:commentRel xmlns:p188="http://schemas.microsoft.com/office/powerpoint/2018/8/main" r:id="rId8"/>
    </p:ext>
  </p:extLs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de-DE" dirty="0" err="1"/>
              <a:t>Prefer</a:t>
            </a:r>
            <a:r>
              <a:rPr lang="de-DE" dirty="0"/>
              <a:t> Early </a:t>
            </a:r>
            <a:r>
              <a:rPr lang="de-DE" dirty="0" err="1"/>
              <a:t>Loading</a:t>
            </a:r>
            <a:endParaRPr lang="de-DE" dirty="0"/>
          </a:p>
        </p:txBody>
      </p:sp>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49" y="1350963"/>
            <a:ext cx="10449983" cy="4445000"/>
          </a:xfrm>
        </p:spPr>
        <p:txBody>
          <a:bodyPr/>
          <a:lstStyle/>
          <a:p>
            <a:pPr algn="just">
              <a:lnSpc>
                <a:spcPct val="120000"/>
              </a:lnSpc>
            </a:pPr>
            <a:r>
              <a:rPr lang="en-US" b="0" dirty="0"/>
              <a:t>The optimization prefers early loading for orders with long loaded travel by adding extra costs to proposals with late start load. The </a:t>
            </a:r>
            <a:r>
              <a:rPr lang="en-US" b="0" i="1" dirty="0" err="1"/>
              <a:t>PotentialMaxExtraCost</a:t>
            </a:r>
            <a:r>
              <a:rPr lang="en-US" b="0" dirty="0"/>
              <a:t> grow linear between </a:t>
            </a:r>
            <a:r>
              <a:rPr lang="en-US" b="0" i="1" dirty="0" err="1"/>
              <a:t>MinDrivingTime</a:t>
            </a:r>
            <a:r>
              <a:rPr lang="en-US" b="0" dirty="0"/>
              <a:t> and </a:t>
            </a:r>
            <a:r>
              <a:rPr lang="en-US" b="0" i="1" dirty="0" err="1"/>
              <a:t>MaxDrivingTime</a:t>
            </a:r>
            <a:r>
              <a:rPr lang="en-US" b="0" dirty="0"/>
              <a:t> from 0 to </a:t>
            </a:r>
            <a:r>
              <a:rPr lang="en-US" b="0" i="1" dirty="0" err="1"/>
              <a:t>MaxExtraCost</a:t>
            </a:r>
            <a:r>
              <a:rPr lang="en-US" b="0" dirty="0"/>
              <a:t>.</a:t>
            </a:r>
          </a:p>
          <a:p>
            <a:pPr algn="just"/>
            <a:endParaRPr lang="en-US" b="0" dirty="0"/>
          </a:p>
          <a:p>
            <a:pPr algn="just"/>
            <a:endParaRPr lang="en-US" b="0" dirty="0"/>
          </a:p>
          <a:p>
            <a:pPr algn="just"/>
            <a:endParaRPr lang="en-US" b="0" dirty="0"/>
          </a:p>
          <a:p>
            <a:pPr algn="just"/>
            <a:endParaRPr lang="en-US" b="0" dirty="0"/>
          </a:p>
          <a:p>
            <a:pPr algn="just"/>
            <a:endParaRPr lang="en-US" b="0" dirty="0"/>
          </a:p>
          <a:p>
            <a:pPr algn="just"/>
            <a:endParaRPr lang="en-US" b="0" dirty="0"/>
          </a:p>
          <a:p>
            <a:pPr algn="just"/>
            <a:endParaRPr lang="en-US" b="0" dirty="0"/>
          </a:p>
          <a:p>
            <a:pPr algn="just"/>
            <a:endParaRPr lang="en-US" b="0" dirty="0"/>
          </a:p>
          <a:p>
            <a:pPr algn="just"/>
            <a:endParaRPr lang="en-US" b="0" dirty="0"/>
          </a:p>
          <a:p>
            <a:pPr algn="just"/>
            <a:endParaRPr lang="en-US" b="0" dirty="0"/>
          </a:p>
          <a:p>
            <a:pPr algn="just"/>
            <a:endParaRPr lang="en-US" b="0" dirty="0"/>
          </a:p>
          <a:p>
            <a:pPr algn="just"/>
            <a:endParaRPr lang="en-US" b="0" dirty="0"/>
          </a:p>
          <a:p>
            <a:pPr algn="just"/>
            <a:r>
              <a:rPr lang="en-US" b="0" dirty="0"/>
              <a:t>Assume the drive from depot to the customer for Order O takes 2 ½ h. That means the </a:t>
            </a:r>
            <a:r>
              <a:rPr lang="en-US" b="0" i="1" dirty="0" err="1"/>
              <a:t>PotentialMaxExtraCost</a:t>
            </a:r>
            <a:r>
              <a:rPr lang="en-US" b="0" dirty="0"/>
              <a:t> for this order is 1,500 seconds. </a:t>
            </a:r>
          </a:p>
        </p:txBody>
      </p:sp>
      <p:cxnSp>
        <p:nvCxnSpPr>
          <p:cNvPr id="4" name="Gerade Verbindung 75">
            <a:extLst>
              <a:ext uri="{FF2B5EF4-FFF2-40B4-BE49-F238E27FC236}">
                <a16:creationId xmlns:a16="http://schemas.microsoft.com/office/drawing/2014/main" id="{42B3F41F-DB19-00DA-C722-680D0421F91D}"/>
              </a:ext>
            </a:extLst>
          </p:cNvPr>
          <p:cNvCxnSpPr/>
          <p:nvPr/>
        </p:nvCxnSpPr>
        <p:spPr bwMode="auto">
          <a:xfrm flipH="1">
            <a:off x="5074913" y="3632523"/>
            <a:ext cx="2347624" cy="0"/>
          </a:xfrm>
          <a:prstGeom prst="line">
            <a:avLst/>
          </a:prstGeom>
          <a:noFill/>
          <a:ln w="28575" cap="flat" cmpd="sng" algn="ctr">
            <a:solidFill>
              <a:srgbClr val="FE766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 name="Gerade Verbindung 65">
            <a:extLst>
              <a:ext uri="{FF2B5EF4-FFF2-40B4-BE49-F238E27FC236}">
                <a16:creationId xmlns:a16="http://schemas.microsoft.com/office/drawing/2014/main" id="{560F1DCF-09EF-4EB6-8D90-874B661B7295}"/>
              </a:ext>
            </a:extLst>
          </p:cNvPr>
          <p:cNvCxnSpPr/>
          <p:nvPr/>
        </p:nvCxnSpPr>
        <p:spPr bwMode="auto">
          <a:xfrm flipH="1">
            <a:off x="3944469" y="3632523"/>
            <a:ext cx="1130444" cy="1136569"/>
          </a:xfrm>
          <a:prstGeom prst="line">
            <a:avLst/>
          </a:prstGeom>
          <a:noFill/>
          <a:ln w="28575" cap="flat" cmpd="sng" algn="ctr">
            <a:solidFill>
              <a:srgbClr val="FE766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 name="Gerade Verbindung 69">
            <a:extLst>
              <a:ext uri="{FF2B5EF4-FFF2-40B4-BE49-F238E27FC236}">
                <a16:creationId xmlns:a16="http://schemas.microsoft.com/office/drawing/2014/main" id="{1A86174D-AF95-9EF4-E391-3059B395A565}"/>
              </a:ext>
            </a:extLst>
          </p:cNvPr>
          <p:cNvCxnSpPr/>
          <p:nvPr/>
        </p:nvCxnSpPr>
        <p:spPr bwMode="auto">
          <a:xfrm flipH="1" flipV="1">
            <a:off x="1683581" y="4748130"/>
            <a:ext cx="2257770" cy="5733"/>
          </a:xfrm>
          <a:prstGeom prst="line">
            <a:avLst/>
          </a:prstGeom>
          <a:noFill/>
          <a:ln w="28575" cap="flat" cmpd="sng" algn="ctr">
            <a:solidFill>
              <a:srgbClr val="FE766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7" name="Gerade Verbindung 85">
            <a:extLst>
              <a:ext uri="{FF2B5EF4-FFF2-40B4-BE49-F238E27FC236}">
                <a16:creationId xmlns:a16="http://schemas.microsoft.com/office/drawing/2014/main" id="{3B54BA2F-768A-2D95-C4CF-8128C285BA15}"/>
              </a:ext>
            </a:extLst>
          </p:cNvPr>
          <p:cNvCxnSpPr/>
          <p:nvPr/>
        </p:nvCxnSpPr>
        <p:spPr bwMode="auto">
          <a:xfrm>
            <a:off x="2814025" y="4665540"/>
            <a:ext cx="0" cy="313691"/>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8" name="Textfeld 7">
            <a:extLst>
              <a:ext uri="{FF2B5EF4-FFF2-40B4-BE49-F238E27FC236}">
                <a16:creationId xmlns:a16="http://schemas.microsoft.com/office/drawing/2014/main" id="{FBF4D1D4-6119-1EB9-466E-31D12BEB0D1D}"/>
              </a:ext>
            </a:extLst>
          </p:cNvPr>
          <p:cNvSpPr txBox="1"/>
          <p:nvPr/>
        </p:nvSpPr>
        <p:spPr>
          <a:xfrm>
            <a:off x="8540609" y="4600508"/>
            <a:ext cx="2379192" cy="707886"/>
          </a:xfrm>
          <a:prstGeom prst="rect">
            <a:avLst/>
          </a:prstGeom>
          <a:noFill/>
        </p:spPr>
        <p:txBody>
          <a:bodyPr wrap="square" rtlCol="0">
            <a:spAutoFit/>
          </a:bodyPr>
          <a:lstStyle/>
          <a:p>
            <a:r>
              <a:rPr lang="en-US" dirty="0"/>
              <a:t>Driving time</a:t>
            </a:r>
          </a:p>
          <a:p>
            <a:r>
              <a:rPr lang="en-US" dirty="0"/>
              <a:t>Depot → Customer </a:t>
            </a:r>
          </a:p>
        </p:txBody>
      </p:sp>
      <p:sp>
        <p:nvSpPr>
          <p:cNvPr id="9" name="Textfeld 8">
            <a:extLst>
              <a:ext uri="{FF2B5EF4-FFF2-40B4-BE49-F238E27FC236}">
                <a16:creationId xmlns:a16="http://schemas.microsoft.com/office/drawing/2014/main" id="{314E38B8-9FE1-BCAD-9CB0-030CA3E095B1}"/>
              </a:ext>
            </a:extLst>
          </p:cNvPr>
          <p:cNvSpPr txBox="1"/>
          <p:nvPr/>
        </p:nvSpPr>
        <p:spPr>
          <a:xfrm>
            <a:off x="1085525" y="4579121"/>
            <a:ext cx="327334" cy="400110"/>
          </a:xfrm>
          <a:prstGeom prst="rect">
            <a:avLst/>
          </a:prstGeom>
          <a:noFill/>
        </p:spPr>
        <p:txBody>
          <a:bodyPr wrap="none" rtlCol="0">
            <a:spAutoFit/>
          </a:bodyPr>
          <a:lstStyle/>
          <a:p>
            <a:r>
              <a:rPr lang="de-DE" dirty="0"/>
              <a:t>0</a:t>
            </a:r>
          </a:p>
        </p:txBody>
      </p:sp>
      <p:cxnSp>
        <p:nvCxnSpPr>
          <p:cNvPr id="10" name="Gerade Verbindung 37">
            <a:extLst>
              <a:ext uri="{FF2B5EF4-FFF2-40B4-BE49-F238E27FC236}">
                <a16:creationId xmlns:a16="http://schemas.microsoft.com/office/drawing/2014/main" id="{E2AD2137-1932-B8B3-2F16-DB2D8956C772}"/>
              </a:ext>
            </a:extLst>
          </p:cNvPr>
          <p:cNvCxnSpPr/>
          <p:nvPr/>
        </p:nvCxnSpPr>
        <p:spPr bwMode="auto">
          <a:xfrm>
            <a:off x="5074913" y="3400038"/>
            <a:ext cx="0" cy="1390072"/>
          </a:xfrm>
          <a:prstGeom prst="line">
            <a:avLst/>
          </a:prstGeom>
          <a:noFill/>
          <a:ln w="12700"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 name="Gerade Verbindung 84">
            <a:extLst>
              <a:ext uri="{FF2B5EF4-FFF2-40B4-BE49-F238E27FC236}">
                <a16:creationId xmlns:a16="http://schemas.microsoft.com/office/drawing/2014/main" id="{1C5ADE9E-52AA-B3F9-0846-4E5F0FC38AB7}"/>
              </a:ext>
            </a:extLst>
          </p:cNvPr>
          <p:cNvCxnSpPr/>
          <p:nvPr/>
        </p:nvCxnSpPr>
        <p:spPr bwMode="auto">
          <a:xfrm>
            <a:off x="1516650" y="4774192"/>
            <a:ext cx="6913999" cy="4984"/>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4" name="Gerade Verbindung 38">
            <a:extLst>
              <a:ext uri="{FF2B5EF4-FFF2-40B4-BE49-F238E27FC236}">
                <a16:creationId xmlns:a16="http://schemas.microsoft.com/office/drawing/2014/main" id="{3DD1BCC6-BA97-9575-2745-B77669AE3FEA}"/>
              </a:ext>
            </a:extLst>
          </p:cNvPr>
          <p:cNvCxnSpPr/>
          <p:nvPr/>
        </p:nvCxnSpPr>
        <p:spPr bwMode="auto">
          <a:xfrm flipV="1">
            <a:off x="1683581" y="2711897"/>
            <a:ext cx="0" cy="2267334"/>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5" name="Gerade Verbindung 39">
            <a:extLst>
              <a:ext uri="{FF2B5EF4-FFF2-40B4-BE49-F238E27FC236}">
                <a16:creationId xmlns:a16="http://schemas.microsoft.com/office/drawing/2014/main" id="{6042C716-353D-880C-C50F-7B6E23C4180D}"/>
              </a:ext>
            </a:extLst>
          </p:cNvPr>
          <p:cNvCxnSpPr/>
          <p:nvPr/>
        </p:nvCxnSpPr>
        <p:spPr bwMode="auto">
          <a:xfrm flipH="1">
            <a:off x="1585564" y="3632523"/>
            <a:ext cx="6261706" cy="0"/>
          </a:xfrm>
          <a:prstGeom prst="line">
            <a:avLst/>
          </a:prstGeom>
          <a:noFill/>
          <a:ln w="12700"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6" name="Textfeld 15">
            <a:extLst>
              <a:ext uri="{FF2B5EF4-FFF2-40B4-BE49-F238E27FC236}">
                <a16:creationId xmlns:a16="http://schemas.microsoft.com/office/drawing/2014/main" id="{E6AAB3B5-8DF5-0268-3340-2EA7974F8FFD}"/>
              </a:ext>
            </a:extLst>
          </p:cNvPr>
          <p:cNvSpPr txBox="1"/>
          <p:nvPr/>
        </p:nvSpPr>
        <p:spPr>
          <a:xfrm>
            <a:off x="789285" y="3432468"/>
            <a:ext cx="732893" cy="354071"/>
          </a:xfrm>
          <a:prstGeom prst="rect">
            <a:avLst/>
          </a:prstGeom>
          <a:noFill/>
        </p:spPr>
        <p:txBody>
          <a:bodyPr wrap="none" rtlCol="0">
            <a:spAutoFit/>
          </a:bodyPr>
          <a:lstStyle/>
          <a:p>
            <a:r>
              <a:rPr lang="de-DE" dirty="0"/>
              <a:t>3,000</a:t>
            </a:r>
          </a:p>
        </p:txBody>
      </p:sp>
      <p:sp>
        <p:nvSpPr>
          <p:cNvPr id="17" name="Rechteck 16">
            <a:extLst>
              <a:ext uri="{FF2B5EF4-FFF2-40B4-BE49-F238E27FC236}">
                <a16:creationId xmlns:a16="http://schemas.microsoft.com/office/drawing/2014/main" id="{AF6C5F2A-82FD-139E-F8D7-C4FB361E910C}"/>
              </a:ext>
            </a:extLst>
          </p:cNvPr>
          <p:cNvSpPr/>
          <p:nvPr/>
        </p:nvSpPr>
        <p:spPr>
          <a:xfrm>
            <a:off x="6161514" y="3694964"/>
            <a:ext cx="4703532" cy="354071"/>
          </a:xfrm>
          <a:prstGeom prst="rect">
            <a:avLst/>
          </a:prstGeom>
        </p:spPr>
        <p:txBody>
          <a:bodyPr wrap="none">
            <a:spAutoFit/>
          </a:bodyPr>
          <a:lstStyle/>
          <a:p>
            <a:r>
              <a:rPr lang="en-US" dirty="0" err="1"/>
              <a:t>PotentialMaxExtraCost</a:t>
            </a:r>
            <a:r>
              <a:rPr lang="en-US" dirty="0"/>
              <a:t> </a:t>
            </a:r>
            <a:r>
              <a:rPr lang="en-US" sz="1600" dirty="0"/>
              <a:t>(Default: 3,000 seconds)</a:t>
            </a:r>
            <a:endParaRPr lang="de-DE" sz="1600" dirty="0"/>
          </a:p>
        </p:txBody>
      </p:sp>
      <p:cxnSp>
        <p:nvCxnSpPr>
          <p:cNvPr id="18" name="Gerade Verbindung 40">
            <a:extLst>
              <a:ext uri="{FF2B5EF4-FFF2-40B4-BE49-F238E27FC236}">
                <a16:creationId xmlns:a16="http://schemas.microsoft.com/office/drawing/2014/main" id="{3DABB0AC-B5E8-4186-64A5-BA2D9BC67026}"/>
              </a:ext>
            </a:extLst>
          </p:cNvPr>
          <p:cNvCxnSpPr/>
          <p:nvPr/>
        </p:nvCxnSpPr>
        <p:spPr bwMode="auto">
          <a:xfrm>
            <a:off x="3944469" y="4665540"/>
            <a:ext cx="0" cy="313691"/>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 name="Gerade Verbindung 42">
            <a:extLst>
              <a:ext uri="{FF2B5EF4-FFF2-40B4-BE49-F238E27FC236}">
                <a16:creationId xmlns:a16="http://schemas.microsoft.com/office/drawing/2014/main" id="{A98F4076-CC7E-3F22-7BC3-96C012C48A36}"/>
              </a:ext>
            </a:extLst>
          </p:cNvPr>
          <p:cNvCxnSpPr/>
          <p:nvPr/>
        </p:nvCxnSpPr>
        <p:spPr bwMode="auto">
          <a:xfrm>
            <a:off x="5074913" y="4656112"/>
            <a:ext cx="0" cy="323119"/>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0" name="Gerade Verbindung 44">
            <a:extLst>
              <a:ext uri="{FF2B5EF4-FFF2-40B4-BE49-F238E27FC236}">
                <a16:creationId xmlns:a16="http://schemas.microsoft.com/office/drawing/2014/main" id="{7886E088-B05E-676E-F803-5694DCDEAF0C}"/>
              </a:ext>
            </a:extLst>
          </p:cNvPr>
          <p:cNvCxnSpPr/>
          <p:nvPr/>
        </p:nvCxnSpPr>
        <p:spPr bwMode="auto">
          <a:xfrm>
            <a:off x="6205357" y="4666931"/>
            <a:ext cx="0" cy="31230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1" name="Gerade Verbindung 49">
            <a:extLst>
              <a:ext uri="{FF2B5EF4-FFF2-40B4-BE49-F238E27FC236}">
                <a16:creationId xmlns:a16="http://schemas.microsoft.com/office/drawing/2014/main" id="{E3DA013F-BAF5-C7C5-C5B0-BD1FE2505C6B}"/>
              </a:ext>
            </a:extLst>
          </p:cNvPr>
          <p:cNvCxnSpPr/>
          <p:nvPr/>
        </p:nvCxnSpPr>
        <p:spPr bwMode="auto">
          <a:xfrm>
            <a:off x="7341984" y="4680886"/>
            <a:ext cx="0" cy="298345"/>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2" name="Textfeld 21">
            <a:extLst>
              <a:ext uri="{FF2B5EF4-FFF2-40B4-BE49-F238E27FC236}">
                <a16:creationId xmlns:a16="http://schemas.microsoft.com/office/drawing/2014/main" id="{260AE87F-6D3A-0BEA-E571-9FE3B3BF7EFB}"/>
              </a:ext>
            </a:extLst>
          </p:cNvPr>
          <p:cNvSpPr txBox="1"/>
          <p:nvPr/>
        </p:nvSpPr>
        <p:spPr>
          <a:xfrm>
            <a:off x="2648535" y="4959499"/>
            <a:ext cx="470000" cy="400110"/>
          </a:xfrm>
          <a:prstGeom prst="rect">
            <a:avLst/>
          </a:prstGeom>
          <a:noFill/>
        </p:spPr>
        <p:txBody>
          <a:bodyPr wrap="none" rtlCol="0">
            <a:spAutoFit/>
          </a:bodyPr>
          <a:lstStyle/>
          <a:p>
            <a:r>
              <a:rPr lang="de-DE" dirty="0"/>
              <a:t>1h</a:t>
            </a:r>
          </a:p>
        </p:txBody>
      </p:sp>
      <p:sp>
        <p:nvSpPr>
          <p:cNvPr id="23" name="Textfeld 22">
            <a:extLst>
              <a:ext uri="{FF2B5EF4-FFF2-40B4-BE49-F238E27FC236}">
                <a16:creationId xmlns:a16="http://schemas.microsoft.com/office/drawing/2014/main" id="{61C931C2-2091-CA2B-2129-EF72C8AA0A2F}"/>
              </a:ext>
            </a:extLst>
          </p:cNvPr>
          <p:cNvSpPr txBox="1"/>
          <p:nvPr/>
        </p:nvSpPr>
        <p:spPr>
          <a:xfrm>
            <a:off x="3822137" y="4944144"/>
            <a:ext cx="470000" cy="400110"/>
          </a:xfrm>
          <a:prstGeom prst="rect">
            <a:avLst/>
          </a:prstGeom>
          <a:noFill/>
        </p:spPr>
        <p:txBody>
          <a:bodyPr wrap="none" rtlCol="0">
            <a:spAutoFit/>
          </a:bodyPr>
          <a:lstStyle/>
          <a:p>
            <a:r>
              <a:rPr lang="de-DE" dirty="0"/>
              <a:t>2h</a:t>
            </a:r>
          </a:p>
        </p:txBody>
      </p:sp>
      <p:sp>
        <p:nvSpPr>
          <p:cNvPr id="24" name="Textfeld 23">
            <a:extLst>
              <a:ext uri="{FF2B5EF4-FFF2-40B4-BE49-F238E27FC236}">
                <a16:creationId xmlns:a16="http://schemas.microsoft.com/office/drawing/2014/main" id="{5C6E9FE1-7C7F-3F14-AB18-57FB0EC14095}"/>
              </a:ext>
            </a:extLst>
          </p:cNvPr>
          <p:cNvSpPr txBox="1"/>
          <p:nvPr/>
        </p:nvSpPr>
        <p:spPr>
          <a:xfrm>
            <a:off x="4936313" y="4944144"/>
            <a:ext cx="470000" cy="400110"/>
          </a:xfrm>
          <a:prstGeom prst="rect">
            <a:avLst/>
          </a:prstGeom>
          <a:noFill/>
        </p:spPr>
        <p:txBody>
          <a:bodyPr wrap="none" rtlCol="0">
            <a:spAutoFit/>
          </a:bodyPr>
          <a:lstStyle/>
          <a:p>
            <a:r>
              <a:rPr lang="de-DE" dirty="0"/>
              <a:t>3h</a:t>
            </a:r>
          </a:p>
        </p:txBody>
      </p:sp>
      <p:sp>
        <p:nvSpPr>
          <p:cNvPr id="25" name="Textfeld 24">
            <a:extLst>
              <a:ext uri="{FF2B5EF4-FFF2-40B4-BE49-F238E27FC236}">
                <a16:creationId xmlns:a16="http://schemas.microsoft.com/office/drawing/2014/main" id="{13CB8244-37BF-A72A-33C0-9220AAD7AA3C}"/>
              </a:ext>
            </a:extLst>
          </p:cNvPr>
          <p:cNvSpPr txBox="1"/>
          <p:nvPr/>
        </p:nvSpPr>
        <p:spPr>
          <a:xfrm>
            <a:off x="6016433" y="4944144"/>
            <a:ext cx="470000" cy="400110"/>
          </a:xfrm>
          <a:prstGeom prst="rect">
            <a:avLst/>
          </a:prstGeom>
          <a:noFill/>
        </p:spPr>
        <p:txBody>
          <a:bodyPr wrap="none" rtlCol="0">
            <a:spAutoFit/>
          </a:bodyPr>
          <a:lstStyle/>
          <a:p>
            <a:r>
              <a:rPr lang="de-DE" dirty="0"/>
              <a:t>4h</a:t>
            </a:r>
          </a:p>
        </p:txBody>
      </p:sp>
      <p:sp>
        <p:nvSpPr>
          <p:cNvPr id="26" name="Textfeld 25">
            <a:extLst>
              <a:ext uri="{FF2B5EF4-FFF2-40B4-BE49-F238E27FC236}">
                <a16:creationId xmlns:a16="http://schemas.microsoft.com/office/drawing/2014/main" id="{2C6525F0-A080-BE4C-20C7-1773B384E3B5}"/>
              </a:ext>
            </a:extLst>
          </p:cNvPr>
          <p:cNvSpPr txBox="1"/>
          <p:nvPr/>
        </p:nvSpPr>
        <p:spPr>
          <a:xfrm>
            <a:off x="7187537" y="4944144"/>
            <a:ext cx="470000" cy="400110"/>
          </a:xfrm>
          <a:prstGeom prst="rect">
            <a:avLst/>
          </a:prstGeom>
          <a:noFill/>
        </p:spPr>
        <p:txBody>
          <a:bodyPr wrap="none" rtlCol="0">
            <a:spAutoFit/>
          </a:bodyPr>
          <a:lstStyle/>
          <a:p>
            <a:r>
              <a:rPr lang="de-DE" dirty="0"/>
              <a:t>5h</a:t>
            </a:r>
          </a:p>
        </p:txBody>
      </p:sp>
      <p:cxnSp>
        <p:nvCxnSpPr>
          <p:cNvPr id="27" name="Gerade Verbindung 74">
            <a:extLst>
              <a:ext uri="{FF2B5EF4-FFF2-40B4-BE49-F238E27FC236}">
                <a16:creationId xmlns:a16="http://schemas.microsoft.com/office/drawing/2014/main" id="{430A0569-ECEC-B800-4570-D74369E0FA67}"/>
              </a:ext>
            </a:extLst>
          </p:cNvPr>
          <p:cNvCxnSpPr/>
          <p:nvPr/>
        </p:nvCxnSpPr>
        <p:spPr bwMode="auto">
          <a:xfrm>
            <a:off x="3941351" y="2984451"/>
            <a:ext cx="3118" cy="1794725"/>
          </a:xfrm>
          <a:prstGeom prst="line">
            <a:avLst/>
          </a:prstGeom>
          <a:noFill/>
          <a:ln w="12700"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8" name="Textfeld 27">
            <a:extLst>
              <a:ext uri="{FF2B5EF4-FFF2-40B4-BE49-F238E27FC236}">
                <a16:creationId xmlns:a16="http://schemas.microsoft.com/office/drawing/2014/main" id="{2D19F3E0-DEC7-2C76-246C-45D1024FCC13}"/>
              </a:ext>
            </a:extLst>
          </p:cNvPr>
          <p:cNvSpPr txBox="1"/>
          <p:nvPr/>
        </p:nvSpPr>
        <p:spPr>
          <a:xfrm>
            <a:off x="3822137" y="2582366"/>
            <a:ext cx="3986925" cy="354071"/>
          </a:xfrm>
          <a:prstGeom prst="rect">
            <a:avLst/>
          </a:prstGeom>
          <a:noFill/>
        </p:spPr>
        <p:txBody>
          <a:bodyPr wrap="none" rtlCol="0">
            <a:spAutoFit/>
          </a:bodyPr>
          <a:lstStyle/>
          <a:p>
            <a:r>
              <a:rPr lang="de-DE" dirty="0" err="1"/>
              <a:t>MinDrivingTime</a:t>
            </a:r>
            <a:r>
              <a:rPr lang="de-DE" dirty="0"/>
              <a:t> </a:t>
            </a:r>
            <a:r>
              <a:rPr lang="de-DE" sz="1600" dirty="0"/>
              <a:t>(Default: 7,200 </a:t>
            </a:r>
            <a:r>
              <a:rPr lang="de-DE" sz="1600" dirty="0" err="1"/>
              <a:t>seconds</a:t>
            </a:r>
            <a:r>
              <a:rPr lang="de-DE" sz="1600" dirty="0"/>
              <a:t>)</a:t>
            </a:r>
          </a:p>
        </p:txBody>
      </p:sp>
      <p:sp>
        <p:nvSpPr>
          <p:cNvPr id="29" name="Textfeld 28">
            <a:extLst>
              <a:ext uri="{FF2B5EF4-FFF2-40B4-BE49-F238E27FC236}">
                <a16:creationId xmlns:a16="http://schemas.microsoft.com/office/drawing/2014/main" id="{A7B16F03-2A65-3C8C-7820-E981BDA77CDC}"/>
              </a:ext>
            </a:extLst>
          </p:cNvPr>
          <p:cNvSpPr txBox="1"/>
          <p:nvPr/>
        </p:nvSpPr>
        <p:spPr>
          <a:xfrm>
            <a:off x="4939010" y="2984451"/>
            <a:ext cx="4161652" cy="354071"/>
          </a:xfrm>
          <a:prstGeom prst="rect">
            <a:avLst/>
          </a:prstGeom>
          <a:noFill/>
        </p:spPr>
        <p:txBody>
          <a:bodyPr wrap="none" rtlCol="0">
            <a:spAutoFit/>
          </a:bodyPr>
          <a:lstStyle/>
          <a:p>
            <a:r>
              <a:rPr lang="de-DE" dirty="0" err="1"/>
              <a:t>MaxDrivingTime</a:t>
            </a:r>
            <a:r>
              <a:rPr lang="de-DE" dirty="0"/>
              <a:t> </a:t>
            </a:r>
            <a:r>
              <a:rPr lang="de-DE" sz="1600" dirty="0"/>
              <a:t>(Default: 10,800 </a:t>
            </a:r>
            <a:r>
              <a:rPr lang="de-DE" sz="1600" dirty="0" err="1"/>
              <a:t>seconds</a:t>
            </a:r>
            <a:r>
              <a:rPr lang="de-DE" sz="1600" dirty="0"/>
              <a:t>)</a:t>
            </a:r>
          </a:p>
        </p:txBody>
      </p:sp>
    </p:spTree>
    <p:extLst>
      <p:ext uri="{BB962C8B-B14F-4D97-AF65-F5344CB8AC3E}">
        <p14:creationId xmlns:p14="http://schemas.microsoft.com/office/powerpoint/2010/main" val="34207087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en-US" dirty="0"/>
              <a:t>Extra Time Ratio For Preload</a:t>
            </a:r>
          </a:p>
        </p:txBody>
      </p:sp>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49" y="1350963"/>
            <a:ext cx="10449983" cy="4445000"/>
          </a:xfrm>
        </p:spPr>
        <p:txBody>
          <a:bodyPr/>
          <a:lstStyle/>
          <a:p>
            <a:pPr algn="just">
              <a:lnSpc>
                <a:spcPct val="120000"/>
              </a:lnSpc>
            </a:pPr>
            <a:r>
              <a:rPr lang="en-US" b="0" dirty="0"/>
              <a:t>The extra costs that are added grow linear from 0 to </a:t>
            </a:r>
            <a:r>
              <a:rPr lang="en-US" b="0" i="1" dirty="0" err="1"/>
              <a:t>PotentialMaxExtraCost</a:t>
            </a:r>
            <a:r>
              <a:rPr lang="en-US" b="0" i="1" dirty="0"/>
              <a:t>(O)</a:t>
            </a:r>
            <a:r>
              <a:rPr lang="en-US" b="0" dirty="0"/>
              <a:t> between </a:t>
            </a:r>
            <a:r>
              <a:rPr lang="en-US" b="0" i="1" dirty="0" err="1"/>
              <a:t>EarliestLoadStart</a:t>
            </a:r>
            <a:r>
              <a:rPr lang="en-US" b="0" i="1" dirty="0"/>
              <a:t>(O)</a:t>
            </a:r>
            <a:r>
              <a:rPr lang="en-US" b="0" dirty="0"/>
              <a:t> + </a:t>
            </a:r>
            <a:r>
              <a:rPr lang="en-US" b="0" i="1" dirty="0" err="1"/>
              <a:t>MinExtraCostBackShift</a:t>
            </a:r>
            <a:r>
              <a:rPr lang="en-US" b="0" dirty="0"/>
              <a:t> and </a:t>
            </a:r>
            <a:r>
              <a:rPr lang="de-DE" b="0" i="1" dirty="0" err="1"/>
              <a:t>EarliestLoadStart</a:t>
            </a:r>
            <a:r>
              <a:rPr lang="de-DE" b="0" i="1" dirty="0"/>
              <a:t>(O)</a:t>
            </a:r>
            <a:r>
              <a:rPr lang="de-DE" b="0" dirty="0"/>
              <a:t> + </a:t>
            </a:r>
            <a:r>
              <a:rPr lang="de-DE" b="0" i="1" dirty="0" err="1"/>
              <a:t>MaxExtraCostBackShift</a:t>
            </a:r>
            <a:r>
              <a:rPr lang="de-DE" b="0" dirty="0"/>
              <a:t>.</a:t>
            </a:r>
          </a:p>
          <a:p>
            <a:pPr algn="just">
              <a:lnSpc>
                <a:spcPct val="120000"/>
              </a:lnSpc>
            </a:pPr>
            <a:r>
              <a:rPr lang="de-DE" b="0" dirty="0"/>
              <a:t>The </a:t>
            </a:r>
            <a:r>
              <a:rPr lang="de-DE" b="0" dirty="0" err="1"/>
              <a:t>defaults</a:t>
            </a:r>
            <a:r>
              <a:rPr lang="de-DE" b="0" dirty="0"/>
              <a:t> </a:t>
            </a:r>
            <a:r>
              <a:rPr lang="de-DE" b="0" dirty="0" err="1"/>
              <a:t>of</a:t>
            </a:r>
            <a:r>
              <a:rPr lang="de-DE" b="0" dirty="0"/>
              <a:t> </a:t>
            </a:r>
            <a:r>
              <a:rPr lang="de-DE" b="0" i="1" dirty="0" err="1"/>
              <a:t>MinExtraCostBackShift</a:t>
            </a:r>
            <a:r>
              <a:rPr lang="de-DE" b="0" dirty="0"/>
              <a:t> and </a:t>
            </a:r>
            <a:r>
              <a:rPr lang="de-DE" b="0" i="1" dirty="0" err="1"/>
              <a:t>MaxExtraCostBackShift</a:t>
            </a:r>
            <a:r>
              <a:rPr lang="de-DE" b="0" dirty="0"/>
              <a:t> </a:t>
            </a:r>
            <a:r>
              <a:rPr lang="de-DE" b="0" dirty="0" err="1"/>
              <a:t>are</a:t>
            </a:r>
            <a:r>
              <a:rPr lang="de-DE" b="0" dirty="0"/>
              <a:t> 3,600 and 10,800 </a:t>
            </a:r>
            <a:r>
              <a:rPr lang="de-DE" b="0" dirty="0" err="1"/>
              <a:t>seconds</a:t>
            </a:r>
            <a:r>
              <a:rPr lang="de-DE" b="0" dirty="0"/>
              <a:t>, </a:t>
            </a:r>
            <a:r>
              <a:rPr lang="de-DE" b="0" dirty="0" err="1"/>
              <a:t>respectively</a:t>
            </a:r>
            <a:r>
              <a:rPr lang="de-DE" b="0" dirty="0"/>
              <a:t>.</a:t>
            </a:r>
          </a:p>
          <a:p>
            <a:pPr algn="just"/>
            <a:endParaRPr lang="en-US" b="0" dirty="0"/>
          </a:p>
          <a:p>
            <a:pPr algn="just"/>
            <a:endParaRPr lang="en-US" b="0" dirty="0"/>
          </a:p>
          <a:p>
            <a:pPr algn="just"/>
            <a:endParaRPr lang="en-US" b="0" dirty="0"/>
          </a:p>
          <a:p>
            <a:pPr algn="just"/>
            <a:endParaRPr lang="en-US" b="0" dirty="0"/>
          </a:p>
          <a:p>
            <a:pPr algn="just"/>
            <a:endParaRPr lang="en-US" b="0" dirty="0"/>
          </a:p>
          <a:p>
            <a:pPr algn="just"/>
            <a:endParaRPr lang="en-US" b="0" dirty="0"/>
          </a:p>
          <a:p>
            <a:pPr algn="just"/>
            <a:endParaRPr lang="en-US" b="0" dirty="0"/>
          </a:p>
          <a:p>
            <a:pPr algn="just"/>
            <a:endParaRPr lang="en-US" b="0" dirty="0"/>
          </a:p>
          <a:p>
            <a:pPr algn="just"/>
            <a:endParaRPr lang="en-US" b="0" dirty="0"/>
          </a:p>
          <a:p>
            <a:pPr algn="just"/>
            <a:endParaRPr lang="en-US" b="0" dirty="0"/>
          </a:p>
          <a:p>
            <a:pPr algn="just"/>
            <a:endParaRPr lang="en-US" b="0" dirty="0"/>
          </a:p>
          <a:p>
            <a:pPr algn="just"/>
            <a:r>
              <a:rPr lang="en-US" b="0" dirty="0"/>
              <a:t>If the load starts at 19:00 this will cause extra costs of 500 seconds. </a:t>
            </a:r>
            <a:endParaRPr lang="en-US" b="0" dirty="0">
              <a:latin typeface="Courier New" panose="02070309020205020404" pitchFamily="49" charset="0"/>
              <a:cs typeface="Courier New" panose="02070309020205020404" pitchFamily="49" charset="0"/>
            </a:endParaRPr>
          </a:p>
        </p:txBody>
      </p:sp>
      <p:cxnSp>
        <p:nvCxnSpPr>
          <p:cNvPr id="4" name="Gerade Verbindung 75">
            <a:extLst>
              <a:ext uri="{FF2B5EF4-FFF2-40B4-BE49-F238E27FC236}">
                <a16:creationId xmlns:a16="http://schemas.microsoft.com/office/drawing/2014/main" id="{6FBE878C-D061-3802-3AAB-80A4D4619AE8}"/>
              </a:ext>
            </a:extLst>
          </p:cNvPr>
          <p:cNvCxnSpPr/>
          <p:nvPr/>
        </p:nvCxnSpPr>
        <p:spPr bwMode="auto">
          <a:xfrm flipH="1">
            <a:off x="6012570" y="3833521"/>
            <a:ext cx="1820419" cy="0"/>
          </a:xfrm>
          <a:prstGeom prst="line">
            <a:avLst/>
          </a:prstGeom>
          <a:noFill/>
          <a:ln w="28575" cap="flat" cmpd="sng" algn="ctr">
            <a:solidFill>
              <a:srgbClr val="FE766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 name="Gerade Verbindung 65">
            <a:extLst>
              <a:ext uri="{FF2B5EF4-FFF2-40B4-BE49-F238E27FC236}">
                <a16:creationId xmlns:a16="http://schemas.microsoft.com/office/drawing/2014/main" id="{D3A73A3C-80FC-A024-DA4E-F08DAE59E50E}"/>
              </a:ext>
            </a:extLst>
          </p:cNvPr>
          <p:cNvCxnSpPr/>
          <p:nvPr/>
        </p:nvCxnSpPr>
        <p:spPr bwMode="auto">
          <a:xfrm flipH="1">
            <a:off x="2633164" y="3833608"/>
            <a:ext cx="3367034" cy="989977"/>
          </a:xfrm>
          <a:prstGeom prst="line">
            <a:avLst/>
          </a:prstGeom>
          <a:noFill/>
          <a:ln w="28575" cap="flat" cmpd="sng" algn="ctr">
            <a:solidFill>
              <a:srgbClr val="FE766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 name="Gerade Verbindung 85">
            <a:extLst>
              <a:ext uri="{FF2B5EF4-FFF2-40B4-BE49-F238E27FC236}">
                <a16:creationId xmlns:a16="http://schemas.microsoft.com/office/drawing/2014/main" id="{F5F5E55C-3204-FCA0-302B-BCC39BB6C79C}"/>
              </a:ext>
            </a:extLst>
          </p:cNvPr>
          <p:cNvCxnSpPr/>
          <p:nvPr/>
        </p:nvCxnSpPr>
        <p:spPr bwMode="auto">
          <a:xfrm>
            <a:off x="2621238" y="4720033"/>
            <a:ext cx="0" cy="313691"/>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7" name="Textfeld 6">
            <a:extLst>
              <a:ext uri="{FF2B5EF4-FFF2-40B4-BE49-F238E27FC236}">
                <a16:creationId xmlns:a16="http://schemas.microsoft.com/office/drawing/2014/main" id="{44C3FD79-DC77-01B8-90AA-50CA8DA3CAAB}"/>
              </a:ext>
            </a:extLst>
          </p:cNvPr>
          <p:cNvSpPr txBox="1"/>
          <p:nvPr/>
        </p:nvSpPr>
        <p:spPr>
          <a:xfrm>
            <a:off x="1065436" y="4625696"/>
            <a:ext cx="327334" cy="400110"/>
          </a:xfrm>
          <a:prstGeom prst="rect">
            <a:avLst/>
          </a:prstGeom>
          <a:noFill/>
        </p:spPr>
        <p:txBody>
          <a:bodyPr wrap="none" rtlCol="0">
            <a:spAutoFit/>
          </a:bodyPr>
          <a:lstStyle/>
          <a:p>
            <a:r>
              <a:rPr lang="de-DE" dirty="0"/>
              <a:t>0</a:t>
            </a:r>
          </a:p>
        </p:txBody>
      </p:sp>
      <p:cxnSp>
        <p:nvCxnSpPr>
          <p:cNvPr id="8" name="Gerade Verbindung 37">
            <a:extLst>
              <a:ext uri="{FF2B5EF4-FFF2-40B4-BE49-F238E27FC236}">
                <a16:creationId xmlns:a16="http://schemas.microsoft.com/office/drawing/2014/main" id="{E76F6FAB-3B64-4256-F0D9-050D6787A271}"/>
              </a:ext>
            </a:extLst>
          </p:cNvPr>
          <p:cNvCxnSpPr/>
          <p:nvPr/>
        </p:nvCxnSpPr>
        <p:spPr bwMode="auto">
          <a:xfrm>
            <a:off x="6000198" y="3477701"/>
            <a:ext cx="12372" cy="1345884"/>
          </a:xfrm>
          <a:prstGeom prst="line">
            <a:avLst/>
          </a:prstGeom>
          <a:noFill/>
          <a:ln w="12700"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9" name="Gerade Verbindung 84">
            <a:extLst>
              <a:ext uri="{FF2B5EF4-FFF2-40B4-BE49-F238E27FC236}">
                <a16:creationId xmlns:a16="http://schemas.microsoft.com/office/drawing/2014/main" id="{48A89ED4-E8F3-75EE-EE6D-22FFB410845C}"/>
              </a:ext>
            </a:extLst>
          </p:cNvPr>
          <p:cNvCxnSpPr/>
          <p:nvPr/>
        </p:nvCxnSpPr>
        <p:spPr bwMode="auto">
          <a:xfrm>
            <a:off x="1353468" y="4823585"/>
            <a:ext cx="7522888" cy="10084"/>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0" name="Gerade Verbindung 38">
            <a:extLst>
              <a:ext uri="{FF2B5EF4-FFF2-40B4-BE49-F238E27FC236}">
                <a16:creationId xmlns:a16="http://schemas.microsoft.com/office/drawing/2014/main" id="{DE535C31-2164-7030-D8CB-4F2A40625A60}"/>
              </a:ext>
            </a:extLst>
          </p:cNvPr>
          <p:cNvCxnSpPr/>
          <p:nvPr/>
        </p:nvCxnSpPr>
        <p:spPr bwMode="auto">
          <a:xfrm flipV="1">
            <a:off x="1500033" y="3361169"/>
            <a:ext cx="0" cy="1709911"/>
          </a:xfrm>
          <a:prstGeom prst="line">
            <a:avLst/>
          </a:prstGeom>
          <a:noFill/>
          <a:ln w="28575" cap="rnd" cmpd="sng" algn="ctr">
            <a:solidFill>
              <a:schemeClr val="tx1"/>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1" name="Gerade Verbindung 39">
            <a:extLst>
              <a:ext uri="{FF2B5EF4-FFF2-40B4-BE49-F238E27FC236}">
                <a16:creationId xmlns:a16="http://schemas.microsoft.com/office/drawing/2014/main" id="{1023CCD3-BE86-47E3-B7B2-FDF1BF22B6C7}"/>
              </a:ext>
            </a:extLst>
          </p:cNvPr>
          <p:cNvCxnSpPr/>
          <p:nvPr/>
        </p:nvCxnSpPr>
        <p:spPr bwMode="auto">
          <a:xfrm flipH="1">
            <a:off x="1353470" y="3833521"/>
            <a:ext cx="6768750" cy="88"/>
          </a:xfrm>
          <a:prstGeom prst="line">
            <a:avLst/>
          </a:prstGeom>
          <a:noFill/>
          <a:ln w="12700"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4" name="Textfeld 13">
            <a:extLst>
              <a:ext uri="{FF2B5EF4-FFF2-40B4-BE49-F238E27FC236}">
                <a16:creationId xmlns:a16="http://schemas.microsoft.com/office/drawing/2014/main" id="{68E018EB-46CD-A15B-B829-DD9699B3D21D}"/>
              </a:ext>
            </a:extLst>
          </p:cNvPr>
          <p:cNvSpPr txBox="1"/>
          <p:nvPr/>
        </p:nvSpPr>
        <p:spPr>
          <a:xfrm>
            <a:off x="670141" y="3633466"/>
            <a:ext cx="732893" cy="354071"/>
          </a:xfrm>
          <a:prstGeom prst="rect">
            <a:avLst/>
          </a:prstGeom>
          <a:noFill/>
        </p:spPr>
        <p:txBody>
          <a:bodyPr wrap="none" rtlCol="0">
            <a:spAutoFit/>
          </a:bodyPr>
          <a:lstStyle/>
          <a:p>
            <a:r>
              <a:rPr lang="de-DE" dirty="0"/>
              <a:t>1,500</a:t>
            </a:r>
          </a:p>
        </p:txBody>
      </p:sp>
      <p:sp>
        <p:nvSpPr>
          <p:cNvPr id="15" name="Rechteck 14">
            <a:extLst>
              <a:ext uri="{FF2B5EF4-FFF2-40B4-BE49-F238E27FC236}">
                <a16:creationId xmlns:a16="http://schemas.microsoft.com/office/drawing/2014/main" id="{5495673C-FB12-79B7-4340-8302C5BF349F}"/>
              </a:ext>
            </a:extLst>
          </p:cNvPr>
          <p:cNvSpPr/>
          <p:nvPr/>
        </p:nvSpPr>
        <p:spPr>
          <a:xfrm>
            <a:off x="7802868" y="3849225"/>
            <a:ext cx="3161443" cy="400110"/>
          </a:xfrm>
          <a:prstGeom prst="rect">
            <a:avLst/>
          </a:prstGeom>
        </p:spPr>
        <p:txBody>
          <a:bodyPr wrap="none">
            <a:spAutoFit/>
          </a:bodyPr>
          <a:lstStyle/>
          <a:p>
            <a:r>
              <a:rPr lang="en-US" dirty="0" err="1"/>
              <a:t>PotentialMaxExtraCost</a:t>
            </a:r>
            <a:r>
              <a:rPr lang="en-US" dirty="0"/>
              <a:t>(O)</a:t>
            </a:r>
            <a:endParaRPr lang="de-DE" dirty="0"/>
          </a:p>
        </p:txBody>
      </p:sp>
      <p:cxnSp>
        <p:nvCxnSpPr>
          <p:cNvPr id="16" name="Gerade Verbindung 40">
            <a:extLst>
              <a:ext uri="{FF2B5EF4-FFF2-40B4-BE49-F238E27FC236}">
                <a16:creationId xmlns:a16="http://schemas.microsoft.com/office/drawing/2014/main" id="{BEAAAD66-21B4-7026-7191-FAB4726B1271}"/>
              </a:ext>
            </a:extLst>
          </p:cNvPr>
          <p:cNvCxnSpPr/>
          <p:nvPr/>
        </p:nvCxnSpPr>
        <p:spPr bwMode="auto">
          <a:xfrm>
            <a:off x="3751682" y="4720033"/>
            <a:ext cx="0" cy="313691"/>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7" name="Gerade Verbindung 42">
            <a:extLst>
              <a:ext uri="{FF2B5EF4-FFF2-40B4-BE49-F238E27FC236}">
                <a16:creationId xmlns:a16="http://schemas.microsoft.com/office/drawing/2014/main" id="{86CAAEF8-AF73-9B10-46C1-9D7788E780C6}"/>
              </a:ext>
            </a:extLst>
          </p:cNvPr>
          <p:cNvCxnSpPr/>
          <p:nvPr/>
        </p:nvCxnSpPr>
        <p:spPr bwMode="auto">
          <a:xfrm>
            <a:off x="4882126" y="4710605"/>
            <a:ext cx="0" cy="323119"/>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8" name="Gerade Verbindung 44">
            <a:extLst>
              <a:ext uri="{FF2B5EF4-FFF2-40B4-BE49-F238E27FC236}">
                <a16:creationId xmlns:a16="http://schemas.microsoft.com/office/drawing/2014/main" id="{16D8C100-2E33-8CE1-2C87-6FD78576E668}"/>
              </a:ext>
            </a:extLst>
          </p:cNvPr>
          <p:cNvCxnSpPr/>
          <p:nvPr/>
        </p:nvCxnSpPr>
        <p:spPr bwMode="auto">
          <a:xfrm>
            <a:off x="6012570" y="4721424"/>
            <a:ext cx="0" cy="312300"/>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 name="Gerade Verbindung 49">
            <a:extLst>
              <a:ext uri="{FF2B5EF4-FFF2-40B4-BE49-F238E27FC236}">
                <a16:creationId xmlns:a16="http://schemas.microsoft.com/office/drawing/2014/main" id="{07CD624B-C954-D449-E8F4-D01BA8D314AE}"/>
              </a:ext>
            </a:extLst>
          </p:cNvPr>
          <p:cNvCxnSpPr/>
          <p:nvPr/>
        </p:nvCxnSpPr>
        <p:spPr bwMode="auto">
          <a:xfrm>
            <a:off x="7149197" y="4735379"/>
            <a:ext cx="0" cy="298345"/>
          </a:xfrm>
          <a:prstGeom prst="line">
            <a:avLst/>
          </a:prstGeom>
          <a:noFill/>
          <a:ln w="2857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0" name="Textfeld 19">
            <a:extLst>
              <a:ext uri="{FF2B5EF4-FFF2-40B4-BE49-F238E27FC236}">
                <a16:creationId xmlns:a16="http://schemas.microsoft.com/office/drawing/2014/main" id="{55C9EAE3-0BD5-2143-E050-2F8823C60868}"/>
              </a:ext>
            </a:extLst>
          </p:cNvPr>
          <p:cNvSpPr txBox="1"/>
          <p:nvPr/>
        </p:nvSpPr>
        <p:spPr>
          <a:xfrm>
            <a:off x="2243748" y="5042150"/>
            <a:ext cx="732893" cy="354071"/>
          </a:xfrm>
          <a:prstGeom prst="rect">
            <a:avLst/>
          </a:prstGeom>
          <a:noFill/>
        </p:spPr>
        <p:txBody>
          <a:bodyPr wrap="none" rtlCol="0">
            <a:spAutoFit/>
          </a:bodyPr>
          <a:lstStyle/>
          <a:p>
            <a:r>
              <a:rPr lang="de-DE" dirty="0"/>
              <a:t>18:00</a:t>
            </a:r>
          </a:p>
        </p:txBody>
      </p:sp>
      <p:sp>
        <p:nvSpPr>
          <p:cNvPr id="21" name="Textfeld 20">
            <a:extLst>
              <a:ext uri="{FF2B5EF4-FFF2-40B4-BE49-F238E27FC236}">
                <a16:creationId xmlns:a16="http://schemas.microsoft.com/office/drawing/2014/main" id="{EA246F15-2CB7-01B6-F2C4-24187AF34975}"/>
              </a:ext>
            </a:extLst>
          </p:cNvPr>
          <p:cNvSpPr txBox="1"/>
          <p:nvPr/>
        </p:nvSpPr>
        <p:spPr>
          <a:xfrm>
            <a:off x="3417350" y="5026795"/>
            <a:ext cx="732893" cy="354071"/>
          </a:xfrm>
          <a:prstGeom prst="rect">
            <a:avLst/>
          </a:prstGeom>
          <a:noFill/>
        </p:spPr>
        <p:txBody>
          <a:bodyPr wrap="none" rtlCol="0">
            <a:spAutoFit/>
          </a:bodyPr>
          <a:lstStyle/>
          <a:p>
            <a:r>
              <a:rPr lang="de-DE" dirty="0"/>
              <a:t>19:00</a:t>
            </a:r>
          </a:p>
        </p:txBody>
      </p:sp>
      <p:sp>
        <p:nvSpPr>
          <p:cNvPr id="22" name="Textfeld 21">
            <a:extLst>
              <a:ext uri="{FF2B5EF4-FFF2-40B4-BE49-F238E27FC236}">
                <a16:creationId xmlns:a16="http://schemas.microsoft.com/office/drawing/2014/main" id="{BF7E6D55-2541-4B43-E2C6-CE03E0B50CA2}"/>
              </a:ext>
            </a:extLst>
          </p:cNvPr>
          <p:cNvSpPr txBox="1"/>
          <p:nvPr/>
        </p:nvSpPr>
        <p:spPr>
          <a:xfrm>
            <a:off x="4531526" y="5026795"/>
            <a:ext cx="732893" cy="354071"/>
          </a:xfrm>
          <a:prstGeom prst="rect">
            <a:avLst/>
          </a:prstGeom>
          <a:noFill/>
        </p:spPr>
        <p:txBody>
          <a:bodyPr wrap="none" rtlCol="0">
            <a:spAutoFit/>
          </a:bodyPr>
          <a:lstStyle/>
          <a:p>
            <a:r>
              <a:rPr lang="de-DE" dirty="0"/>
              <a:t>20:00</a:t>
            </a:r>
          </a:p>
        </p:txBody>
      </p:sp>
      <p:sp>
        <p:nvSpPr>
          <p:cNvPr id="23" name="Textfeld 22">
            <a:extLst>
              <a:ext uri="{FF2B5EF4-FFF2-40B4-BE49-F238E27FC236}">
                <a16:creationId xmlns:a16="http://schemas.microsoft.com/office/drawing/2014/main" id="{88B1FCF1-7CC6-69CD-78AC-D81B43ACEE7E}"/>
              </a:ext>
            </a:extLst>
          </p:cNvPr>
          <p:cNvSpPr txBox="1"/>
          <p:nvPr/>
        </p:nvSpPr>
        <p:spPr>
          <a:xfrm>
            <a:off x="5611646" y="5026795"/>
            <a:ext cx="732893" cy="354071"/>
          </a:xfrm>
          <a:prstGeom prst="rect">
            <a:avLst/>
          </a:prstGeom>
          <a:noFill/>
        </p:spPr>
        <p:txBody>
          <a:bodyPr wrap="none" rtlCol="0">
            <a:spAutoFit/>
          </a:bodyPr>
          <a:lstStyle/>
          <a:p>
            <a:r>
              <a:rPr lang="de-DE" dirty="0"/>
              <a:t>21:00</a:t>
            </a:r>
          </a:p>
        </p:txBody>
      </p:sp>
      <p:sp>
        <p:nvSpPr>
          <p:cNvPr id="24" name="Textfeld 23">
            <a:extLst>
              <a:ext uri="{FF2B5EF4-FFF2-40B4-BE49-F238E27FC236}">
                <a16:creationId xmlns:a16="http://schemas.microsoft.com/office/drawing/2014/main" id="{81E77766-3B31-02F1-51F1-5D16058EE073}"/>
              </a:ext>
            </a:extLst>
          </p:cNvPr>
          <p:cNvSpPr txBox="1"/>
          <p:nvPr/>
        </p:nvSpPr>
        <p:spPr>
          <a:xfrm>
            <a:off x="6782750" y="5026795"/>
            <a:ext cx="732893" cy="354071"/>
          </a:xfrm>
          <a:prstGeom prst="rect">
            <a:avLst/>
          </a:prstGeom>
          <a:noFill/>
        </p:spPr>
        <p:txBody>
          <a:bodyPr wrap="none" rtlCol="0">
            <a:spAutoFit/>
          </a:bodyPr>
          <a:lstStyle/>
          <a:p>
            <a:r>
              <a:rPr lang="de-DE" dirty="0"/>
              <a:t>22:00</a:t>
            </a:r>
          </a:p>
        </p:txBody>
      </p:sp>
      <p:sp>
        <p:nvSpPr>
          <p:cNvPr id="25" name="Textfeld 24">
            <a:extLst>
              <a:ext uri="{FF2B5EF4-FFF2-40B4-BE49-F238E27FC236}">
                <a16:creationId xmlns:a16="http://schemas.microsoft.com/office/drawing/2014/main" id="{612F0D75-DDB3-98CA-4D41-0BFF9F756224}"/>
              </a:ext>
            </a:extLst>
          </p:cNvPr>
          <p:cNvSpPr txBox="1"/>
          <p:nvPr/>
        </p:nvSpPr>
        <p:spPr>
          <a:xfrm>
            <a:off x="2698758" y="2769815"/>
            <a:ext cx="2424061" cy="615810"/>
          </a:xfrm>
          <a:prstGeom prst="rect">
            <a:avLst/>
          </a:prstGeom>
          <a:noFill/>
        </p:spPr>
        <p:txBody>
          <a:bodyPr wrap="none" rtlCol="0">
            <a:spAutoFit/>
          </a:bodyPr>
          <a:lstStyle/>
          <a:p>
            <a:pPr algn="ctr"/>
            <a:r>
              <a:rPr lang="de-DE" dirty="0" err="1"/>
              <a:t>EarliestLoadStart</a:t>
            </a:r>
            <a:r>
              <a:rPr lang="de-DE" dirty="0"/>
              <a:t>(O) + </a:t>
            </a:r>
          </a:p>
          <a:p>
            <a:pPr algn="ctr"/>
            <a:r>
              <a:rPr lang="de-DE" dirty="0" err="1"/>
              <a:t>MinExtraCostBackShift</a:t>
            </a:r>
            <a:endParaRPr lang="de-DE" dirty="0"/>
          </a:p>
        </p:txBody>
      </p:sp>
      <p:sp>
        <p:nvSpPr>
          <p:cNvPr id="26" name="Textfeld 25">
            <a:extLst>
              <a:ext uri="{FF2B5EF4-FFF2-40B4-BE49-F238E27FC236}">
                <a16:creationId xmlns:a16="http://schemas.microsoft.com/office/drawing/2014/main" id="{B2567537-7CA1-7C61-8DED-84BA48AC6CE9}"/>
              </a:ext>
            </a:extLst>
          </p:cNvPr>
          <p:cNvSpPr txBox="1"/>
          <p:nvPr/>
        </p:nvSpPr>
        <p:spPr>
          <a:xfrm>
            <a:off x="6047328" y="2769815"/>
            <a:ext cx="2539478" cy="615810"/>
          </a:xfrm>
          <a:prstGeom prst="rect">
            <a:avLst/>
          </a:prstGeom>
          <a:noFill/>
        </p:spPr>
        <p:txBody>
          <a:bodyPr wrap="none" rtlCol="0">
            <a:spAutoFit/>
          </a:bodyPr>
          <a:lstStyle/>
          <a:p>
            <a:pPr algn="ctr"/>
            <a:r>
              <a:rPr lang="de-DE" dirty="0" err="1"/>
              <a:t>EarliestLoadStart</a:t>
            </a:r>
            <a:r>
              <a:rPr lang="de-DE" dirty="0"/>
              <a:t>(O) + </a:t>
            </a:r>
          </a:p>
          <a:p>
            <a:pPr algn="ctr"/>
            <a:r>
              <a:rPr lang="de-DE" dirty="0" err="1"/>
              <a:t>MaxExtraCostBackShift</a:t>
            </a:r>
            <a:r>
              <a:rPr lang="de-DE" dirty="0"/>
              <a:t> </a:t>
            </a:r>
          </a:p>
        </p:txBody>
      </p:sp>
      <p:cxnSp>
        <p:nvCxnSpPr>
          <p:cNvPr id="27" name="Gerade Verbindung 30">
            <a:extLst>
              <a:ext uri="{FF2B5EF4-FFF2-40B4-BE49-F238E27FC236}">
                <a16:creationId xmlns:a16="http://schemas.microsoft.com/office/drawing/2014/main" id="{4363ECA7-E06A-CD23-859D-C52D32280DAC}"/>
              </a:ext>
            </a:extLst>
          </p:cNvPr>
          <p:cNvCxnSpPr>
            <a:cxnSpLocks/>
          </p:cNvCxnSpPr>
          <p:nvPr/>
        </p:nvCxnSpPr>
        <p:spPr bwMode="auto">
          <a:xfrm flipH="1">
            <a:off x="2621240" y="3477701"/>
            <a:ext cx="11924" cy="1393324"/>
          </a:xfrm>
          <a:prstGeom prst="line">
            <a:avLst/>
          </a:prstGeom>
          <a:noFill/>
          <a:ln w="12700"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Tree>
    <p:extLst>
      <p:ext uri="{BB962C8B-B14F-4D97-AF65-F5344CB8AC3E}">
        <p14:creationId xmlns:p14="http://schemas.microsoft.com/office/powerpoint/2010/main" val="42026026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de-DE" dirty="0" err="1"/>
              <a:t>Cost</a:t>
            </a:r>
            <a:r>
              <a:rPr lang="de-DE" dirty="0"/>
              <a:t> </a:t>
            </a:r>
            <a:r>
              <a:rPr lang="de-DE" dirty="0" err="1"/>
              <a:t>Function</a:t>
            </a:r>
            <a:r>
              <a:rPr lang="de-DE" dirty="0"/>
              <a:t> </a:t>
            </a:r>
            <a:r>
              <a:rPr lang="de-DE" dirty="0" err="1"/>
              <a:t>Weightings</a:t>
            </a:r>
            <a:endParaRPr lang="de-DE" dirty="0"/>
          </a:p>
        </p:txBody>
      </p:sp>
      <p:sp>
        <p:nvSpPr>
          <p:cNvPr id="13" name="Inhaltsplatzhalter 12">
            <a:extLst>
              <a:ext uri="{FF2B5EF4-FFF2-40B4-BE49-F238E27FC236}">
                <a16:creationId xmlns:a16="http://schemas.microsoft.com/office/drawing/2014/main" id="{9EFE2027-5700-4C3D-BDF6-799D626AF7C2}"/>
              </a:ext>
            </a:extLst>
          </p:cNvPr>
          <p:cNvSpPr>
            <a:spLocks noGrp="1"/>
          </p:cNvSpPr>
          <p:nvPr>
            <p:ph idx="1"/>
          </p:nvPr>
        </p:nvSpPr>
        <p:spPr>
          <a:xfrm>
            <a:off x="539749" y="1350963"/>
            <a:ext cx="10449983" cy="4445000"/>
          </a:xfrm>
        </p:spPr>
        <p:txBody>
          <a:bodyPr/>
          <a:lstStyle/>
          <a:p>
            <a:pPr>
              <a:lnSpc>
                <a:spcPts val="2900"/>
              </a:lnSpc>
            </a:pPr>
            <a:r>
              <a:rPr lang="en-US" b="0" dirty="0"/>
              <a:t>The objective function is complex and it is not possible to explain it on a few slides. This is only a short wrap up of the elements of the objective function with two examples that are showing the costs for the order O</a:t>
            </a:r>
            <a:r>
              <a:rPr lang="en-US" b="0" baseline="-25000" dirty="0"/>
              <a:t>2</a:t>
            </a:r>
            <a:r>
              <a:rPr lang="en-US" b="0" dirty="0"/>
              <a:t>.</a:t>
            </a:r>
          </a:p>
          <a:p>
            <a:pPr>
              <a:lnSpc>
                <a:spcPts val="2900"/>
              </a:lnSpc>
            </a:pPr>
            <a:endParaRPr lang="en-US" b="0" dirty="0"/>
          </a:p>
        </p:txBody>
      </p:sp>
      <p:sp>
        <p:nvSpPr>
          <p:cNvPr id="4" name="Rechteck 3">
            <a:extLst>
              <a:ext uri="{FF2B5EF4-FFF2-40B4-BE49-F238E27FC236}">
                <a16:creationId xmlns:a16="http://schemas.microsoft.com/office/drawing/2014/main" id="{6AD4E07C-8503-8D7A-EBDC-70DF34210E55}"/>
              </a:ext>
            </a:extLst>
          </p:cNvPr>
          <p:cNvSpPr/>
          <p:nvPr/>
        </p:nvSpPr>
        <p:spPr bwMode="auto">
          <a:xfrm>
            <a:off x="6057788" y="3711145"/>
            <a:ext cx="1008112" cy="213742"/>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5" name="Gleichschenkliges Dreieck 4">
            <a:extLst>
              <a:ext uri="{FF2B5EF4-FFF2-40B4-BE49-F238E27FC236}">
                <a16:creationId xmlns:a16="http://schemas.microsoft.com/office/drawing/2014/main" id="{AC02DE69-27AB-EF3C-CF95-F65A85AA4E05}"/>
              </a:ext>
            </a:extLst>
          </p:cNvPr>
          <p:cNvSpPr/>
          <p:nvPr/>
        </p:nvSpPr>
        <p:spPr bwMode="auto">
          <a:xfrm rot="5400000">
            <a:off x="7066041" y="3712250"/>
            <a:ext cx="216024" cy="216024"/>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cxnSp>
        <p:nvCxnSpPr>
          <p:cNvPr id="6" name="Gerade Verbindung 66">
            <a:extLst>
              <a:ext uri="{FF2B5EF4-FFF2-40B4-BE49-F238E27FC236}">
                <a16:creationId xmlns:a16="http://schemas.microsoft.com/office/drawing/2014/main" id="{887CD53C-2F7F-8743-3F32-EFC54FFF6F4B}"/>
              </a:ext>
            </a:extLst>
          </p:cNvPr>
          <p:cNvCxnSpPr/>
          <p:nvPr/>
        </p:nvCxnSpPr>
        <p:spPr bwMode="auto">
          <a:xfrm flipH="1">
            <a:off x="3767155" y="3531482"/>
            <a:ext cx="4090833" cy="0"/>
          </a:xfrm>
          <a:prstGeom prst="line">
            <a:avLst/>
          </a:prstGeom>
          <a:noFill/>
          <a:ln w="28575" cap="flat" cmpd="sng" algn="ctr">
            <a:solidFill>
              <a:srgbClr val="FE766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7" name="Gerade Verbindung 67">
            <a:extLst>
              <a:ext uri="{FF2B5EF4-FFF2-40B4-BE49-F238E27FC236}">
                <a16:creationId xmlns:a16="http://schemas.microsoft.com/office/drawing/2014/main" id="{F15CAB9A-433C-7CF2-4FC0-E4423DD4E09B}"/>
              </a:ext>
            </a:extLst>
          </p:cNvPr>
          <p:cNvCxnSpPr/>
          <p:nvPr/>
        </p:nvCxnSpPr>
        <p:spPr bwMode="auto">
          <a:xfrm flipH="1">
            <a:off x="1291726" y="6002525"/>
            <a:ext cx="238912" cy="0"/>
          </a:xfrm>
          <a:prstGeom prst="line">
            <a:avLst/>
          </a:prstGeom>
          <a:noFill/>
          <a:ln w="28575" cap="flat" cmpd="sng" algn="ctr">
            <a:solidFill>
              <a:srgbClr val="FE766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8" name="Textfeld 7">
            <a:extLst>
              <a:ext uri="{FF2B5EF4-FFF2-40B4-BE49-F238E27FC236}">
                <a16:creationId xmlns:a16="http://schemas.microsoft.com/office/drawing/2014/main" id="{F24C5F7D-C8CE-D280-8F26-2431533D32C7}"/>
              </a:ext>
            </a:extLst>
          </p:cNvPr>
          <p:cNvSpPr txBox="1"/>
          <p:nvPr/>
        </p:nvSpPr>
        <p:spPr>
          <a:xfrm>
            <a:off x="1698574" y="5802470"/>
            <a:ext cx="2998450" cy="400110"/>
          </a:xfrm>
          <a:prstGeom prst="rect">
            <a:avLst/>
          </a:prstGeom>
          <a:noFill/>
        </p:spPr>
        <p:txBody>
          <a:bodyPr wrap="none" rtlCol="0">
            <a:spAutoFit/>
          </a:bodyPr>
          <a:lstStyle/>
          <a:p>
            <a:r>
              <a:rPr lang="de-DE" dirty="0"/>
              <a:t>Working Time </a:t>
            </a:r>
            <a:r>
              <a:rPr lang="de-DE" dirty="0" err="1"/>
              <a:t>of</a:t>
            </a:r>
            <a:r>
              <a:rPr lang="de-DE" dirty="0"/>
              <a:t> </a:t>
            </a:r>
            <a:r>
              <a:rPr lang="de-DE" dirty="0" err="1"/>
              <a:t>the</a:t>
            </a:r>
            <a:r>
              <a:rPr lang="de-DE" dirty="0"/>
              <a:t> </a:t>
            </a:r>
            <a:r>
              <a:rPr lang="de-DE" dirty="0" err="1"/>
              <a:t>shift</a:t>
            </a:r>
            <a:endParaRPr lang="de-DE" dirty="0"/>
          </a:p>
        </p:txBody>
      </p:sp>
      <p:sp>
        <p:nvSpPr>
          <p:cNvPr id="9" name="Rechteck 8">
            <a:extLst>
              <a:ext uri="{FF2B5EF4-FFF2-40B4-BE49-F238E27FC236}">
                <a16:creationId xmlns:a16="http://schemas.microsoft.com/office/drawing/2014/main" id="{6159AA22-1626-70A8-6496-36B7B88C39A0}"/>
              </a:ext>
            </a:extLst>
          </p:cNvPr>
          <p:cNvSpPr/>
          <p:nvPr/>
        </p:nvSpPr>
        <p:spPr bwMode="auto">
          <a:xfrm>
            <a:off x="3767592" y="3707394"/>
            <a:ext cx="1008112" cy="213742"/>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0" name="Gleichschenkliges Dreieck 9">
            <a:extLst>
              <a:ext uri="{FF2B5EF4-FFF2-40B4-BE49-F238E27FC236}">
                <a16:creationId xmlns:a16="http://schemas.microsoft.com/office/drawing/2014/main" id="{311C089E-74D0-41DF-D52F-0D514AEA3671}"/>
              </a:ext>
            </a:extLst>
          </p:cNvPr>
          <p:cNvSpPr/>
          <p:nvPr/>
        </p:nvSpPr>
        <p:spPr bwMode="auto">
          <a:xfrm rot="16200000">
            <a:off x="3551128" y="3709574"/>
            <a:ext cx="216024" cy="216024"/>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1" name="Textfeld 10">
            <a:extLst>
              <a:ext uri="{FF2B5EF4-FFF2-40B4-BE49-F238E27FC236}">
                <a16:creationId xmlns:a16="http://schemas.microsoft.com/office/drawing/2014/main" id="{A8CD908C-60A8-C5E6-A2FC-01BE78A637AA}"/>
              </a:ext>
            </a:extLst>
          </p:cNvPr>
          <p:cNvSpPr txBox="1"/>
          <p:nvPr/>
        </p:nvSpPr>
        <p:spPr>
          <a:xfrm>
            <a:off x="4233085" y="3687514"/>
            <a:ext cx="284052" cy="246221"/>
          </a:xfrm>
          <a:prstGeom prst="rect">
            <a:avLst/>
          </a:prstGeom>
          <a:noFill/>
        </p:spPr>
        <p:txBody>
          <a:bodyPr wrap="none" rtlCol="0" anchor="b">
            <a:spAutoFit/>
          </a:bodyPr>
          <a:lstStyle/>
          <a:p>
            <a:r>
              <a:rPr lang="de-DE" sz="1000" dirty="0"/>
              <a:t>O</a:t>
            </a:r>
          </a:p>
        </p:txBody>
      </p:sp>
      <p:sp>
        <p:nvSpPr>
          <p:cNvPr id="14" name="Textfeld 13">
            <a:extLst>
              <a:ext uri="{FF2B5EF4-FFF2-40B4-BE49-F238E27FC236}">
                <a16:creationId xmlns:a16="http://schemas.microsoft.com/office/drawing/2014/main" id="{12523033-BB0F-5D91-0675-05038D471490}"/>
              </a:ext>
            </a:extLst>
          </p:cNvPr>
          <p:cNvSpPr txBox="1"/>
          <p:nvPr/>
        </p:nvSpPr>
        <p:spPr>
          <a:xfrm>
            <a:off x="4327829" y="3711145"/>
            <a:ext cx="248786" cy="230832"/>
          </a:xfrm>
          <a:prstGeom prst="rect">
            <a:avLst/>
          </a:prstGeom>
          <a:noFill/>
        </p:spPr>
        <p:txBody>
          <a:bodyPr wrap="none" rtlCol="0">
            <a:spAutoFit/>
          </a:bodyPr>
          <a:lstStyle/>
          <a:p>
            <a:r>
              <a:rPr lang="de-DE" sz="900" dirty="0"/>
              <a:t>1</a:t>
            </a:r>
          </a:p>
        </p:txBody>
      </p:sp>
      <p:sp>
        <p:nvSpPr>
          <p:cNvPr id="15" name="Textfeld 14">
            <a:extLst>
              <a:ext uri="{FF2B5EF4-FFF2-40B4-BE49-F238E27FC236}">
                <a16:creationId xmlns:a16="http://schemas.microsoft.com/office/drawing/2014/main" id="{B3781870-3287-CA90-A041-5480E3E6ED9F}"/>
              </a:ext>
            </a:extLst>
          </p:cNvPr>
          <p:cNvSpPr txBox="1"/>
          <p:nvPr/>
        </p:nvSpPr>
        <p:spPr>
          <a:xfrm>
            <a:off x="6450590" y="3696944"/>
            <a:ext cx="284052" cy="246221"/>
          </a:xfrm>
          <a:prstGeom prst="rect">
            <a:avLst/>
          </a:prstGeom>
          <a:noFill/>
        </p:spPr>
        <p:txBody>
          <a:bodyPr wrap="none" rtlCol="0" anchor="b">
            <a:spAutoFit/>
          </a:bodyPr>
          <a:lstStyle/>
          <a:p>
            <a:r>
              <a:rPr lang="de-DE" sz="1000" dirty="0"/>
              <a:t>O</a:t>
            </a:r>
          </a:p>
        </p:txBody>
      </p:sp>
      <p:sp>
        <p:nvSpPr>
          <p:cNvPr id="16" name="Textfeld 15">
            <a:extLst>
              <a:ext uri="{FF2B5EF4-FFF2-40B4-BE49-F238E27FC236}">
                <a16:creationId xmlns:a16="http://schemas.microsoft.com/office/drawing/2014/main" id="{2AC15E76-2419-D890-B94D-76B64D9998AD}"/>
              </a:ext>
            </a:extLst>
          </p:cNvPr>
          <p:cNvSpPr txBox="1"/>
          <p:nvPr/>
        </p:nvSpPr>
        <p:spPr>
          <a:xfrm>
            <a:off x="6545334" y="3720575"/>
            <a:ext cx="248786" cy="230832"/>
          </a:xfrm>
          <a:prstGeom prst="rect">
            <a:avLst/>
          </a:prstGeom>
          <a:noFill/>
        </p:spPr>
        <p:txBody>
          <a:bodyPr wrap="none" rtlCol="0">
            <a:spAutoFit/>
          </a:bodyPr>
          <a:lstStyle/>
          <a:p>
            <a:r>
              <a:rPr lang="de-DE" sz="900" dirty="0"/>
              <a:t>2</a:t>
            </a:r>
          </a:p>
        </p:txBody>
      </p:sp>
      <p:cxnSp>
        <p:nvCxnSpPr>
          <p:cNvPr id="17" name="Gerade Verbindung 110">
            <a:extLst>
              <a:ext uri="{FF2B5EF4-FFF2-40B4-BE49-F238E27FC236}">
                <a16:creationId xmlns:a16="http://schemas.microsoft.com/office/drawing/2014/main" id="{175F4E16-915E-52CE-D04F-5D2D951A95A5}"/>
              </a:ext>
            </a:extLst>
          </p:cNvPr>
          <p:cNvCxnSpPr/>
          <p:nvPr/>
        </p:nvCxnSpPr>
        <p:spPr bwMode="auto">
          <a:xfrm>
            <a:off x="3767592" y="3436843"/>
            <a:ext cx="0" cy="189278"/>
          </a:xfrm>
          <a:prstGeom prst="line">
            <a:avLst/>
          </a:prstGeom>
          <a:noFill/>
          <a:ln w="28575" cap="flat" cmpd="sng" algn="ctr">
            <a:solidFill>
              <a:srgbClr val="FE766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8" name="Gerade Verbindung 112">
            <a:extLst>
              <a:ext uri="{FF2B5EF4-FFF2-40B4-BE49-F238E27FC236}">
                <a16:creationId xmlns:a16="http://schemas.microsoft.com/office/drawing/2014/main" id="{889800A8-DEAB-CBB9-D383-16DB9C2D9269}"/>
              </a:ext>
            </a:extLst>
          </p:cNvPr>
          <p:cNvCxnSpPr/>
          <p:nvPr/>
        </p:nvCxnSpPr>
        <p:spPr bwMode="auto">
          <a:xfrm>
            <a:off x="7859982" y="3432046"/>
            <a:ext cx="0" cy="189278"/>
          </a:xfrm>
          <a:prstGeom prst="line">
            <a:avLst/>
          </a:prstGeom>
          <a:noFill/>
          <a:ln w="28575" cap="flat" cmpd="sng" algn="ctr">
            <a:solidFill>
              <a:srgbClr val="FE766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9" name="Rechteck 18">
            <a:extLst>
              <a:ext uri="{FF2B5EF4-FFF2-40B4-BE49-F238E27FC236}">
                <a16:creationId xmlns:a16="http://schemas.microsoft.com/office/drawing/2014/main" id="{5C644D9B-E208-D8BA-1F25-312B8BB62DB3}"/>
              </a:ext>
            </a:extLst>
          </p:cNvPr>
          <p:cNvSpPr/>
          <p:nvPr/>
        </p:nvSpPr>
        <p:spPr bwMode="auto">
          <a:xfrm>
            <a:off x="8720725" y="3706253"/>
            <a:ext cx="1008112" cy="216024"/>
          </a:xfrm>
          <a:prstGeom prst="rect">
            <a:avLst/>
          </a:prstGeom>
          <a:solidFill>
            <a:schemeClr val="bg1">
              <a:lumMod val="75000"/>
            </a:schemeClr>
          </a:solidFill>
          <a:ln w="19050" cap="flat" cmpd="sng" algn="ctr">
            <a:solidFill>
              <a:schemeClr val="bg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0" name="Textfeld 19">
            <a:extLst>
              <a:ext uri="{FF2B5EF4-FFF2-40B4-BE49-F238E27FC236}">
                <a16:creationId xmlns:a16="http://schemas.microsoft.com/office/drawing/2014/main" id="{1EF327E7-A413-CFAE-BDC5-44E2C56A2FF2}"/>
              </a:ext>
            </a:extLst>
          </p:cNvPr>
          <p:cNvSpPr txBox="1"/>
          <p:nvPr/>
        </p:nvSpPr>
        <p:spPr>
          <a:xfrm>
            <a:off x="7929996" y="4298875"/>
            <a:ext cx="862737" cy="307777"/>
          </a:xfrm>
          <a:prstGeom prst="rect">
            <a:avLst/>
          </a:prstGeom>
          <a:noFill/>
        </p:spPr>
        <p:txBody>
          <a:bodyPr wrap="none" rtlCol="0">
            <a:spAutoFit/>
          </a:bodyPr>
          <a:lstStyle/>
          <a:p>
            <a:r>
              <a:rPr lang="de-DE" sz="1400" dirty="0" err="1"/>
              <a:t>ShiftEnd</a:t>
            </a:r>
            <a:endParaRPr lang="de-DE" sz="1400" dirty="0"/>
          </a:p>
        </p:txBody>
      </p:sp>
      <p:cxnSp>
        <p:nvCxnSpPr>
          <p:cNvPr id="21" name="Gerade Verbindung 127">
            <a:extLst>
              <a:ext uri="{FF2B5EF4-FFF2-40B4-BE49-F238E27FC236}">
                <a16:creationId xmlns:a16="http://schemas.microsoft.com/office/drawing/2014/main" id="{92EB39A1-9635-D1DE-CE72-E2954CF2D5BF}"/>
              </a:ext>
            </a:extLst>
          </p:cNvPr>
          <p:cNvCxnSpPr/>
          <p:nvPr/>
        </p:nvCxnSpPr>
        <p:spPr bwMode="auto">
          <a:xfrm flipH="1">
            <a:off x="9725454" y="3928274"/>
            <a:ext cx="3385" cy="620896"/>
          </a:xfrm>
          <a:prstGeom prst="line">
            <a:avLst/>
          </a:prstGeom>
          <a:noFill/>
          <a:ln w="12700"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2" name="Textfeld 21">
            <a:extLst>
              <a:ext uri="{FF2B5EF4-FFF2-40B4-BE49-F238E27FC236}">
                <a16:creationId xmlns:a16="http://schemas.microsoft.com/office/drawing/2014/main" id="{5D53C41E-B4D5-C19B-45DA-92D229A9DE22}"/>
              </a:ext>
            </a:extLst>
          </p:cNvPr>
          <p:cNvSpPr txBox="1"/>
          <p:nvPr/>
        </p:nvSpPr>
        <p:spPr>
          <a:xfrm>
            <a:off x="8864741" y="4300857"/>
            <a:ext cx="922047" cy="307777"/>
          </a:xfrm>
          <a:prstGeom prst="rect">
            <a:avLst/>
          </a:prstGeom>
          <a:noFill/>
        </p:spPr>
        <p:txBody>
          <a:bodyPr wrap="none" rtlCol="0">
            <a:spAutoFit/>
          </a:bodyPr>
          <a:lstStyle/>
          <a:p>
            <a:r>
              <a:rPr lang="de-DE" sz="1400" dirty="0" err="1"/>
              <a:t>ShiftStart</a:t>
            </a:r>
            <a:endParaRPr lang="de-DE" sz="1400" dirty="0"/>
          </a:p>
        </p:txBody>
      </p:sp>
      <p:cxnSp>
        <p:nvCxnSpPr>
          <p:cNvPr id="23" name="Gerade Verbindung 129">
            <a:extLst>
              <a:ext uri="{FF2B5EF4-FFF2-40B4-BE49-F238E27FC236}">
                <a16:creationId xmlns:a16="http://schemas.microsoft.com/office/drawing/2014/main" id="{99A6657B-810F-0989-043A-7D79C6F44969}"/>
              </a:ext>
            </a:extLst>
          </p:cNvPr>
          <p:cNvCxnSpPr/>
          <p:nvPr/>
        </p:nvCxnSpPr>
        <p:spPr bwMode="auto">
          <a:xfrm flipH="1">
            <a:off x="8719032" y="3920160"/>
            <a:ext cx="3385" cy="620896"/>
          </a:xfrm>
          <a:prstGeom prst="line">
            <a:avLst/>
          </a:prstGeom>
          <a:noFill/>
          <a:ln w="12700"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4" name="Rechteck 23">
            <a:extLst>
              <a:ext uri="{FF2B5EF4-FFF2-40B4-BE49-F238E27FC236}">
                <a16:creationId xmlns:a16="http://schemas.microsoft.com/office/drawing/2014/main" id="{7C8AC850-1FE4-C59E-27FE-4353B6E80AA3}"/>
              </a:ext>
            </a:extLst>
          </p:cNvPr>
          <p:cNvSpPr/>
          <p:nvPr/>
        </p:nvSpPr>
        <p:spPr bwMode="auto">
          <a:xfrm>
            <a:off x="2384021" y="3706253"/>
            <a:ext cx="1008112" cy="216024"/>
          </a:xfrm>
          <a:prstGeom prst="rect">
            <a:avLst/>
          </a:prstGeom>
          <a:solidFill>
            <a:schemeClr val="bg1">
              <a:lumMod val="75000"/>
            </a:schemeClr>
          </a:solidFill>
          <a:ln w="19050" cap="flat" cmpd="sng" algn="ctr">
            <a:solidFill>
              <a:schemeClr val="bg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cxnSp>
        <p:nvCxnSpPr>
          <p:cNvPr id="25" name="Gerade Verbindung 132">
            <a:extLst>
              <a:ext uri="{FF2B5EF4-FFF2-40B4-BE49-F238E27FC236}">
                <a16:creationId xmlns:a16="http://schemas.microsoft.com/office/drawing/2014/main" id="{70D11B03-DDD5-0FAB-64D2-E4A9140C732A}"/>
              </a:ext>
            </a:extLst>
          </p:cNvPr>
          <p:cNvCxnSpPr/>
          <p:nvPr/>
        </p:nvCxnSpPr>
        <p:spPr bwMode="auto">
          <a:xfrm flipH="1">
            <a:off x="3388750" y="3928274"/>
            <a:ext cx="3385" cy="620896"/>
          </a:xfrm>
          <a:prstGeom prst="line">
            <a:avLst/>
          </a:prstGeom>
          <a:noFill/>
          <a:ln w="12700"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6" name="Textfeld 25">
            <a:extLst>
              <a:ext uri="{FF2B5EF4-FFF2-40B4-BE49-F238E27FC236}">
                <a16:creationId xmlns:a16="http://schemas.microsoft.com/office/drawing/2014/main" id="{0F7ABBEF-78C0-3B82-3965-9D1342D90154}"/>
              </a:ext>
            </a:extLst>
          </p:cNvPr>
          <p:cNvSpPr txBox="1"/>
          <p:nvPr/>
        </p:nvSpPr>
        <p:spPr>
          <a:xfrm>
            <a:off x="2528037" y="4300857"/>
            <a:ext cx="922047" cy="307777"/>
          </a:xfrm>
          <a:prstGeom prst="rect">
            <a:avLst/>
          </a:prstGeom>
          <a:noFill/>
        </p:spPr>
        <p:txBody>
          <a:bodyPr wrap="none" rtlCol="0">
            <a:spAutoFit/>
          </a:bodyPr>
          <a:lstStyle/>
          <a:p>
            <a:r>
              <a:rPr lang="de-DE" sz="1400" dirty="0" err="1"/>
              <a:t>ShiftStart</a:t>
            </a:r>
            <a:endParaRPr lang="de-DE" sz="1400" dirty="0"/>
          </a:p>
        </p:txBody>
      </p:sp>
      <p:sp>
        <p:nvSpPr>
          <p:cNvPr id="27" name="Textfeld 26">
            <a:extLst>
              <a:ext uri="{FF2B5EF4-FFF2-40B4-BE49-F238E27FC236}">
                <a16:creationId xmlns:a16="http://schemas.microsoft.com/office/drawing/2014/main" id="{3F35F446-77AC-2C23-31AD-582F79831061}"/>
              </a:ext>
            </a:extLst>
          </p:cNvPr>
          <p:cNvSpPr txBox="1"/>
          <p:nvPr/>
        </p:nvSpPr>
        <p:spPr>
          <a:xfrm>
            <a:off x="6268054" y="5443167"/>
            <a:ext cx="2008883" cy="400110"/>
          </a:xfrm>
          <a:prstGeom prst="rect">
            <a:avLst/>
          </a:prstGeom>
          <a:noFill/>
        </p:spPr>
        <p:txBody>
          <a:bodyPr wrap="none" rtlCol="0">
            <a:spAutoFit/>
          </a:bodyPr>
          <a:lstStyle/>
          <a:p>
            <a:r>
              <a:rPr lang="de-DE" dirty="0" err="1"/>
              <a:t>EmptyApproach</a:t>
            </a:r>
            <a:endParaRPr lang="de-DE" dirty="0"/>
          </a:p>
        </p:txBody>
      </p:sp>
      <p:sp>
        <p:nvSpPr>
          <p:cNvPr id="28" name="Textfeld 27">
            <a:extLst>
              <a:ext uri="{FF2B5EF4-FFF2-40B4-BE49-F238E27FC236}">
                <a16:creationId xmlns:a16="http://schemas.microsoft.com/office/drawing/2014/main" id="{5B2A446B-6A8C-A3AF-0171-CF4B0263654F}"/>
              </a:ext>
            </a:extLst>
          </p:cNvPr>
          <p:cNvSpPr txBox="1"/>
          <p:nvPr/>
        </p:nvSpPr>
        <p:spPr>
          <a:xfrm>
            <a:off x="6274052" y="5835145"/>
            <a:ext cx="1592359" cy="400110"/>
          </a:xfrm>
          <a:prstGeom prst="rect">
            <a:avLst/>
          </a:prstGeom>
          <a:noFill/>
        </p:spPr>
        <p:txBody>
          <a:bodyPr wrap="none" rtlCol="0">
            <a:spAutoFit/>
          </a:bodyPr>
          <a:lstStyle/>
          <a:p>
            <a:r>
              <a:rPr lang="de-DE" dirty="0" err="1"/>
              <a:t>WaitingTime</a:t>
            </a:r>
            <a:endParaRPr lang="de-DE" dirty="0"/>
          </a:p>
        </p:txBody>
      </p:sp>
      <p:sp>
        <p:nvSpPr>
          <p:cNvPr id="29" name="Rechteck 28">
            <a:extLst>
              <a:ext uri="{FF2B5EF4-FFF2-40B4-BE49-F238E27FC236}">
                <a16:creationId xmlns:a16="http://schemas.microsoft.com/office/drawing/2014/main" id="{34CC53A5-A59C-AE4C-1B62-965BF7D303A9}"/>
              </a:ext>
            </a:extLst>
          </p:cNvPr>
          <p:cNvSpPr/>
          <p:nvPr/>
        </p:nvSpPr>
        <p:spPr>
          <a:xfrm>
            <a:off x="8484435" y="5435035"/>
            <a:ext cx="2307042" cy="400110"/>
          </a:xfrm>
          <a:prstGeom prst="rect">
            <a:avLst/>
          </a:prstGeom>
        </p:spPr>
        <p:txBody>
          <a:bodyPr wrap="none">
            <a:spAutoFit/>
          </a:bodyPr>
          <a:lstStyle/>
          <a:p>
            <a:r>
              <a:rPr lang="de-DE" dirty="0"/>
              <a:t>Default </a:t>
            </a:r>
            <a:r>
              <a:rPr lang="de-DE" dirty="0" err="1"/>
              <a:t>weight</a:t>
            </a:r>
            <a:r>
              <a:rPr lang="de-DE" dirty="0"/>
              <a:t>: 2.0</a:t>
            </a:r>
          </a:p>
        </p:txBody>
      </p:sp>
      <p:sp>
        <p:nvSpPr>
          <p:cNvPr id="30" name="Rechteck 29">
            <a:extLst>
              <a:ext uri="{FF2B5EF4-FFF2-40B4-BE49-F238E27FC236}">
                <a16:creationId xmlns:a16="http://schemas.microsoft.com/office/drawing/2014/main" id="{43435405-A38B-5EDD-EC76-585ACC728A69}"/>
              </a:ext>
            </a:extLst>
          </p:cNvPr>
          <p:cNvSpPr/>
          <p:nvPr/>
        </p:nvSpPr>
        <p:spPr>
          <a:xfrm>
            <a:off x="8484435" y="5835145"/>
            <a:ext cx="2307042" cy="400110"/>
          </a:xfrm>
          <a:prstGeom prst="rect">
            <a:avLst/>
          </a:prstGeom>
        </p:spPr>
        <p:txBody>
          <a:bodyPr wrap="none">
            <a:spAutoFit/>
          </a:bodyPr>
          <a:lstStyle/>
          <a:p>
            <a:r>
              <a:rPr lang="de-DE" dirty="0"/>
              <a:t>Default </a:t>
            </a:r>
            <a:r>
              <a:rPr lang="de-DE" dirty="0" err="1"/>
              <a:t>weight</a:t>
            </a:r>
            <a:r>
              <a:rPr lang="de-DE" dirty="0"/>
              <a:t>: 0.0</a:t>
            </a:r>
          </a:p>
        </p:txBody>
      </p:sp>
      <p:sp>
        <p:nvSpPr>
          <p:cNvPr id="31" name="Rechteck 30">
            <a:extLst>
              <a:ext uri="{FF2B5EF4-FFF2-40B4-BE49-F238E27FC236}">
                <a16:creationId xmlns:a16="http://schemas.microsoft.com/office/drawing/2014/main" id="{E80C3A56-ABFB-E8DF-1D8D-B1C9D861FF1F}"/>
              </a:ext>
            </a:extLst>
          </p:cNvPr>
          <p:cNvSpPr/>
          <p:nvPr/>
        </p:nvSpPr>
        <p:spPr bwMode="auto">
          <a:xfrm>
            <a:off x="1286421" y="5533885"/>
            <a:ext cx="244217" cy="217200"/>
          </a:xfrm>
          <a:prstGeom prst="rect">
            <a:avLst/>
          </a:prstGeom>
          <a:pattFill prst="ltUpDiag">
            <a:fgClr>
              <a:schemeClr val="tx1"/>
            </a:fgClr>
            <a:bgClr>
              <a:srgbClr val="93FF93"/>
            </a:bgClr>
          </a:patt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32" name="Rechteck 31">
            <a:extLst>
              <a:ext uri="{FF2B5EF4-FFF2-40B4-BE49-F238E27FC236}">
                <a16:creationId xmlns:a16="http://schemas.microsoft.com/office/drawing/2014/main" id="{9C259AA7-3800-EA4E-7D45-53CDB75F2268}"/>
              </a:ext>
            </a:extLst>
          </p:cNvPr>
          <p:cNvSpPr/>
          <p:nvPr/>
        </p:nvSpPr>
        <p:spPr bwMode="auto">
          <a:xfrm>
            <a:off x="1286421" y="5174582"/>
            <a:ext cx="244217" cy="217200"/>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33" name="Textfeld 32">
            <a:extLst>
              <a:ext uri="{FF2B5EF4-FFF2-40B4-BE49-F238E27FC236}">
                <a16:creationId xmlns:a16="http://schemas.microsoft.com/office/drawing/2014/main" id="{302C3376-0519-E51C-0B1E-900F528B56D2}"/>
              </a:ext>
            </a:extLst>
          </p:cNvPr>
          <p:cNvSpPr txBox="1"/>
          <p:nvPr/>
        </p:nvSpPr>
        <p:spPr>
          <a:xfrm>
            <a:off x="1698574" y="5442430"/>
            <a:ext cx="2122862" cy="400110"/>
          </a:xfrm>
          <a:prstGeom prst="rect">
            <a:avLst/>
          </a:prstGeom>
          <a:noFill/>
        </p:spPr>
        <p:txBody>
          <a:bodyPr wrap="square" rtlCol="0">
            <a:spAutoFit/>
          </a:bodyPr>
          <a:lstStyle/>
          <a:p>
            <a:r>
              <a:rPr lang="de-DE" dirty="0"/>
              <a:t>Empty Approach</a:t>
            </a:r>
          </a:p>
        </p:txBody>
      </p:sp>
      <p:sp>
        <p:nvSpPr>
          <p:cNvPr id="34" name="Textfeld 33">
            <a:extLst>
              <a:ext uri="{FF2B5EF4-FFF2-40B4-BE49-F238E27FC236}">
                <a16:creationId xmlns:a16="http://schemas.microsoft.com/office/drawing/2014/main" id="{98C7121A-FC39-4701-7FFA-0806DE920D39}"/>
              </a:ext>
            </a:extLst>
          </p:cNvPr>
          <p:cNvSpPr txBox="1"/>
          <p:nvPr/>
        </p:nvSpPr>
        <p:spPr>
          <a:xfrm>
            <a:off x="1698574" y="5083127"/>
            <a:ext cx="2877330" cy="400110"/>
          </a:xfrm>
          <a:prstGeom prst="rect">
            <a:avLst/>
          </a:prstGeom>
          <a:noFill/>
        </p:spPr>
        <p:txBody>
          <a:bodyPr wrap="square" rtlCol="0">
            <a:spAutoFit/>
          </a:bodyPr>
          <a:lstStyle/>
          <a:p>
            <a:r>
              <a:rPr lang="de-DE" dirty="0"/>
              <a:t>Load – Drive – Unload</a:t>
            </a:r>
          </a:p>
        </p:txBody>
      </p:sp>
      <p:sp>
        <p:nvSpPr>
          <p:cNvPr id="35" name="Rechteck 34">
            <a:extLst>
              <a:ext uri="{FF2B5EF4-FFF2-40B4-BE49-F238E27FC236}">
                <a16:creationId xmlns:a16="http://schemas.microsoft.com/office/drawing/2014/main" id="{72FD6E95-5BCF-49C9-EF45-29A682BCF172}"/>
              </a:ext>
            </a:extLst>
          </p:cNvPr>
          <p:cNvSpPr/>
          <p:nvPr/>
        </p:nvSpPr>
        <p:spPr bwMode="auto">
          <a:xfrm>
            <a:off x="4776564" y="3707394"/>
            <a:ext cx="610416" cy="212766"/>
          </a:xfrm>
          <a:prstGeom prst="rect">
            <a:avLst/>
          </a:prstGeom>
          <a:pattFill prst="ltUpDiag">
            <a:fgClr>
              <a:schemeClr val="tx1"/>
            </a:fgClr>
            <a:bgClr>
              <a:srgbClr val="93FF93"/>
            </a:bgClr>
          </a:patt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36" name="Textfeld 35">
            <a:extLst>
              <a:ext uri="{FF2B5EF4-FFF2-40B4-BE49-F238E27FC236}">
                <a16:creationId xmlns:a16="http://schemas.microsoft.com/office/drawing/2014/main" id="{21C2333E-CBC9-21A2-0ED7-3F875243E96E}"/>
              </a:ext>
            </a:extLst>
          </p:cNvPr>
          <p:cNvSpPr txBox="1"/>
          <p:nvPr/>
        </p:nvSpPr>
        <p:spPr>
          <a:xfrm>
            <a:off x="5043202" y="2591743"/>
            <a:ext cx="1592359" cy="400110"/>
          </a:xfrm>
          <a:prstGeom prst="rect">
            <a:avLst/>
          </a:prstGeom>
          <a:noFill/>
        </p:spPr>
        <p:txBody>
          <a:bodyPr wrap="none" rtlCol="0">
            <a:spAutoFit/>
          </a:bodyPr>
          <a:lstStyle/>
          <a:p>
            <a:r>
              <a:rPr lang="de-DE" dirty="0" err="1"/>
              <a:t>WaitingTime</a:t>
            </a:r>
            <a:endParaRPr lang="de-DE" dirty="0"/>
          </a:p>
        </p:txBody>
      </p:sp>
      <p:sp>
        <p:nvSpPr>
          <p:cNvPr id="37" name="Geschweifte Klammer rechts 36">
            <a:extLst>
              <a:ext uri="{FF2B5EF4-FFF2-40B4-BE49-F238E27FC236}">
                <a16:creationId xmlns:a16="http://schemas.microsoft.com/office/drawing/2014/main" id="{50D08225-0F0C-8D4D-0A08-ABF384FD0E03}"/>
              </a:ext>
            </a:extLst>
          </p:cNvPr>
          <p:cNvSpPr/>
          <p:nvPr/>
        </p:nvSpPr>
        <p:spPr bwMode="auto">
          <a:xfrm rot="16200000">
            <a:off x="5623385" y="2834675"/>
            <a:ext cx="220714" cy="660782"/>
          </a:xfrm>
          <a:prstGeom prst="rightBrace">
            <a:avLst>
              <a:gd name="adj1" fmla="val 25000"/>
              <a:gd name="adj2" fmla="val 50000"/>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cxnSp>
        <p:nvCxnSpPr>
          <p:cNvPr id="38" name="Gerade Verbindung 68">
            <a:extLst>
              <a:ext uri="{FF2B5EF4-FFF2-40B4-BE49-F238E27FC236}">
                <a16:creationId xmlns:a16="http://schemas.microsoft.com/office/drawing/2014/main" id="{3755B6BE-7EAA-7DCE-BD9D-EB4A0DF299BE}"/>
              </a:ext>
            </a:extLst>
          </p:cNvPr>
          <p:cNvCxnSpPr/>
          <p:nvPr/>
        </p:nvCxnSpPr>
        <p:spPr bwMode="auto">
          <a:xfrm>
            <a:off x="5403351" y="3275423"/>
            <a:ext cx="0" cy="420417"/>
          </a:xfrm>
          <a:prstGeom prst="line">
            <a:avLst/>
          </a:prstGeom>
          <a:noFill/>
          <a:ln w="12700"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9" name="Gerade Verbindung 70">
            <a:extLst>
              <a:ext uri="{FF2B5EF4-FFF2-40B4-BE49-F238E27FC236}">
                <a16:creationId xmlns:a16="http://schemas.microsoft.com/office/drawing/2014/main" id="{BA91EA41-4788-47DC-E6CD-22DEC90A4BDB}"/>
              </a:ext>
            </a:extLst>
          </p:cNvPr>
          <p:cNvCxnSpPr/>
          <p:nvPr/>
        </p:nvCxnSpPr>
        <p:spPr bwMode="auto">
          <a:xfrm>
            <a:off x="6062797" y="3275423"/>
            <a:ext cx="0" cy="420416"/>
          </a:xfrm>
          <a:prstGeom prst="line">
            <a:avLst/>
          </a:prstGeom>
          <a:noFill/>
          <a:ln w="12700"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0" name="Textfeld 39">
            <a:extLst>
              <a:ext uri="{FF2B5EF4-FFF2-40B4-BE49-F238E27FC236}">
                <a16:creationId xmlns:a16="http://schemas.microsoft.com/office/drawing/2014/main" id="{2F717B7F-F848-1311-B48F-CACA9314C7D7}"/>
              </a:ext>
            </a:extLst>
          </p:cNvPr>
          <p:cNvSpPr txBox="1"/>
          <p:nvPr/>
        </p:nvSpPr>
        <p:spPr>
          <a:xfrm>
            <a:off x="4339011" y="4230608"/>
            <a:ext cx="2008883" cy="400110"/>
          </a:xfrm>
          <a:prstGeom prst="rect">
            <a:avLst/>
          </a:prstGeom>
          <a:noFill/>
        </p:spPr>
        <p:txBody>
          <a:bodyPr wrap="none" rtlCol="0">
            <a:spAutoFit/>
          </a:bodyPr>
          <a:lstStyle/>
          <a:p>
            <a:r>
              <a:rPr lang="de-DE" dirty="0" err="1"/>
              <a:t>EmptyApproach</a:t>
            </a:r>
            <a:endParaRPr lang="de-DE" dirty="0"/>
          </a:p>
        </p:txBody>
      </p:sp>
      <p:sp>
        <p:nvSpPr>
          <p:cNvPr id="41" name="Geschweifte Klammer rechts 40">
            <a:extLst>
              <a:ext uri="{FF2B5EF4-FFF2-40B4-BE49-F238E27FC236}">
                <a16:creationId xmlns:a16="http://schemas.microsoft.com/office/drawing/2014/main" id="{FE123654-5991-8EF7-8365-5B174E0E5DD7}"/>
              </a:ext>
            </a:extLst>
          </p:cNvPr>
          <p:cNvSpPr/>
          <p:nvPr/>
        </p:nvSpPr>
        <p:spPr bwMode="auto">
          <a:xfrm rot="5400000">
            <a:off x="4968721" y="3793864"/>
            <a:ext cx="220714" cy="615803"/>
          </a:xfrm>
          <a:prstGeom prst="rightBrace">
            <a:avLst>
              <a:gd name="adj1" fmla="val 25000"/>
              <a:gd name="adj2" fmla="val 50000"/>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Tree>
    <p:extLst>
      <p:ext uri="{BB962C8B-B14F-4D97-AF65-F5344CB8AC3E}">
        <p14:creationId xmlns:p14="http://schemas.microsoft.com/office/powerpoint/2010/main" val="10104496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17C78FA-6558-49E1-A947-A702203CBA50}"/>
              </a:ext>
            </a:extLst>
          </p:cNvPr>
          <p:cNvSpPr>
            <a:spLocks noGrp="1"/>
          </p:cNvSpPr>
          <p:nvPr>
            <p:ph type="title"/>
          </p:nvPr>
        </p:nvSpPr>
        <p:spPr/>
        <p:txBody>
          <a:bodyPr/>
          <a:lstStyle/>
          <a:p>
            <a:r>
              <a:rPr lang="de-DE" dirty="0" err="1"/>
              <a:t>Cost</a:t>
            </a:r>
            <a:r>
              <a:rPr lang="de-DE" dirty="0"/>
              <a:t> </a:t>
            </a:r>
            <a:r>
              <a:rPr lang="de-DE" dirty="0" err="1"/>
              <a:t>Function</a:t>
            </a:r>
            <a:r>
              <a:rPr lang="de-DE" dirty="0"/>
              <a:t> </a:t>
            </a:r>
            <a:r>
              <a:rPr lang="de-DE" dirty="0" err="1"/>
              <a:t>Weightings</a:t>
            </a:r>
            <a:endParaRPr lang="de-DE" dirty="0"/>
          </a:p>
        </p:txBody>
      </p:sp>
      <p:sp>
        <p:nvSpPr>
          <p:cNvPr id="4" name="Rechteck 3">
            <a:extLst>
              <a:ext uri="{FF2B5EF4-FFF2-40B4-BE49-F238E27FC236}">
                <a16:creationId xmlns:a16="http://schemas.microsoft.com/office/drawing/2014/main" id="{F34F5BB6-D3EE-2015-F74B-7606853392DF}"/>
              </a:ext>
            </a:extLst>
          </p:cNvPr>
          <p:cNvSpPr/>
          <p:nvPr/>
        </p:nvSpPr>
        <p:spPr bwMode="auto">
          <a:xfrm>
            <a:off x="5077613" y="3132075"/>
            <a:ext cx="1008112" cy="216024"/>
          </a:xfrm>
          <a:prstGeom prst="rect">
            <a:avLst/>
          </a:prstGeom>
          <a:solidFill>
            <a:schemeClr val="bg1">
              <a:lumMod val="75000"/>
            </a:schemeClr>
          </a:solidFill>
          <a:ln w="19050" cap="flat" cmpd="sng" algn="ctr">
            <a:solidFill>
              <a:schemeClr val="bg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5" name="Rechteck 4">
            <a:extLst>
              <a:ext uri="{FF2B5EF4-FFF2-40B4-BE49-F238E27FC236}">
                <a16:creationId xmlns:a16="http://schemas.microsoft.com/office/drawing/2014/main" id="{76170570-4B0D-8B09-FCBC-0E327FA049C1}"/>
              </a:ext>
            </a:extLst>
          </p:cNvPr>
          <p:cNvSpPr/>
          <p:nvPr/>
        </p:nvSpPr>
        <p:spPr bwMode="auto">
          <a:xfrm>
            <a:off x="6701035" y="3129766"/>
            <a:ext cx="1008112" cy="213742"/>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6" name="Gleichschenkliges Dreieck 5">
            <a:extLst>
              <a:ext uri="{FF2B5EF4-FFF2-40B4-BE49-F238E27FC236}">
                <a16:creationId xmlns:a16="http://schemas.microsoft.com/office/drawing/2014/main" id="{D0635C40-8AB3-D2AA-A6D8-9E49B8575901}"/>
              </a:ext>
            </a:extLst>
          </p:cNvPr>
          <p:cNvSpPr/>
          <p:nvPr/>
        </p:nvSpPr>
        <p:spPr bwMode="auto">
          <a:xfrm rot="16200000">
            <a:off x="6491646" y="3129767"/>
            <a:ext cx="216024" cy="216024"/>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7" name="Rechteck 6">
            <a:extLst>
              <a:ext uri="{FF2B5EF4-FFF2-40B4-BE49-F238E27FC236}">
                <a16:creationId xmlns:a16="http://schemas.microsoft.com/office/drawing/2014/main" id="{AAED998A-13E8-AD4E-D593-76E8A4FB48B1}"/>
              </a:ext>
            </a:extLst>
          </p:cNvPr>
          <p:cNvSpPr/>
          <p:nvPr/>
        </p:nvSpPr>
        <p:spPr bwMode="auto">
          <a:xfrm>
            <a:off x="7709147" y="3129766"/>
            <a:ext cx="747752" cy="211132"/>
          </a:xfrm>
          <a:prstGeom prst="rect">
            <a:avLst/>
          </a:prstGeom>
          <a:solidFill>
            <a:srgbClr val="FFA6FF"/>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8" name="Gleichschenkliges Dreieck 7">
            <a:extLst>
              <a:ext uri="{FF2B5EF4-FFF2-40B4-BE49-F238E27FC236}">
                <a16:creationId xmlns:a16="http://schemas.microsoft.com/office/drawing/2014/main" id="{C2B3A134-433A-4472-FC34-7FF0D67DC28B}"/>
              </a:ext>
            </a:extLst>
          </p:cNvPr>
          <p:cNvSpPr/>
          <p:nvPr/>
        </p:nvSpPr>
        <p:spPr bwMode="auto">
          <a:xfrm rot="5400000">
            <a:off x="8469191" y="3122550"/>
            <a:ext cx="216024" cy="216024"/>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9" name="Geschweifte Klammer rechts 8">
            <a:extLst>
              <a:ext uri="{FF2B5EF4-FFF2-40B4-BE49-F238E27FC236}">
                <a16:creationId xmlns:a16="http://schemas.microsoft.com/office/drawing/2014/main" id="{29FADC9B-75F3-7EE4-775C-17B6FC50189E}"/>
              </a:ext>
            </a:extLst>
          </p:cNvPr>
          <p:cNvSpPr/>
          <p:nvPr/>
        </p:nvSpPr>
        <p:spPr bwMode="auto">
          <a:xfrm rot="16200000">
            <a:off x="7984958" y="2430526"/>
            <a:ext cx="220714" cy="747752"/>
          </a:xfrm>
          <a:prstGeom prst="rightBrace">
            <a:avLst>
              <a:gd name="adj1" fmla="val 25000"/>
              <a:gd name="adj2" fmla="val 50000"/>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0" name="Geschweifte Klammer rechts 9">
            <a:extLst>
              <a:ext uri="{FF2B5EF4-FFF2-40B4-BE49-F238E27FC236}">
                <a16:creationId xmlns:a16="http://schemas.microsoft.com/office/drawing/2014/main" id="{63629686-8B7F-3738-1A4A-3F5783CBC682}"/>
              </a:ext>
            </a:extLst>
          </p:cNvPr>
          <p:cNvSpPr/>
          <p:nvPr/>
        </p:nvSpPr>
        <p:spPr bwMode="auto">
          <a:xfrm rot="16200000">
            <a:off x="4488008" y="2389551"/>
            <a:ext cx="220714" cy="615803"/>
          </a:xfrm>
          <a:prstGeom prst="rightBrace">
            <a:avLst>
              <a:gd name="adj1" fmla="val 25000"/>
              <a:gd name="adj2" fmla="val 50000"/>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11" name="Textfeld 10">
            <a:extLst>
              <a:ext uri="{FF2B5EF4-FFF2-40B4-BE49-F238E27FC236}">
                <a16:creationId xmlns:a16="http://schemas.microsoft.com/office/drawing/2014/main" id="{DF0D9753-0C4A-6403-7B9E-8D75DE41F999}"/>
              </a:ext>
            </a:extLst>
          </p:cNvPr>
          <p:cNvSpPr txBox="1"/>
          <p:nvPr/>
        </p:nvSpPr>
        <p:spPr>
          <a:xfrm>
            <a:off x="5427864" y="1650991"/>
            <a:ext cx="2645532" cy="400110"/>
          </a:xfrm>
          <a:prstGeom prst="rect">
            <a:avLst/>
          </a:prstGeom>
          <a:noFill/>
        </p:spPr>
        <p:txBody>
          <a:bodyPr wrap="none" rtlCol="0">
            <a:spAutoFit/>
          </a:bodyPr>
          <a:lstStyle/>
          <a:p>
            <a:r>
              <a:rPr lang="de-DE" dirty="0" err="1"/>
              <a:t>WastedPrevShiftTime</a:t>
            </a:r>
            <a:endParaRPr lang="de-DE" dirty="0"/>
          </a:p>
        </p:txBody>
      </p:sp>
      <p:sp>
        <p:nvSpPr>
          <p:cNvPr id="14" name="Textfeld 13">
            <a:extLst>
              <a:ext uri="{FF2B5EF4-FFF2-40B4-BE49-F238E27FC236}">
                <a16:creationId xmlns:a16="http://schemas.microsoft.com/office/drawing/2014/main" id="{391A11C9-2EC1-E4FA-5719-7E086ADE58E9}"/>
              </a:ext>
            </a:extLst>
          </p:cNvPr>
          <p:cNvSpPr txBox="1"/>
          <p:nvPr/>
        </p:nvSpPr>
        <p:spPr>
          <a:xfrm>
            <a:off x="4286884" y="3724697"/>
            <a:ext cx="862737" cy="307777"/>
          </a:xfrm>
          <a:prstGeom prst="rect">
            <a:avLst/>
          </a:prstGeom>
          <a:noFill/>
        </p:spPr>
        <p:txBody>
          <a:bodyPr wrap="none" rtlCol="0">
            <a:spAutoFit/>
          </a:bodyPr>
          <a:lstStyle/>
          <a:p>
            <a:r>
              <a:rPr lang="de-DE" sz="1400" dirty="0" err="1"/>
              <a:t>ShiftEnd</a:t>
            </a:r>
            <a:endParaRPr lang="de-DE" sz="1400" dirty="0"/>
          </a:p>
        </p:txBody>
      </p:sp>
      <p:cxnSp>
        <p:nvCxnSpPr>
          <p:cNvPr id="15" name="Gerade Verbindung 66">
            <a:extLst>
              <a:ext uri="{FF2B5EF4-FFF2-40B4-BE49-F238E27FC236}">
                <a16:creationId xmlns:a16="http://schemas.microsoft.com/office/drawing/2014/main" id="{37E4F15D-1E81-1747-8A33-21B4343A93AF}"/>
              </a:ext>
            </a:extLst>
          </p:cNvPr>
          <p:cNvCxnSpPr/>
          <p:nvPr/>
        </p:nvCxnSpPr>
        <p:spPr bwMode="auto">
          <a:xfrm flipH="1">
            <a:off x="2534597" y="2950103"/>
            <a:ext cx="2371670" cy="0"/>
          </a:xfrm>
          <a:prstGeom prst="line">
            <a:avLst/>
          </a:prstGeom>
          <a:noFill/>
          <a:ln w="28575" cap="flat" cmpd="sng" algn="ctr">
            <a:solidFill>
              <a:srgbClr val="FE766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6" name="Gerade Verbindung 67">
            <a:extLst>
              <a:ext uri="{FF2B5EF4-FFF2-40B4-BE49-F238E27FC236}">
                <a16:creationId xmlns:a16="http://schemas.microsoft.com/office/drawing/2014/main" id="{821C73F2-5E46-F6B0-2285-23CCD7F2BF79}"/>
              </a:ext>
            </a:extLst>
          </p:cNvPr>
          <p:cNvCxnSpPr/>
          <p:nvPr/>
        </p:nvCxnSpPr>
        <p:spPr bwMode="auto">
          <a:xfrm flipH="1">
            <a:off x="762438" y="5627400"/>
            <a:ext cx="238912" cy="0"/>
          </a:xfrm>
          <a:prstGeom prst="line">
            <a:avLst/>
          </a:prstGeom>
          <a:noFill/>
          <a:ln w="28575" cap="flat" cmpd="sng" algn="ctr">
            <a:solidFill>
              <a:srgbClr val="FE766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7" name="Textfeld 16">
            <a:extLst>
              <a:ext uri="{FF2B5EF4-FFF2-40B4-BE49-F238E27FC236}">
                <a16:creationId xmlns:a16="http://schemas.microsoft.com/office/drawing/2014/main" id="{7A44B684-E19F-A903-E1FD-EB529CAD79E9}"/>
              </a:ext>
            </a:extLst>
          </p:cNvPr>
          <p:cNvSpPr txBox="1"/>
          <p:nvPr/>
        </p:nvSpPr>
        <p:spPr>
          <a:xfrm>
            <a:off x="1169286" y="5427345"/>
            <a:ext cx="2998450" cy="400110"/>
          </a:xfrm>
          <a:prstGeom prst="rect">
            <a:avLst/>
          </a:prstGeom>
          <a:noFill/>
        </p:spPr>
        <p:txBody>
          <a:bodyPr wrap="none" rtlCol="0">
            <a:spAutoFit/>
          </a:bodyPr>
          <a:lstStyle/>
          <a:p>
            <a:r>
              <a:rPr lang="de-DE" dirty="0"/>
              <a:t>Working Time </a:t>
            </a:r>
            <a:r>
              <a:rPr lang="de-DE" dirty="0" err="1"/>
              <a:t>of</a:t>
            </a:r>
            <a:r>
              <a:rPr lang="de-DE" dirty="0"/>
              <a:t> </a:t>
            </a:r>
            <a:r>
              <a:rPr lang="de-DE" dirty="0" err="1"/>
              <a:t>the</a:t>
            </a:r>
            <a:r>
              <a:rPr lang="de-DE" dirty="0"/>
              <a:t> </a:t>
            </a:r>
            <a:r>
              <a:rPr lang="de-DE" dirty="0" err="1"/>
              <a:t>shift</a:t>
            </a:r>
            <a:endParaRPr lang="de-DE" dirty="0"/>
          </a:p>
        </p:txBody>
      </p:sp>
      <p:sp>
        <p:nvSpPr>
          <p:cNvPr id="18" name="Textfeld 17">
            <a:extLst>
              <a:ext uri="{FF2B5EF4-FFF2-40B4-BE49-F238E27FC236}">
                <a16:creationId xmlns:a16="http://schemas.microsoft.com/office/drawing/2014/main" id="{4818DD8F-C446-0042-0256-D29B0078E6FE}"/>
              </a:ext>
            </a:extLst>
          </p:cNvPr>
          <p:cNvSpPr txBox="1"/>
          <p:nvPr/>
        </p:nvSpPr>
        <p:spPr>
          <a:xfrm>
            <a:off x="7854177" y="2282401"/>
            <a:ext cx="1965603" cy="400110"/>
          </a:xfrm>
          <a:prstGeom prst="rect">
            <a:avLst/>
          </a:prstGeom>
          <a:noFill/>
        </p:spPr>
        <p:txBody>
          <a:bodyPr wrap="none" rtlCol="0">
            <a:spAutoFit/>
          </a:bodyPr>
          <a:lstStyle/>
          <a:p>
            <a:r>
              <a:rPr lang="de-DE" dirty="0" err="1"/>
              <a:t>EmptyHomerun</a:t>
            </a:r>
            <a:endParaRPr lang="de-DE" dirty="0"/>
          </a:p>
        </p:txBody>
      </p:sp>
      <p:sp>
        <p:nvSpPr>
          <p:cNvPr id="19" name="Rechteck 18">
            <a:extLst>
              <a:ext uri="{FF2B5EF4-FFF2-40B4-BE49-F238E27FC236}">
                <a16:creationId xmlns:a16="http://schemas.microsoft.com/office/drawing/2014/main" id="{4B9E902A-46AD-2692-F489-FBC0B4CC459A}"/>
              </a:ext>
            </a:extLst>
          </p:cNvPr>
          <p:cNvSpPr/>
          <p:nvPr/>
        </p:nvSpPr>
        <p:spPr bwMode="auto">
          <a:xfrm>
            <a:off x="2534597" y="3118669"/>
            <a:ext cx="1008112" cy="213742"/>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0" name="Gleichschenkliges Dreieck 19">
            <a:extLst>
              <a:ext uri="{FF2B5EF4-FFF2-40B4-BE49-F238E27FC236}">
                <a16:creationId xmlns:a16="http://schemas.microsoft.com/office/drawing/2014/main" id="{08089060-D3C3-7EBF-C771-E6B722991DCF}"/>
              </a:ext>
            </a:extLst>
          </p:cNvPr>
          <p:cNvSpPr/>
          <p:nvPr/>
        </p:nvSpPr>
        <p:spPr bwMode="auto">
          <a:xfrm rot="16200000">
            <a:off x="2318573" y="3118670"/>
            <a:ext cx="216024" cy="216024"/>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1" name="Rechteck 20">
            <a:extLst>
              <a:ext uri="{FF2B5EF4-FFF2-40B4-BE49-F238E27FC236}">
                <a16:creationId xmlns:a16="http://schemas.microsoft.com/office/drawing/2014/main" id="{C64CE6D6-684A-F5D1-032E-897318A5A9AD}"/>
              </a:ext>
            </a:extLst>
          </p:cNvPr>
          <p:cNvSpPr/>
          <p:nvPr/>
        </p:nvSpPr>
        <p:spPr bwMode="auto">
          <a:xfrm>
            <a:off x="3542709" y="3118669"/>
            <a:ext cx="747752" cy="216024"/>
          </a:xfrm>
          <a:prstGeom prst="rect">
            <a:avLst/>
          </a:prstGeom>
          <a:solidFill>
            <a:srgbClr val="FFA6FF"/>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22" name="Gleichschenkliges Dreieck 21">
            <a:extLst>
              <a:ext uri="{FF2B5EF4-FFF2-40B4-BE49-F238E27FC236}">
                <a16:creationId xmlns:a16="http://schemas.microsoft.com/office/drawing/2014/main" id="{26D77A2F-881A-2F8D-68D9-200C15ABFBBF}"/>
              </a:ext>
            </a:extLst>
          </p:cNvPr>
          <p:cNvSpPr/>
          <p:nvPr/>
        </p:nvSpPr>
        <p:spPr bwMode="auto">
          <a:xfrm rot="5400000">
            <a:off x="4290463" y="3120978"/>
            <a:ext cx="216024" cy="216024"/>
          </a:xfrm>
          <a:prstGeom prst="triangle">
            <a:avLst/>
          </a:prstGeom>
          <a:solidFill>
            <a:schemeClr val="bg1">
              <a:lumMod val="85000"/>
            </a:schemeClr>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cxnSp>
        <p:nvCxnSpPr>
          <p:cNvPr id="23" name="Gerade Verbindung 78">
            <a:extLst>
              <a:ext uri="{FF2B5EF4-FFF2-40B4-BE49-F238E27FC236}">
                <a16:creationId xmlns:a16="http://schemas.microsoft.com/office/drawing/2014/main" id="{8DB646BE-E428-BC6F-7CD0-CFF6BD035183}"/>
              </a:ext>
            </a:extLst>
          </p:cNvPr>
          <p:cNvCxnSpPr/>
          <p:nvPr/>
        </p:nvCxnSpPr>
        <p:spPr bwMode="auto">
          <a:xfrm flipH="1">
            <a:off x="6082342" y="3354096"/>
            <a:ext cx="3385" cy="620896"/>
          </a:xfrm>
          <a:prstGeom prst="line">
            <a:avLst/>
          </a:prstGeom>
          <a:noFill/>
          <a:ln w="12700"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4" name="Textfeld 23">
            <a:extLst>
              <a:ext uri="{FF2B5EF4-FFF2-40B4-BE49-F238E27FC236}">
                <a16:creationId xmlns:a16="http://schemas.microsoft.com/office/drawing/2014/main" id="{9839C7A7-BB76-0102-30D6-268B737B5FA2}"/>
              </a:ext>
            </a:extLst>
          </p:cNvPr>
          <p:cNvSpPr txBox="1"/>
          <p:nvPr/>
        </p:nvSpPr>
        <p:spPr>
          <a:xfrm>
            <a:off x="5221629" y="3726679"/>
            <a:ext cx="922047" cy="307777"/>
          </a:xfrm>
          <a:prstGeom prst="rect">
            <a:avLst/>
          </a:prstGeom>
          <a:noFill/>
        </p:spPr>
        <p:txBody>
          <a:bodyPr wrap="none" rtlCol="0">
            <a:spAutoFit/>
          </a:bodyPr>
          <a:lstStyle/>
          <a:p>
            <a:r>
              <a:rPr lang="de-DE" sz="1400" dirty="0" err="1"/>
              <a:t>ShiftStart</a:t>
            </a:r>
            <a:endParaRPr lang="de-DE" sz="1400" dirty="0"/>
          </a:p>
        </p:txBody>
      </p:sp>
      <p:sp>
        <p:nvSpPr>
          <p:cNvPr id="25" name="Geschweifte Klammer rechts 24">
            <a:extLst>
              <a:ext uri="{FF2B5EF4-FFF2-40B4-BE49-F238E27FC236}">
                <a16:creationId xmlns:a16="http://schemas.microsoft.com/office/drawing/2014/main" id="{B1BF9679-CB96-BFA1-9757-642E024A705C}"/>
              </a:ext>
            </a:extLst>
          </p:cNvPr>
          <p:cNvSpPr/>
          <p:nvPr/>
        </p:nvSpPr>
        <p:spPr bwMode="auto">
          <a:xfrm rot="16200000">
            <a:off x="6287394" y="1838257"/>
            <a:ext cx="220714" cy="615803"/>
          </a:xfrm>
          <a:prstGeom prst="rightBrace">
            <a:avLst>
              <a:gd name="adj1" fmla="val 25000"/>
              <a:gd name="adj2" fmla="val 50000"/>
            </a:avLst>
          </a:prstGeom>
          <a:noFill/>
          <a:ln w="190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cxnSp>
        <p:nvCxnSpPr>
          <p:cNvPr id="26" name="Gerade Verbindung 87">
            <a:extLst>
              <a:ext uri="{FF2B5EF4-FFF2-40B4-BE49-F238E27FC236}">
                <a16:creationId xmlns:a16="http://schemas.microsoft.com/office/drawing/2014/main" id="{6B9FDC97-7C29-6F88-6F07-FE5EDFEEB23A}"/>
              </a:ext>
            </a:extLst>
          </p:cNvPr>
          <p:cNvCxnSpPr/>
          <p:nvPr/>
        </p:nvCxnSpPr>
        <p:spPr bwMode="auto">
          <a:xfrm>
            <a:off x="6085725" y="2226645"/>
            <a:ext cx="3764" cy="903121"/>
          </a:xfrm>
          <a:prstGeom prst="line">
            <a:avLst/>
          </a:prstGeom>
          <a:noFill/>
          <a:ln w="12700"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7" name="Rechteck 26">
            <a:extLst>
              <a:ext uri="{FF2B5EF4-FFF2-40B4-BE49-F238E27FC236}">
                <a16:creationId xmlns:a16="http://schemas.microsoft.com/office/drawing/2014/main" id="{5CFADDF0-D982-FF65-15EB-389357A8234D}"/>
              </a:ext>
            </a:extLst>
          </p:cNvPr>
          <p:cNvSpPr/>
          <p:nvPr/>
        </p:nvSpPr>
        <p:spPr>
          <a:xfrm>
            <a:off x="2927524" y="2168945"/>
            <a:ext cx="2725874" cy="400110"/>
          </a:xfrm>
          <a:prstGeom prst="rect">
            <a:avLst/>
          </a:prstGeom>
        </p:spPr>
        <p:txBody>
          <a:bodyPr wrap="none">
            <a:spAutoFit/>
          </a:bodyPr>
          <a:lstStyle/>
          <a:p>
            <a:r>
              <a:rPr lang="de-DE" dirty="0" err="1"/>
              <a:t>WastedPrevWorkTime</a:t>
            </a:r>
            <a:endParaRPr lang="de-DE" dirty="0"/>
          </a:p>
        </p:txBody>
      </p:sp>
      <p:sp>
        <p:nvSpPr>
          <p:cNvPr id="28" name="Textfeld 27">
            <a:extLst>
              <a:ext uri="{FF2B5EF4-FFF2-40B4-BE49-F238E27FC236}">
                <a16:creationId xmlns:a16="http://schemas.microsoft.com/office/drawing/2014/main" id="{5B1988A1-9D06-118A-7F97-8EC4C32EFB82}"/>
              </a:ext>
            </a:extLst>
          </p:cNvPr>
          <p:cNvSpPr txBox="1"/>
          <p:nvPr/>
        </p:nvSpPr>
        <p:spPr>
          <a:xfrm>
            <a:off x="2861875" y="3091151"/>
            <a:ext cx="284052" cy="246221"/>
          </a:xfrm>
          <a:prstGeom prst="rect">
            <a:avLst/>
          </a:prstGeom>
          <a:noFill/>
        </p:spPr>
        <p:txBody>
          <a:bodyPr wrap="none" rtlCol="0" anchor="b">
            <a:spAutoFit/>
          </a:bodyPr>
          <a:lstStyle/>
          <a:p>
            <a:r>
              <a:rPr lang="de-DE" sz="1000" dirty="0"/>
              <a:t>O</a:t>
            </a:r>
          </a:p>
        </p:txBody>
      </p:sp>
      <p:sp>
        <p:nvSpPr>
          <p:cNvPr id="29" name="Textfeld 28">
            <a:extLst>
              <a:ext uri="{FF2B5EF4-FFF2-40B4-BE49-F238E27FC236}">
                <a16:creationId xmlns:a16="http://schemas.microsoft.com/office/drawing/2014/main" id="{5285DD74-91A4-1F62-4C62-8EC1D9A0D84F}"/>
              </a:ext>
            </a:extLst>
          </p:cNvPr>
          <p:cNvSpPr txBox="1"/>
          <p:nvPr/>
        </p:nvSpPr>
        <p:spPr>
          <a:xfrm>
            <a:off x="2956619" y="3114782"/>
            <a:ext cx="248786" cy="230832"/>
          </a:xfrm>
          <a:prstGeom prst="rect">
            <a:avLst/>
          </a:prstGeom>
          <a:noFill/>
        </p:spPr>
        <p:txBody>
          <a:bodyPr wrap="none" rtlCol="0">
            <a:spAutoFit/>
          </a:bodyPr>
          <a:lstStyle/>
          <a:p>
            <a:r>
              <a:rPr lang="de-DE" sz="900" dirty="0"/>
              <a:t>1</a:t>
            </a:r>
          </a:p>
        </p:txBody>
      </p:sp>
      <p:sp>
        <p:nvSpPr>
          <p:cNvPr id="30" name="Textfeld 29">
            <a:extLst>
              <a:ext uri="{FF2B5EF4-FFF2-40B4-BE49-F238E27FC236}">
                <a16:creationId xmlns:a16="http://schemas.microsoft.com/office/drawing/2014/main" id="{6545C5DD-14C3-FC6A-0411-8492821806D8}"/>
              </a:ext>
            </a:extLst>
          </p:cNvPr>
          <p:cNvSpPr txBox="1"/>
          <p:nvPr/>
        </p:nvSpPr>
        <p:spPr>
          <a:xfrm>
            <a:off x="7093837" y="3115565"/>
            <a:ext cx="284052" cy="246221"/>
          </a:xfrm>
          <a:prstGeom prst="rect">
            <a:avLst/>
          </a:prstGeom>
          <a:noFill/>
        </p:spPr>
        <p:txBody>
          <a:bodyPr wrap="none" rtlCol="0" anchor="b">
            <a:spAutoFit/>
          </a:bodyPr>
          <a:lstStyle/>
          <a:p>
            <a:r>
              <a:rPr lang="de-DE" sz="1000" dirty="0"/>
              <a:t>O</a:t>
            </a:r>
          </a:p>
        </p:txBody>
      </p:sp>
      <p:sp>
        <p:nvSpPr>
          <p:cNvPr id="31" name="Textfeld 30">
            <a:extLst>
              <a:ext uri="{FF2B5EF4-FFF2-40B4-BE49-F238E27FC236}">
                <a16:creationId xmlns:a16="http://schemas.microsoft.com/office/drawing/2014/main" id="{62AB2C65-5C44-F094-C0FD-76CAAC3D7242}"/>
              </a:ext>
            </a:extLst>
          </p:cNvPr>
          <p:cNvSpPr txBox="1"/>
          <p:nvPr/>
        </p:nvSpPr>
        <p:spPr>
          <a:xfrm>
            <a:off x="7188581" y="3139196"/>
            <a:ext cx="248786" cy="230832"/>
          </a:xfrm>
          <a:prstGeom prst="rect">
            <a:avLst/>
          </a:prstGeom>
          <a:noFill/>
        </p:spPr>
        <p:txBody>
          <a:bodyPr wrap="none" rtlCol="0">
            <a:spAutoFit/>
          </a:bodyPr>
          <a:lstStyle/>
          <a:p>
            <a:r>
              <a:rPr lang="de-DE" sz="900" dirty="0"/>
              <a:t>2</a:t>
            </a:r>
          </a:p>
        </p:txBody>
      </p:sp>
      <p:cxnSp>
        <p:nvCxnSpPr>
          <p:cNvPr id="32" name="Gerade Verbindung 103">
            <a:extLst>
              <a:ext uri="{FF2B5EF4-FFF2-40B4-BE49-F238E27FC236}">
                <a16:creationId xmlns:a16="http://schemas.microsoft.com/office/drawing/2014/main" id="{175C9E0D-A422-8738-7D53-5312051401CD}"/>
              </a:ext>
            </a:extLst>
          </p:cNvPr>
          <p:cNvCxnSpPr/>
          <p:nvPr/>
        </p:nvCxnSpPr>
        <p:spPr bwMode="auto">
          <a:xfrm flipH="1">
            <a:off x="6705652" y="2950103"/>
            <a:ext cx="2764449" cy="0"/>
          </a:xfrm>
          <a:prstGeom prst="line">
            <a:avLst/>
          </a:prstGeom>
          <a:noFill/>
          <a:ln w="28575" cap="flat" cmpd="sng" algn="ctr">
            <a:solidFill>
              <a:srgbClr val="FE766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3" name="Gerade Verbindung 110">
            <a:extLst>
              <a:ext uri="{FF2B5EF4-FFF2-40B4-BE49-F238E27FC236}">
                <a16:creationId xmlns:a16="http://schemas.microsoft.com/office/drawing/2014/main" id="{12492F7C-A800-BF65-4361-8FAB67AED9E2}"/>
              </a:ext>
            </a:extLst>
          </p:cNvPr>
          <p:cNvCxnSpPr/>
          <p:nvPr/>
        </p:nvCxnSpPr>
        <p:spPr bwMode="auto">
          <a:xfrm>
            <a:off x="2534597" y="2845501"/>
            <a:ext cx="0" cy="189278"/>
          </a:xfrm>
          <a:prstGeom prst="line">
            <a:avLst/>
          </a:prstGeom>
          <a:noFill/>
          <a:ln w="28575" cap="flat" cmpd="sng" algn="ctr">
            <a:solidFill>
              <a:srgbClr val="FE766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4" name="Gerade Verbindung 112">
            <a:extLst>
              <a:ext uri="{FF2B5EF4-FFF2-40B4-BE49-F238E27FC236}">
                <a16:creationId xmlns:a16="http://schemas.microsoft.com/office/drawing/2014/main" id="{922FA792-6CFB-AA4F-69D9-5CD508E9B50D}"/>
              </a:ext>
            </a:extLst>
          </p:cNvPr>
          <p:cNvCxnSpPr/>
          <p:nvPr/>
        </p:nvCxnSpPr>
        <p:spPr bwMode="auto">
          <a:xfrm>
            <a:off x="4906266" y="2855464"/>
            <a:ext cx="0" cy="189278"/>
          </a:xfrm>
          <a:prstGeom prst="line">
            <a:avLst/>
          </a:prstGeom>
          <a:noFill/>
          <a:ln w="28575" cap="flat" cmpd="sng" algn="ctr">
            <a:solidFill>
              <a:srgbClr val="FE766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5" name="Gerade Verbindung 114">
            <a:extLst>
              <a:ext uri="{FF2B5EF4-FFF2-40B4-BE49-F238E27FC236}">
                <a16:creationId xmlns:a16="http://schemas.microsoft.com/office/drawing/2014/main" id="{CB3D65B5-2CBB-71CA-1824-E3F1AD5B0ED7}"/>
              </a:ext>
            </a:extLst>
          </p:cNvPr>
          <p:cNvCxnSpPr/>
          <p:nvPr/>
        </p:nvCxnSpPr>
        <p:spPr bwMode="auto">
          <a:xfrm>
            <a:off x="6717784" y="2855464"/>
            <a:ext cx="0" cy="189278"/>
          </a:xfrm>
          <a:prstGeom prst="line">
            <a:avLst/>
          </a:prstGeom>
          <a:noFill/>
          <a:ln w="28575" cap="flat" cmpd="sng" algn="ctr">
            <a:solidFill>
              <a:srgbClr val="FE766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6" name="Gerade Verbindung 115">
            <a:extLst>
              <a:ext uri="{FF2B5EF4-FFF2-40B4-BE49-F238E27FC236}">
                <a16:creationId xmlns:a16="http://schemas.microsoft.com/office/drawing/2014/main" id="{749C4C82-AF1D-9C4E-A45D-4B07480F953A}"/>
              </a:ext>
            </a:extLst>
          </p:cNvPr>
          <p:cNvCxnSpPr/>
          <p:nvPr/>
        </p:nvCxnSpPr>
        <p:spPr bwMode="auto">
          <a:xfrm>
            <a:off x="9470101" y="2855464"/>
            <a:ext cx="0" cy="189278"/>
          </a:xfrm>
          <a:prstGeom prst="line">
            <a:avLst/>
          </a:prstGeom>
          <a:noFill/>
          <a:ln w="28575" cap="flat" cmpd="sng" algn="ctr">
            <a:solidFill>
              <a:srgbClr val="FE7668"/>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7" name="Gerade Verbindung 88">
            <a:extLst>
              <a:ext uri="{FF2B5EF4-FFF2-40B4-BE49-F238E27FC236}">
                <a16:creationId xmlns:a16="http://schemas.microsoft.com/office/drawing/2014/main" id="{B183E5A2-BC7B-71B8-ABEF-1EE56EFE27A5}"/>
              </a:ext>
            </a:extLst>
          </p:cNvPr>
          <p:cNvCxnSpPr/>
          <p:nvPr/>
        </p:nvCxnSpPr>
        <p:spPr bwMode="auto">
          <a:xfrm>
            <a:off x="6698145" y="2218319"/>
            <a:ext cx="13197" cy="903121"/>
          </a:xfrm>
          <a:prstGeom prst="line">
            <a:avLst/>
          </a:prstGeom>
          <a:noFill/>
          <a:ln w="12700"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8" name="Gerade Verbindung 121">
            <a:extLst>
              <a:ext uri="{FF2B5EF4-FFF2-40B4-BE49-F238E27FC236}">
                <a16:creationId xmlns:a16="http://schemas.microsoft.com/office/drawing/2014/main" id="{5F3AD9AF-A83E-3BBA-8530-9493BC48E373}"/>
              </a:ext>
            </a:extLst>
          </p:cNvPr>
          <p:cNvCxnSpPr/>
          <p:nvPr/>
        </p:nvCxnSpPr>
        <p:spPr bwMode="auto">
          <a:xfrm flipH="1">
            <a:off x="5075920" y="3345982"/>
            <a:ext cx="3385" cy="620896"/>
          </a:xfrm>
          <a:prstGeom prst="line">
            <a:avLst/>
          </a:prstGeom>
          <a:noFill/>
          <a:ln w="12700"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9" name="Rechteck 38">
            <a:extLst>
              <a:ext uri="{FF2B5EF4-FFF2-40B4-BE49-F238E27FC236}">
                <a16:creationId xmlns:a16="http://schemas.microsoft.com/office/drawing/2014/main" id="{D465F2B9-795E-5DB9-79FE-A543EA1230B8}"/>
              </a:ext>
            </a:extLst>
          </p:cNvPr>
          <p:cNvSpPr/>
          <p:nvPr/>
        </p:nvSpPr>
        <p:spPr bwMode="auto">
          <a:xfrm>
            <a:off x="9916206" y="3124874"/>
            <a:ext cx="1008112" cy="216024"/>
          </a:xfrm>
          <a:prstGeom prst="rect">
            <a:avLst/>
          </a:prstGeom>
          <a:solidFill>
            <a:schemeClr val="bg1">
              <a:lumMod val="75000"/>
            </a:schemeClr>
          </a:solidFill>
          <a:ln w="19050" cap="flat" cmpd="sng" algn="ctr">
            <a:solidFill>
              <a:schemeClr val="bg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40" name="Textfeld 39">
            <a:extLst>
              <a:ext uri="{FF2B5EF4-FFF2-40B4-BE49-F238E27FC236}">
                <a16:creationId xmlns:a16="http://schemas.microsoft.com/office/drawing/2014/main" id="{D580A6F1-5274-6802-7ECB-C8C791F52397}"/>
              </a:ext>
            </a:extLst>
          </p:cNvPr>
          <p:cNvSpPr txBox="1"/>
          <p:nvPr/>
        </p:nvSpPr>
        <p:spPr>
          <a:xfrm>
            <a:off x="9125477" y="3717496"/>
            <a:ext cx="862737" cy="307777"/>
          </a:xfrm>
          <a:prstGeom prst="rect">
            <a:avLst/>
          </a:prstGeom>
          <a:noFill/>
        </p:spPr>
        <p:txBody>
          <a:bodyPr wrap="none" rtlCol="0">
            <a:spAutoFit/>
          </a:bodyPr>
          <a:lstStyle/>
          <a:p>
            <a:r>
              <a:rPr lang="de-DE" sz="1400" dirty="0" err="1"/>
              <a:t>ShiftEnd</a:t>
            </a:r>
            <a:endParaRPr lang="de-DE" sz="1400" dirty="0"/>
          </a:p>
        </p:txBody>
      </p:sp>
      <p:cxnSp>
        <p:nvCxnSpPr>
          <p:cNvPr id="41" name="Gerade Verbindung 127">
            <a:extLst>
              <a:ext uri="{FF2B5EF4-FFF2-40B4-BE49-F238E27FC236}">
                <a16:creationId xmlns:a16="http://schemas.microsoft.com/office/drawing/2014/main" id="{6B17337E-8ADF-68DA-17D7-5D83E4F9C248}"/>
              </a:ext>
            </a:extLst>
          </p:cNvPr>
          <p:cNvCxnSpPr/>
          <p:nvPr/>
        </p:nvCxnSpPr>
        <p:spPr bwMode="auto">
          <a:xfrm flipH="1">
            <a:off x="10920935" y="3346895"/>
            <a:ext cx="3385" cy="620896"/>
          </a:xfrm>
          <a:prstGeom prst="line">
            <a:avLst/>
          </a:prstGeom>
          <a:noFill/>
          <a:ln w="12700"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2" name="Textfeld 41">
            <a:extLst>
              <a:ext uri="{FF2B5EF4-FFF2-40B4-BE49-F238E27FC236}">
                <a16:creationId xmlns:a16="http://schemas.microsoft.com/office/drawing/2014/main" id="{95DA93A2-54B4-7313-8A81-7702CBE024D5}"/>
              </a:ext>
            </a:extLst>
          </p:cNvPr>
          <p:cNvSpPr txBox="1"/>
          <p:nvPr/>
        </p:nvSpPr>
        <p:spPr>
          <a:xfrm>
            <a:off x="10060222" y="3719478"/>
            <a:ext cx="922047" cy="307777"/>
          </a:xfrm>
          <a:prstGeom prst="rect">
            <a:avLst/>
          </a:prstGeom>
          <a:noFill/>
        </p:spPr>
        <p:txBody>
          <a:bodyPr wrap="none" rtlCol="0">
            <a:spAutoFit/>
          </a:bodyPr>
          <a:lstStyle/>
          <a:p>
            <a:r>
              <a:rPr lang="de-DE" sz="1400" dirty="0" err="1"/>
              <a:t>ShiftStart</a:t>
            </a:r>
            <a:endParaRPr lang="de-DE" sz="1400" dirty="0"/>
          </a:p>
        </p:txBody>
      </p:sp>
      <p:cxnSp>
        <p:nvCxnSpPr>
          <p:cNvPr id="43" name="Gerade Verbindung 129">
            <a:extLst>
              <a:ext uri="{FF2B5EF4-FFF2-40B4-BE49-F238E27FC236}">
                <a16:creationId xmlns:a16="http://schemas.microsoft.com/office/drawing/2014/main" id="{D7A4B7BC-C69F-5211-E221-4ECADAB72D74}"/>
              </a:ext>
            </a:extLst>
          </p:cNvPr>
          <p:cNvCxnSpPr/>
          <p:nvPr/>
        </p:nvCxnSpPr>
        <p:spPr bwMode="auto">
          <a:xfrm flipH="1">
            <a:off x="9914513" y="3338781"/>
            <a:ext cx="3385" cy="620896"/>
          </a:xfrm>
          <a:prstGeom prst="line">
            <a:avLst/>
          </a:prstGeom>
          <a:noFill/>
          <a:ln w="12700"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4" name="Rechteck 43">
            <a:extLst>
              <a:ext uri="{FF2B5EF4-FFF2-40B4-BE49-F238E27FC236}">
                <a16:creationId xmlns:a16="http://schemas.microsoft.com/office/drawing/2014/main" id="{8864CA98-5E72-E629-1FB7-8844223C5DEF}"/>
              </a:ext>
            </a:extLst>
          </p:cNvPr>
          <p:cNvSpPr/>
          <p:nvPr/>
        </p:nvSpPr>
        <p:spPr bwMode="auto">
          <a:xfrm>
            <a:off x="539750" y="3124874"/>
            <a:ext cx="1008112" cy="216024"/>
          </a:xfrm>
          <a:prstGeom prst="rect">
            <a:avLst/>
          </a:prstGeom>
          <a:solidFill>
            <a:schemeClr val="bg1">
              <a:lumMod val="75000"/>
            </a:schemeClr>
          </a:solidFill>
          <a:ln w="19050" cap="flat" cmpd="sng" algn="ctr">
            <a:solidFill>
              <a:schemeClr val="bg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cxnSp>
        <p:nvCxnSpPr>
          <p:cNvPr id="45" name="Gerade Verbindung 132">
            <a:extLst>
              <a:ext uri="{FF2B5EF4-FFF2-40B4-BE49-F238E27FC236}">
                <a16:creationId xmlns:a16="http://schemas.microsoft.com/office/drawing/2014/main" id="{152BDA1D-AEA3-C14C-FB25-526BF535C46D}"/>
              </a:ext>
            </a:extLst>
          </p:cNvPr>
          <p:cNvCxnSpPr/>
          <p:nvPr/>
        </p:nvCxnSpPr>
        <p:spPr bwMode="auto">
          <a:xfrm flipH="1">
            <a:off x="1544479" y="3346895"/>
            <a:ext cx="3385" cy="620896"/>
          </a:xfrm>
          <a:prstGeom prst="line">
            <a:avLst/>
          </a:prstGeom>
          <a:noFill/>
          <a:ln w="12700" cap="flat" cmpd="sng" algn="ctr">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6" name="Textfeld 45">
            <a:extLst>
              <a:ext uri="{FF2B5EF4-FFF2-40B4-BE49-F238E27FC236}">
                <a16:creationId xmlns:a16="http://schemas.microsoft.com/office/drawing/2014/main" id="{B516BE83-8F71-8846-3358-0AB7B7322916}"/>
              </a:ext>
            </a:extLst>
          </p:cNvPr>
          <p:cNvSpPr txBox="1"/>
          <p:nvPr/>
        </p:nvSpPr>
        <p:spPr>
          <a:xfrm>
            <a:off x="683766" y="3719478"/>
            <a:ext cx="922047" cy="307777"/>
          </a:xfrm>
          <a:prstGeom prst="rect">
            <a:avLst/>
          </a:prstGeom>
          <a:noFill/>
        </p:spPr>
        <p:txBody>
          <a:bodyPr wrap="none" rtlCol="0">
            <a:spAutoFit/>
          </a:bodyPr>
          <a:lstStyle/>
          <a:p>
            <a:r>
              <a:rPr lang="de-DE" sz="1400" dirty="0" err="1"/>
              <a:t>ShiftStart</a:t>
            </a:r>
            <a:endParaRPr lang="de-DE" sz="1400" dirty="0"/>
          </a:p>
        </p:txBody>
      </p:sp>
      <p:sp>
        <p:nvSpPr>
          <p:cNvPr id="47" name="Rechteck 46">
            <a:extLst>
              <a:ext uri="{FF2B5EF4-FFF2-40B4-BE49-F238E27FC236}">
                <a16:creationId xmlns:a16="http://schemas.microsoft.com/office/drawing/2014/main" id="{9DF91E26-B4E5-5BB8-C6E6-CB182AE987A1}"/>
              </a:ext>
            </a:extLst>
          </p:cNvPr>
          <p:cNvSpPr/>
          <p:nvPr/>
        </p:nvSpPr>
        <p:spPr>
          <a:xfrm>
            <a:off x="5738766" y="4635257"/>
            <a:ext cx="2725874" cy="400110"/>
          </a:xfrm>
          <a:prstGeom prst="rect">
            <a:avLst/>
          </a:prstGeom>
        </p:spPr>
        <p:txBody>
          <a:bodyPr wrap="none">
            <a:spAutoFit/>
          </a:bodyPr>
          <a:lstStyle/>
          <a:p>
            <a:r>
              <a:rPr lang="de-DE" dirty="0" err="1"/>
              <a:t>WastedPrevWorkTime</a:t>
            </a:r>
            <a:endParaRPr lang="de-DE" dirty="0"/>
          </a:p>
        </p:txBody>
      </p:sp>
      <p:sp>
        <p:nvSpPr>
          <p:cNvPr id="48" name="Textfeld 47">
            <a:extLst>
              <a:ext uri="{FF2B5EF4-FFF2-40B4-BE49-F238E27FC236}">
                <a16:creationId xmlns:a16="http://schemas.microsoft.com/office/drawing/2014/main" id="{725E8D1B-44C0-90E6-367D-B57D5B2ADECE}"/>
              </a:ext>
            </a:extLst>
          </p:cNvPr>
          <p:cNvSpPr txBox="1"/>
          <p:nvPr/>
        </p:nvSpPr>
        <p:spPr>
          <a:xfrm>
            <a:off x="5738766" y="5035367"/>
            <a:ext cx="2645532" cy="400110"/>
          </a:xfrm>
          <a:prstGeom prst="rect">
            <a:avLst/>
          </a:prstGeom>
          <a:noFill/>
        </p:spPr>
        <p:txBody>
          <a:bodyPr wrap="none" rtlCol="0">
            <a:spAutoFit/>
          </a:bodyPr>
          <a:lstStyle/>
          <a:p>
            <a:r>
              <a:rPr lang="de-DE" dirty="0" err="1"/>
              <a:t>WastedPrevShiftTime</a:t>
            </a:r>
            <a:endParaRPr lang="de-DE" dirty="0"/>
          </a:p>
        </p:txBody>
      </p:sp>
      <p:sp>
        <p:nvSpPr>
          <p:cNvPr id="49" name="Textfeld 48">
            <a:extLst>
              <a:ext uri="{FF2B5EF4-FFF2-40B4-BE49-F238E27FC236}">
                <a16:creationId xmlns:a16="http://schemas.microsoft.com/office/drawing/2014/main" id="{F7CE1C63-0C5F-CC5A-D864-CE6DF0064987}"/>
              </a:ext>
            </a:extLst>
          </p:cNvPr>
          <p:cNvSpPr txBox="1"/>
          <p:nvPr/>
        </p:nvSpPr>
        <p:spPr>
          <a:xfrm>
            <a:off x="5744764" y="5427345"/>
            <a:ext cx="1965603" cy="400110"/>
          </a:xfrm>
          <a:prstGeom prst="rect">
            <a:avLst/>
          </a:prstGeom>
          <a:noFill/>
        </p:spPr>
        <p:txBody>
          <a:bodyPr wrap="none" rtlCol="0">
            <a:spAutoFit/>
          </a:bodyPr>
          <a:lstStyle/>
          <a:p>
            <a:r>
              <a:rPr lang="de-DE" dirty="0" err="1"/>
              <a:t>EmptyHomerun</a:t>
            </a:r>
            <a:endParaRPr lang="de-DE" dirty="0"/>
          </a:p>
        </p:txBody>
      </p:sp>
      <p:sp>
        <p:nvSpPr>
          <p:cNvPr id="50" name="Rechteck 49">
            <a:extLst>
              <a:ext uri="{FF2B5EF4-FFF2-40B4-BE49-F238E27FC236}">
                <a16:creationId xmlns:a16="http://schemas.microsoft.com/office/drawing/2014/main" id="{15EE7D88-E7E1-6ACF-C790-F8CA39E1758B}"/>
              </a:ext>
            </a:extLst>
          </p:cNvPr>
          <p:cNvSpPr/>
          <p:nvPr/>
        </p:nvSpPr>
        <p:spPr>
          <a:xfrm>
            <a:off x="8391241" y="4635257"/>
            <a:ext cx="2307042" cy="400110"/>
          </a:xfrm>
          <a:prstGeom prst="rect">
            <a:avLst/>
          </a:prstGeom>
        </p:spPr>
        <p:txBody>
          <a:bodyPr wrap="none">
            <a:spAutoFit/>
          </a:bodyPr>
          <a:lstStyle/>
          <a:p>
            <a:r>
              <a:rPr lang="de-DE" dirty="0"/>
              <a:t>Default </a:t>
            </a:r>
            <a:r>
              <a:rPr lang="de-DE" dirty="0" err="1"/>
              <a:t>weight</a:t>
            </a:r>
            <a:r>
              <a:rPr lang="de-DE" dirty="0"/>
              <a:t>: 0.0</a:t>
            </a:r>
          </a:p>
        </p:txBody>
      </p:sp>
      <p:sp>
        <p:nvSpPr>
          <p:cNvPr id="51" name="Rechteck 50">
            <a:extLst>
              <a:ext uri="{FF2B5EF4-FFF2-40B4-BE49-F238E27FC236}">
                <a16:creationId xmlns:a16="http://schemas.microsoft.com/office/drawing/2014/main" id="{9EDCFF7B-7B79-1B21-F2C6-D2EC04E8F018}"/>
              </a:ext>
            </a:extLst>
          </p:cNvPr>
          <p:cNvSpPr/>
          <p:nvPr/>
        </p:nvSpPr>
        <p:spPr>
          <a:xfrm>
            <a:off x="8391241" y="5027235"/>
            <a:ext cx="2307042" cy="400110"/>
          </a:xfrm>
          <a:prstGeom prst="rect">
            <a:avLst/>
          </a:prstGeom>
        </p:spPr>
        <p:txBody>
          <a:bodyPr wrap="none">
            <a:spAutoFit/>
          </a:bodyPr>
          <a:lstStyle/>
          <a:p>
            <a:r>
              <a:rPr lang="de-DE" dirty="0"/>
              <a:t>Default </a:t>
            </a:r>
            <a:r>
              <a:rPr lang="de-DE" dirty="0" err="1"/>
              <a:t>weight</a:t>
            </a:r>
            <a:r>
              <a:rPr lang="de-DE" dirty="0"/>
              <a:t>: 0.0</a:t>
            </a:r>
          </a:p>
        </p:txBody>
      </p:sp>
      <p:sp>
        <p:nvSpPr>
          <p:cNvPr id="52" name="Rechteck 51">
            <a:extLst>
              <a:ext uri="{FF2B5EF4-FFF2-40B4-BE49-F238E27FC236}">
                <a16:creationId xmlns:a16="http://schemas.microsoft.com/office/drawing/2014/main" id="{EF5406A5-09D5-DBC7-7ACE-9BA80FD6763D}"/>
              </a:ext>
            </a:extLst>
          </p:cNvPr>
          <p:cNvSpPr/>
          <p:nvPr/>
        </p:nvSpPr>
        <p:spPr>
          <a:xfrm>
            <a:off x="8391241" y="5427345"/>
            <a:ext cx="2307042" cy="400110"/>
          </a:xfrm>
          <a:prstGeom prst="rect">
            <a:avLst/>
          </a:prstGeom>
        </p:spPr>
        <p:txBody>
          <a:bodyPr wrap="none">
            <a:spAutoFit/>
          </a:bodyPr>
          <a:lstStyle/>
          <a:p>
            <a:r>
              <a:rPr lang="de-DE" dirty="0"/>
              <a:t>Default </a:t>
            </a:r>
            <a:r>
              <a:rPr lang="de-DE" dirty="0" err="1"/>
              <a:t>weight</a:t>
            </a:r>
            <a:r>
              <a:rPr lang="de-DE" dirty="0"/>
              <a:t>: 2.0</a:t>
            </a:r>
          </a:p>
        </p:txBody>
      </p:sp>
      <p:sp>
        <p:nvSpPr>
          <p:cNvPr id="53" name="Rechteck 52">
            <a:extLst>
              <a:ext uri="{FF2B5EF4-FFF2-40B4-BE49-F238E27FC236}">
                <a16:creationId xmlns:a16="http://schemas.microsoft.com/office/drawing/2014/main" id="{C329FF1B-A98F-6E9E-7DCC-F81E13ACCE04}"/>
              </a:ext>
            </a:extLst>
          </p:cNvPr>
          <p:cNvSpPr/>
          <p:nvPr/>
        </p:nvSpPr>
        <p:spPr bwMode="auto">
          <a:xfrm>
            <a:off x="757133" y="5158760"/>
            <a:ext cx="244217" cy="217200"/>
          </a:xfrm>
          <a:prstGeom prst="rect">
            <a:avLst/>
          </a:prstGeom>
          <a:solidFill>
            <a:srgbClr val="93FF93"/>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54" name="Rechteck 53">
            <a:extLst>
              <a:ext uri="{FF2B5EF4-FFF2-40B4-BE49-F238E27FC236}">
                <a16:creationId xmlns:a16="http://schemas.microsoft.com/office/drawing/2014/main" id="{9F4B549F-6E3C-4337-1ADA-FE43608B3330}"/>
              </a:ext>
            </a:extLst>
          </p:cNvPr>
          <p:cNvSpPr/>
          <p:nvPr/>
        </p:nvSpPr>
        <p:spPr bwMode="auto">
          <a:xfrm>
            <a:off x="757133" y="4763304"/>
            <a:ext cx="244217" cy="224156"/>
          </a:xfrm>
          <a:prstGeom prst="rect">
            <a:avLst/>
          </a:prstGeom>
          <a:solidFill>
            <a:srgbClr val="FFA6FF"/>
          </a:solidFill>
          <a:ln w="19050" cap="flat" cmpd="sng" algn="ctr">
            <a:solidFill>
              <a:srgbClr val="5A6E78"/>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2000" b="0" i="0" u="none" strike="noStrike" cap="none" normalizeH="0" baseline="0">
              <a:ln>
                <a:noFill/>
              </a:ln>
              <a:solidFill>
                <a:schemeClr val="bg2"/>
              </a:solidFill>
              <a:effectLst/>
              <a:latin typeface="Arial" charset="0"/>
              <a:sym typeface="Monotype Sorts" pitchFamily="2" charset="2"/>
            </a:endParaRPr>
          </a:p>
        </p:txBody>
      </p:sp>
      <p:sp>
        <p:nvSpPr>
          <p:cNvPr id="55" name="Textfeld 54">
            <a:extLst>
              <a:ext uri="{FF2B5EF4-FFF2-40B4-BE49-F238E27FC236}">
                <a16:creationId xmlns:a16="http://schemas.microsoft.com/office/drawing/2014/main" id="{36174C73-F2DC-6F23-D5C0-72CA31B2D14F}"/>
              </a:ext>
            </a:extLst>
          </p:cNvPr>
          <p:cNvSpPr txBox="1"/>
          <p:nvPr/>
        </p:nvSpPr>
        <p:spPr>
          <a:xfrm>
            <a:off x="1169286" y="5067305"/>
            <a:ext cx="2877330" cy="400110"/>
          </a:xfrm>
          <a:prstGeom prst="rect">
            <a:avLst/>
          </a:prstGeom>
          <a:noFill/>
        </p:spPr>
        <p:txBody>
          <a:bodyPr wrap="square" rtlCol="0">
            <a:spAutoFit/>
          </a:bodyPr>
          <a:lstStyle/>
          <a:p>
            <a:r>
              <a:rPr lang="de-DE" dirty="0"/>
              <a:t>Load – Drive – Unload</a:t>
            </a:r>
          </a:p>
        </p:txBody>
      </p:sp>
      <p:sp>
        <p:nvSpPr>
          <p:cNvPr id="56" name="Textfeld 55">
            <a:extLst>
              <a:ext uri="{FF2B5EF4-FFF2-40B4-BE49-F238E27FC236}">
                <a16:creationId xmlns:a16="http://schemas.microsoft.com/office/drawing/2014/main" id="{564DE69B-3B65-02B2-AFA8-F9C19CC3022B}"/>
              </a:ext>
            </a:extLst>
          </p:cNvPr>
          <p:cNvSpPr txBox="1"/>
          <p:nvPr/>
        </p:nvSpPr>
        <p:spPr>
          <a:xfrm>
            <a:off x="1169286" y="4675327"/>
            <a:ext cx="2316037" cy="400110"/>
          </a:xfrm>
          <a:prstGeom prst="rect">
            <a:avLst/>
          </a:prstGeom>
          <a:noFill/>
        </p:spPr>
        <p:txBody>
          <a:bodyPr wrap="square" rtlCol="0">
            <a:spAutoFit/>
          </a:bodyPr>
          <a:lstStyle/>
          <a:p>
            <a:r>
              <a:rPr lang="de-DE" dirty="0" err="1"/>
              <a:t>Homerun</a:t>
            </a:r>
            <a:endParaRPr lang="de-DE" dirty="0"/>
          </a:p>
        </p:txBody>
      </p:sp>
    </p:spTree>
    <p:extLst>
      <p:ext uri="{BB962C8B-B14F-4D97-AF65-F5344CB8AC3E}">
        <p14:creationId xmlns:p14="http://schemas.microsoft.com/office/powerpoint/2010/main" val="33385789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ildplatzhalter 3">
            <a:extLst>
              <a:ext uri="{FF2B5EF4-FFF2-40B4-BE49-F238E27FC236}">
                <a16:creationId xmlns:a16="http://schemas.microsoft.com/office/drawing/2014/main" id="{9CBC18C0-107A-2D54-AFFC-C8E67B73F791}"/>
              </a:ext>
            </a:extLst>
          </p:cNvPr>
          <p:cNvSpPr>
            <a:spLocks noGrp="1"/>
          </p:cNvSpPr>
          <p:nvPr>
            <p:ph type="pic" sz="quarter" idx="17"/>
          </p:nvPr>
        </p:nvSpPr>
        <p:spPr/>
      </p:sp>
      <p:sp>
        <p:nvSpPr>
          <p:cNvPr id="5" name="Bildplatzhalter 4">
            <a:extLst>
              <a:ext uri="{FF2B5EF4-FFF2-40B4-BE49-F238E27FC236}">
                <a16:creationId xmlns:a16="http://schemas.microsoft.com/office/drawing/2014/main" id="{853D5894-9FDD-C181-E0FA-76C3C3400EBB}"/>
              </a:ext>
            </a:extLst>
          </p:cNvPr>
          <p:cNvSpPr>
            <a:spLocks noGrp="1"/>
          </p:cNvSpPr>
          <p:nvPr>
            <p:ph type="pic" sz="quarter" idx="18"/>
          </p:nvPr>
        </p:nvSpPr>
        <p:spPr/>
      </p:sp>
      <p:sp>
        <p:nvSpPr>
          <p:cNvPr id="6" name="Bildplatzhalter 5">
            <a:extLst>
              <a:ext uri="{FF2B5EF4-FFF2-40B4-BE49-F238E27FC236}">
                <a16:creationId xmlns:a16="http://schemas.microsoft.com/office/drawing/2014/main" id="{50B98571-DB34-31C5-5886-CEA874F79FDB}"/>
              </a:ext>
            </a:extLst>
          </p:cNvPr>
          <p:cNvSpPr>
            <a:spLocks noGrp="1"/>
          </p:cNvSpPr>
          <p:nvPr>
            <p:ph type="pic" sz="quarter" idx="19"/>
          </p:nvPr>
        </p:nvSpPr>
        <p:spPr/>
      </p:sp>
      <p:sp>
        <p:nvSpPr>
          <p:cNvPr id="7" name="Bildplatzhalter 6">
            <a:extLst>
              <a:ext uri="{FF2B5EF4-FFF2-40B4-BE49-F238E27FC236}">
                <a16:creationId xmlns:a16="http://schemas.microsoft.com/office/drawing/2014/main" id="{354D6BB5-7A42-75DC-358E-9C1AB1D9DB64}"/>
              </a:ext>
            </a:extLst>
          </p:cNvPr>
          <p:cNvSpPr>
            <a:spLocks noGrp="1"/>
          </p:cNvSpPr>
          <p:nvPr>
            <p:ph type="pic" sz="quarter" idx="20"/>
          </p:nvPr>
        </p:nvSpPr>
        <p:spPr/>
      </p:sp>
      <p:sp>
        <p:nvSpPr>
          <p:cNvPr id="16" name="Titel 8">
            <a:extLst>
              <a:ext uri="{FF2B5EF4-FFF2-40B4-BE49-F238E27FC236}">
                <a16:creationId xmlns:a16="http://schemas.microsoft.com/office/drawing/2014/main" id="{BB4898DD-5D1B-4512-B94F-1A4C2ED8ABAF}"/>
              </a:ext>
            </a:extLst>
          </p:cNvPr>
          <p:cNvSpPr txBox="1">
            <a:spLocks/>
          </p:cNvSpPr>
          <p:nvPr/>
        </p:nvSpPr>
        <p:spPr>
          <a:xfrm>
            <a:off x="539749" y="1118166"/>
            <a:ext cx="4457253" cy="612000"/>
          </a:xfrm>
          <a:prstGeom prst="rect">
            <a:avLst/>
          </a:prstGeom>
        </p:spPr>
        <p:txBody>
          <a:bodyPr vert="horz" lIns="0" tIns="0" rIns="0" bIns="0" rtlCol="0" anchor="t" anchorCtr="0">
            <a:noAutofit/>
          </a:bodyPr>
          <a:lstStyle>
            <a:lvl1pPr marL="0" indent="0" algn="l" defTabSz="864017" rtl="0" eaLnBrk="1" latinLnBrk="0" hangingPunct="1">
              <a:lnSpc>
                <a:spcPct val="100000"/>
              </a:lnSpc>
              <a:spcBef>
                <a:spcPts val="0"/>
              </a:spcBef>
              <a:buFont typeface="Arial" panose="020B0604020202020204" pitchFamily="34" charset="0"/>
              <a:buNone/>
              <a:defRPr sz="1800" kern="1200" spc="-20" baseline="0">
                <a:solidFill>
                  <a:schemeClr val="tx1"/>
                </a:solidFill>
                <a:latin typeface="+mj-lt"/>
                <a:ea typeface="+mj-ea"/>
                <a:cs typeface="+mj-cs"/>
              </a:defRPr>
            </a:lvl1pPr>
          </a:lstStyle>
          <a:p>
            <a:r>
              <a:rPr lang="de-DE" sz="4000" dirty="0"/>
              <a:t>Q&amp;A</a:t>
            </a:r>
          </a:p>
        </p:txBody>
      </p:sp>
      <p:sp>
        <p:nvSpPr>
          <p:cNvPr id="19" name="Fußzeilenplatzhalter 6">
            <a:extLst>
              <a:ext uri="{FF2B5EF4-FFF2-40B4-BE49-F238E27FC236}">
                <a16:creationId xmlns:a16="http://schemas.microsoft.com/office/drawing/2014/main" id="{BDEA16CD-3CA1-49CC-9441-F674E4181B4A}"/>
              </a:ext>
            </a:extLst>
          </p:cNvPr>
          <p:cNvSpPr txBox="1">
            <a:spLocks/>
          </p:cNvSpPr>
          <p:nvPr/>
        </p:nvSpPr>
        <p:spPr>
          <a:xfrm>
            <a:off x="539750" y="6211052"/>
            <a:ext cx="2376250" cy="180000"/>
          </a:xfrm>
          <a:prstGeom prst="rect">
            <a:avLst/>
          </a:prstGeom>
        </p:spPr>
        <p:txBody>
          <a:bodyPr vert="horz" lIns="0" tIns="0" rIns="0" bIns="0" rtlCol="0" anchor="b" anchorCtr="0"/>
          <a:lstStyle>
            <a:defPPr>
              <a:defRPr lang="de-DE"/>
            </a:defPPr>
            <a:lvl1pPr marL="0" indent="0" algn="l" defTabSz="864017" rtl="0" eaLnBrk="1" latinLnBrk="0" hangingPunct="1">
              <a:buFont typeface="Arial" panose="020B0604020202020204" pitchFamily="34" charset="0"/>
              <a:buNone/>
              <a:defRPr sz="900" b="0" kern="1200" spc="-10" baseline="0">
                <a:solidFill>
                  <a:schemeClr val="tx1"/>
                </a:solidFill>
                <a:latin typeface="+mn-lt"/>
                <a:ea typeface="+mn-ea"/>
                <a:cs typeface="+mn-cs"/>
              </a:defRPr>
            </a:lvl1pPr>
            <a:lvl2pPr marL="0" indent="0" algn="l" defTabSz="864017" rtl="0" eaLnBrk="1" latinLnBrk="0" hangingPunct="1">
              <a:defRPr sz="800" b="0" kern="1200">
                <a:solidFill>
                  <a:schemeClr val="tx1"/>
                </a:solidFill>
                <a:latin typeface="+mn-lt"/>
                <a:ea typeface="+mn-ea"/>
                <a:cs typeface="+mn-cs"/>
              </a:defRPr>
            </a:lvl2pPr>
            <a:lvl3pPr marL="0" indent="0" algn="l" defTabSz="864017" rtl="0" eaLnBrk="1" latinLnBrk="0" hangingPunct="1">
              <a:defRPr sz="800" b="0" kern="1200">
                <a:solidFill>
                  <a:schemeClr val="tx1"/>
                </a:solidFill>
                <a:latin typeface="+mn-lt"/>
                <a:ea typeface="+mn-ea"/>
                <a:cs typeface="+mn-cs"/>
              </a:defRPr>
            </a:lvl3pPr>
            <a:lvl4pPr marL="0" indent="0" algn="l" defTabSz="864017" rtl="0" eaLnBrk="1" latinLnBrk="0" hangingPunct="1">
              <a:defRPr sz="800" b="0" kern="1200">
                <a:solidFill>
                  <a:schemeClr val="tx1"/>
                </a:solidFill>
                <a:latin typeface="+mn-lt"/>
                <a:ea typeface="+mn-ea"/>
                <a:cs typeface="+mn-cs"/>
              </a:defRPr>
            </a:lvl4pPr>
            <a:lvl5pPr marL="0" indent="0" algn="l" defTabSz="864017" rtl="0" eaLnBrk="1" latinLnBrk="0" hangingPunct="1">
              <a:defRPr sz="800" b="0" kern="1200">
                <a:solidFill>
                  <a:schemeClr val="tx1"/>
                </a:solidFill>
                <a:latin typeface="+mn-lt"/>
                <a:ea typeface="+mn-ea"/>
                <a:cs typeface="+mn-cs"/>
              </a:defRPr>
            </a:lvl5pPr>
            <a:lvl6pPr marL="0" indent="0" algn="l" defTabSz="864017" rtl="0" eaLnBrk="1" latinLnBrk="0" hangingPunct="1">
              <a:defRPr sz="800" b="0" kern="1200">
                <a:solidFill>
                  <a:schemeClr val="tx1"/>
                </a:solidFill>
                <a:latin typeface="+mn-lt"/>
                <a:ea typeface="+mn-ea"/>
                <a:cs typeface="+mn-cs"/>
              </a:defRPr>
            </a:lvl6pPr>
            <a:lvl7pPr marL="0" indent="0" algn="l" defTabSz="864017" rtl="0" eaLnBrk="1" latinLnBrk="0" hangingPunct="1">
              <a:defRPr sz="800" b="0" kern="1200">
                <a:solidFill>
                  <a:schemeClr val="tx1"/>
                </a:solidFill>
                <a:latin typeface="+mn-lt"/>
                <a:ea typeface="+mn-ea"/>
                <a:cs typeface="+mn-cs"/>
              </a:defRPr>
            </a:lvl7pPr>
            <a:lvl8pPr marL="0" indent="0" algn="l" defTabSz="864017" rtl="0" eaLnBrk="1" latinLnBrk="0" hangingPunct="1">
              <a:defRPr sz="800" b="0" kern="1200">
                <a:solidFill>
                  <a:schemeClr val="tx1"/>
                </a:solidFill>
                <a:latin typeface="+mn-lt"/>
                <a:ea typeface="+mn-ea"/>
                <a:cs typeface="+mn-cs"/>
              </a:defRPr>
            </a:lvl8pPr>
            <a:lvl9pPr marL="0" indent="0" algn="l" defTabSz="864017" rtl="0" eaLnBrk="1" latinLnBrk="0" hangingPunct="1">
              <a:defRPr sz="800" b="0" kern="1200">
                <a:solidFill>
                  <a:schemeClr val="tx1"/>
                </a:solidFill>
                <a:latin typeface="+mn-lt"/>
                <a:ea typeface="+mn-ea"/>
                <a:cs typeface="+mn-cs"/>
              </a:defRPr>
            </a:lvl9pPr>
          </a:lstStyle>
          <a:p>
            <a:r>
              <a:rPr lang="en-US"/>
              <a:t>Refer to proprietary notice on title page</a:t>
            </a:r>
            <a:endParaRPr lang="de-DE" dirty="0"/>
          </a:p>
        </p:txBody>
      </p:sp>
      <p:pic>
        <p:nvPicPr>
          <p:cNvPr id="11" name="Bildplatzhalter 28" descr="Ein Bild, das draußen, Boden, Gebäude enthält.&#10;&#10;Automatisch generierte Beschreibung">
            <a:extLst>
              <a:ext uri="{FF2B5EF4-FFF2-40B4-BE49-F238E27FC236}">
                <a16:creationId xmlns:a16="http://schemas.microsoft.com/office/drawing/2014/main" id="{4BFE704D-15F0-3517-6821-DD516F4D8D16}"/>
              </a:ext>
            </a:extLst>
          </p:cNvPr>
          <p:cNvPicPr>
            <a:picLocks noGrp="1" noChangeAspect="1"/>
          </p:cNvPicPr>
          <p:nvPr>
            <p:ph type="pic" sz="quarter" idx="16"/>
          </p:nvPr>
        </p:nvPicPr>
        <p:blipFill rotWithShape="1">
          <a:blip r:embed="rId2">
            <a:extLst>
              <a:ext uri="{28A0092B-C50C-407E-A947-70E740481C1C}">
                <a14:useLocalDpi xmlns:a14="http://schemas.microsoft.com/office/drawing/2010/main" val="0"/>
              </a:ext>
            </a:extLst>
          </a:blip>
          <a:srcRect l="515" r="515"/>
          <a:stretch/>
        </p:blipFill>
        <p:spPr>
          <a:xfrm>
            <a:off x="2971800" y="0"/>
            <a:ext cx="8548688" cy="6480175"/>
          </a:xfrm>
        </p:spPr>
      </p:pic>
    </p:spTree>
    <p:extLst>
      <p:ext uri="{BB962C8B-B14F-4D97-AF65-F5344CB8AC3E}">
        <p14:creationId xmlns:p14="http://schemas.microsoft.com/office/powerpoint/2010/main" val="30409477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IO_GUID" val="0b33c975-dc2b-445f-a5e2-4c0e4aa385de"/>
  <p:tag name="MIO_EKGUID" val="6dba8b77-2c79-4920-aadd-815172be3295"/>
  <p:tag name="MIO_UPDATE" val="True"/>
  <p:tag name="MIO_VERSION" val="12.11.2019 09:15:21"/>
  <p:tag name="MIO_DBID" val="2E7AE8F6-AA35-4212-976B-EF648CA3D225"/>
  <p:tag name="MIO_LASTDOWNLOADED" val="12.11.2019 09:15:21"/>
  <p:tag name="MIO_OBJECTNAME" val="Zementwerk"/>
  <p:tag name="MIO_LASTEDITORNAME" val="Sven Buenemann"/>
</p:tagLst>
</file>

<file path=ppt/tags/tag2.xml><?xml version="1.0" encoding="utf-8"?>
<p:tagLst xmlns:a="http://schemas.openxmlformats.org/drawingml/2006/main" xmlns:r="http://schemas.openxmlformats.org/officeDocument/2006/relationships" xmlns:p="http://schemas.openxmlformats.org/presentationml/2006/main">
  <p:tag name="MIO_GUID" val="0b33c975-dc2b-445f-a5e2-4c0e4aa385de"/>
  <p:tag name="MIO_EKGUID" val="6dba8b77-2c79-4920-aadd-815172be3295"/>
  <p:tag name="MIO_UPDATE" val="True"/>
  <p:tag name="MIO_VERSION" val="12.11.2019 09:15:21"/>
  <p:tag name="MIO_DBID" val="2E7AE8F6-AA35-4212-976B-EF648CA3D225"/>
  <p:tag name="MIO_LASTDOWNLOADED" val="12.11.2019 09:15:21"/>
  <p:tag name="MIO_OBJECTNAME" val="Zementwerk"/>
  <p:tag name="MIO_LASTEDITORNAME" val="Sven Buenemann"/>
</p:tagLst>
</file>

<file path=ppt/tags/tag3.xml><?xml version="1.0" encoding="utf-8"?>
<p:tagLst xmlns:a="http://schemas.openxmlformats.org/drawingml/2006/main" xmlns:r="http://schemas.openxmlformats.org/officeDocument/2006/relationships" xmlns:p="http://schemas.openxmlformats.org/presentationml/2006/main">
  <p:tag name="MIO_GUID" val="0b33c975-dc2b-445f-a5e2-4c0e4aa385de"/>
  <p:tag name="MIO_EKGUID" val="6dba8b77-2c79-4920-aadd-815172be3295"/>
  <p:tag name="MIO_UPDATE" val="True"/>
  <p:tag name="MIO_VERSION" val="12.11.2019 09:15:21"/>
  <p:tag name="MIO_DBID" val="2E7AE8F6-AA35-4212-976B-EF648CA3D225"/>
  <p:tag name="MIO_LASTDOWNLOADED" val="12.11.2019 09:15:21"/>
  <p:tag name="MIO_OBJECTNAME" val="Zementwerk"/>
  <p:tag name="MIO_LASTEDITORNAME" val="Sven Buenemann"/>
</p:tagLst>
</file>

<file path=ppt/tags/tag4.xml><?xml version="1.0" encoding="utf-8"?>
<p:tagLst xmlns:a="http://schemas.openxmlformats.org/drawingml/2006/main" xmlns:r="http://schemas.openxmlformats.org/officeDocument/2006/relationships" xmlns:p="http://schemas.openxmlformats.org/presentationml/2006/main">
  <p:tag name="MIO_GUID" val="bf9c88e6-e0b9-454f-82aa-2d5edf814348"/>
  <p:tag name="MIO_EKGUID" val="7482a2c8-8472-4d5a-9300-c18433552fca"/>
  <p:tag name="MIO_UPDATE" val="True"/>
  <p:tag name="MIO_VERSION" val="12.11.2019 09:15:37"/>
  <p:tag name="MIO_DBID" val="2E7AE8F6-AA35-4212-976B-EF648CA3D225"/>
  <p:tag name="MIO_LASTDOWNLOADED" val="12.11.2019 09:15:38"/>
  <p:tag name="MIO_OBJECTNAME" val="Betonwerk"/>
  <p:tag name="MIO_LASTEDITORNAME" val="Sven Buenemann"/>
</p:tagLst>
</file>

<file path=ppt/tags/tag5.xml><?xml version="1.0" encoding="utf-8"?>
<p:tagLst xmlns:a="http://schemas.openxmlformats.org/drawingml/2006/main" xmlns:r="http://schemas.openxmlformats.org/officeDocument/2006/relationships" xmlns:p="http://schemas.openxmlformats.org/presentationml/2006/main">
  <p:tag name="MIO_GUID" val="bf9c88e6-e0b9-454f-82aa-2d5edf814348"/>
  <p:tag name="MIO_EKGUID" val="7482a2c8-8472-4d5a-9300-c18433552fca"/>
  <p:tag name="MIO_UPDATE" val="True"/>
  <p:tag name="MIO_VERSION" val="12.11.2019 09:15:37"/>
  <p:tag name="MIO_DBID" val="2E7AE8F6-AA35-4212-976B-EF648CA3D225"/>
  <p:tag name="MIO_LASTDOWNLOADED" val="12.11.2019 09:15:38"/>
  <p:tag name="MIO_OBJECTNAME" val="Betonwerk"/>
  <p:tag name="MIO_LASTEDITORNAME" val="Sven Buenemann"/>
</p:tagLst>
</file>

<file path=ppt/tags/tag6.xml><?xml version="1.0" encoding="utf-8"?>
<p:tagLst xmlns:a="http://schemas.openxmlformats.org/drawingml/2006/main" xmlns:r="http://schemas.openxmlformats.org/officeDocument/2006/relationships" xmlns:p="http://schemas.openxmlformats.org/presentationml/2006/main">
  <p:tag name="MIO_GUID" val="d07dfde2-2aee-4d22-8ad0-20c2938af134"/>
  <p:tag name="MIO_EKGUID" val="dd999229-aed4-4135-9a6b-1876002eb758"/>
  <p:tag name="MIO_UPDATE" val="True"/>
  <p:tag name="MIO_VERSION" val="12.11.2019 09:15:12"/>
  <p:tag name="MIO_DBID" val="2E7AE8F6-AA35-4212-976B-EF648CA3D225"/>
  <p:tag name="MIO_LASTDOWNLOADED" val="12.11.2019 09:15:12"/>
  <p:tag name="MIO_OBJECTNAME" val="Garage 1"/>
  <p:tag name="MIO_LASTEDITORNAME" val="Sven Buenemann"/>
</p:tagLst>
</file>

<file path=ppt/tags/tag7.xml><?xml version="1.0" encoding="utf-8"?>
<p:tagLst xmlns:a="http://schemas.openxmlformats.org/drawingml/2006/main" xmlns:r="http://schemas.openxmlformats.org/officeDocument/2006/relationships" xmlns:p="http://schemas.openxmlformats.org/presentationml/2006/main">
  <p:tag name="MIO_GUID" val="bf9c88e6-e0b9-454f-82aa-2d5edf814348"/>
  <p:tag name="MIO_EKGUID" val="7482a2c8-8472-4d5a-9300-c18433552fca"/>
  <p:tag name="MIO_UPDATE" val="True"/>
  <p:tag name="MIO_VERSION" val="12.11.2019 09:15:37"/>
  <p:tag name="MIO_DBID" val="2E7AE8F6-AA35-4212-976B-EF648CA3D225"/>
  <p:tag name="MIO_LASTDOWNLOADED" val="12.11.2019 09:15:38"/>
  <p:tag name="MIO_OBJECTNAME" val="Betonwerk"/>
  <p:tag name="MIO_LASTEDITORNAME" val="Sven Buenemann"/>
</p:tagLst>
</file>

<file path=ppt/tags/tag8.xml><?xml version="1.0" encoding="utf-8"?>
<p:tagLst xmlns:a="http://schemas.openxmlformats.org/drawingml/2006/main" xmlns:r="http://schemas.openxmlformats.org/officeDocument/2006/relationships" xmlns:p="http://schemas.openxmlformats.org/presentationml/2006/main">
  <p:tag name="MIO_GUID" val="0b33c975-dc2b-445f-a5e2-4c0e4aa385de"/>
  <p:tag name="MIO_EKGUID" val="6dba8b77-2c79-4920-aadd-815172be3295"/>
  <p:tag name="MIO_UPDATE" val="True"/>
  <p:tag name="MIO_VERSION" val="12.11.2019 09:15:21"/>
  <p:tag name="MIO_DBID" val="2E7AE8F6-AA35-4212-976B-EF648CA3D225"/>
  <p:tag name="MIO_LASTDOWNLOADED" val="12.11.2019 09:15:21"/>
  <p:tag name="MIO_OBJECTNAME" val="Zementwerk"/>
  <p:tag name="MIO_LASTEDITORNAME" val="Sven Buenemann"/>
</p:tagLst>
</file>

<file path=ppt/tags/tag9.xml><?xml version="1.0" encoding="utf-8"?>
<p:tagLst xmlns:a="http://schemas.openxmlformats.org/drawingml/2006/main" xmlns:r="http://schemas.openxmlformats.org/officeDocument/2006/relationships" xmlns:p="http://schemas.openxmlformats.org/presentationml/2006/main">
  <p:tag name="MIO_GUID" val="0b33c975-dc2b-445f-a5e2-4c0e4aa385de"/>
  <p:tag name="MIO_EKGUID" val="6dba8b77-2c79-4920-aadd-815172be3295"/>
  <p:tag name="MIO_UPDATE" val="True"/>
  <p:tag name="MIO_VERSION" val="12.11.2019 09:15:21"/>
  <p:tag name="MIO_DBID" val="2E7AE8F6-AA35-4212-976B-EF648CA3D225"/>
  <p:tag name="MIO_LASTDOWNLOADED" val="12.11.2019 09:15:21"/>
  <p:tag name="MIO_OBJECTNAME" val="Zementwerk"/>
  <p:tag name="MIO_LASTEDITORNAME" val="Sven Buenemann"/>
</p:tagLst>
</file>

<file path=ppt/tags/tag10.xml><?xml version="1.0" encoding="utf-8"?>
<p:tagLst xmlns:a="http://schemas.openxmlformats.org/drawingml/2006/main" xmlns:r="http://schemas.openxmlformats.org/officeDocument/2006/relationships" xmlns:p="http://schemas.openxmlformats.org/presentationml/2006/main">
  <p:tag name="MIO_GUID" val="0b33c975-dc2b-445f-a5e2-4c0e4aa385de"/>
  <p:tag name="MIO_EKGUID" val="6dba8b77-2c79-4920-aadd-815172be3295"/>
  <p:tag name="MIO_UPDATE" val="True"/>
  <p:tag name="MIO_VERSION" val="12.11.2019 09:15:21"/>
  <p:tag name="MIO_DBID" val="2E7AE8F6-AA35-4212-976B-EF648CA3D225"/>
  <p:tag name="MIO_LASTDOWNLOADED" val="12.11.2019 09:15:21"/>
  <p:tag name="MIO_OBJECTNAME" val="Zementwerk"/>
  <p:tag name="MIO_LASTEDITORNAME" val="Sven Buenemann"/>
</p:tagLst>
</file>

<file path=ppt/tags/tag11.xml><?xml version="1.0" encoding="utf-8"?>
<p:tagLst xmlns:a="http://schemas.openxmlformats.org/drawingml/2006/main" xmlns:r="http://schemas.openxmlformats.org/officeDocument/2006/relationships" xmlns:p="http://schemas.openxmlformats.org/presentationml/2006/main">
  <p:tag name="MIO_GUID" val="bf9c88e6-e0b9-454f-82aa-2d5edf814348"/>
  <p:tag name="MIO_EKGUID" val="7482a2c8-8472-4d5a-9300-c18433552fca"/>
  <p:tag name="MIO_UPDATE" val="True"/>
  <p:tag name="MIO_VERSION" val="12.11.2019 09:15:37"/>
  <p:tag name="MIO_DBID" val="2E7AE8F6-AA35-4212-976B-EF648CA3D225"/>
  <p:tag name="MIO_LASTDOWNLOADED" val="12.11.2019 09:15:38"/>
  <p:tag name="MIO_OBJECTNAME" val="Betonwerk"/>
  <p:tag name="MIO_LASTEDITORNAME" val="Sven Buenemann"/>
</p:tagLst>
</file>

<file path=ppt/tags/tag12.xml><?xml version="1.0" encoding="utf-8"?>
<p:tagLst xmlns:a="http://schemas.openxmlformats.org/drawingml/2006/main" xmlns:r="http://schemas.openxmlformats.org/officeDocument/2006/relationships" xmlns:p="http://schemas.openxmlformats.org/presentationml/2006/main">
  <p:tag name="MIO_GUID" val="bf9c88e6-e0b9-454f-82aa-2d5edf814348"/>
  <p:tag name="MIO_EKGUID" val="7482a2c8-8472-4d5a-9300-c18433552fca"/>
  <p:tag name="MIO_UPDATE" val="True"/>
  <p:tag name="MIO_VERSION" val="12.11.2019 09:15:37"/>
  <p:tag name="MIO_DBID" val="2E7AE8F6-AA35-4212-976B-EF648CA3D225"/>
  <p:tag name="MIO_LASTDOWNLOADED" val="12.11.2019 09:15:38"/>
  <p:tag name="MIO_OBJECTNAME" val="Betonwerk"/>
  <p:tag name="MIO_LASTEDITORNAME" val="Sven Buenemann"/>
</p:tagLst>
</file>

<file path=ppt/tags/tag13.xml><?xml version="1.0" encoding="utf-8"?>
<p:tagLst xmlns:a="http://schemas.openxmlformats.org/drawingml/2006/main" xmlns:r="http://schemas.openxmlformats.org/officeDocument/2006/relationships" xmlns:p="http://schemas.openxmlformats.org/presentationml/2006/main">
  <p:tag name="MIO_GUID" val="d07dfde2-2aee-4d22-8ad0-20c2938af134"/>
  <p:tag name="MIO_EKGUID" val="dd999229-aed4-4135-9a6b-1876002eb758"/>
  <p:tag name="MIO_UPDATE" val="True"/>
  <p:tag name="MIO_VERSION" val="12.11.2019 09:15:12"/>
  <p:tag name="MIO_DBID" val="2E7AE8F6-AA35-4212-976B-EF648CA3D225"/>
  <p:tag name="MIO_LASTDOWNLOADED" val="12.11.2019 09:15:12"/>
  <p:tag name="MIO_OBJECTNAME" val="Garage 1"/>
  <p:tag name="MIO_LASTEDITORNAME" val="Sven Buenemann"/>
</p:tagLst>
</file>

<file path=ppt/tags/tag14.xml><?xml version="1.0" encoding="utf-8"?>
<p:tagLst xmlns:a="http://schemas.openxmlformats.org/drawingml/2006/main" xmlns:r="http://schemas.openxmlformats.org/officeDocument/2006/relationships" xmlns:p="http://schemas.openxmlformats.org/presentationml/2006/main">
  <p:tag name="MIO_GUID" val="d07dfde2-2aee-4d22-8ad0-20c2938af134"/>
  <p:tag name="MIO_EKGUID" val="dd999229-aed4-4135-9a6b-1876002eb758"/>
  <p:tag name="MIO_UPDATE" val="True"/>
  <p:tag name="MIO_VERSION" val="12.11.2019 09:15:12"/>
  <p:tag name="MIO_DBID" val="2E7AE8F6-AA35-4212-976B-EF648CA3D225"/>
  <p:tag name="MIO_LASTDOWNLOADED" val="12.11.2019 09:15:12"/>
  <p:tag name="MIO_OBJECTNAME" val="Garage 1"/>
  <p:tag name="MIO_LASTEDITORNAME" val="Sven Buenemann"/>
</p:tagLst>
</file>

<file path=ppt/theme/theme1.xml><?xml version="1.0" encoding="utf-8"?>
<a:theme xmlns:a="http://schemas.openxmlformats.org/drawingml/2006/main" name="INFORM PowerPoint Master LIGHT">
  <a:themeElements>
    <a:clrScheme name="INFORM LIGHT">
      <a:dk1>
        <a:sysClr val="windowText" lastClr="000000"/>
      </a:dk1>
      <a:lt1>
        <a:sysClr val="window" lastClr="FFFFFF"/>
      </a:lt1>
      <a:dk2>
        <a:srgbClr val="FFFFFF"/>
      </a:dk2>
      <a:lt2>
        <a:srgbClr val="0090A7"/>
      </a:lt2>
      <a:accent1>
        <a:srgbClr val="0090A7"/>
      </a:accent1>
      <a:accent2>
        <a:srgbClr val="004759"/>
      </a:accent2>
      <a:accent3>
        <a:srgbClr val="4E5355"/>
      </a:accent3>
      <a:accent4>
        <a:srgbClr val="F37900"/>
      </a:accent4>
      <a:accent5>
        <a:srgbClr val="BECB00"/>
      </a:accent5>
      <a:accent6>
        <a:srgbClr val="C00222"/>
      </a:accent6>
      <a:hlink>
        <a:srgbClr val="000000"/>
      </a:hlink>
      <a:folHlink>
        <a:srgbClr val="000000"/>
      </a:folHlink>
    </a:clrScheme>
    <a:fontScheme name="INFORM">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800" dirty="0" err="1" smtClean="0"/>
        </a:defPPr>
      </a:lstStyle>
    </a:txDef>
  </a:objectDefaults>
  <a:extraClrSchemeLst/>
  <a:custClrLst>
    <a:custClr name="Petrol 100%">
      <a:srgbClr val="0090A7"/>
    </a:custClr>
    <a:custClr name="Dunkelgrün 100%">
      <a:srgbClr val="004759"/>
    </a:custClr>
    <a:custClr name="Grau 100%">
      <a:srgbClr val="4E5355"/>
    </a:custClr>
    <a:custClr name="Weiß">
      <a:srgbClr val="FFFFFF"/>
    </a:custClr>
    <a:custClr>
      <a:srgbClr val="FFFFFF"/>
    </a:custClr>
    <a:custClr>
      <a:srgbClr val="FFFFFF"/>
    </a:custClr>
    <a:custClr>
      <a:srgbClr val="FFFFFF"/>
    </a:custClr>
    <a:custClr>
      <a:srgbClr val="FFFFFF"/>
    </a:custClr>
    <a:custClr>
      <a:srgbClr val="FFFFFF"/>
    </a:custClr>
    <a:custClr>
      <a:srgbClr val="FFFFFF"/>
    </a:custClr>
    <a:custClr name="Petrol 75%">
      <a:srgbClr val="40ACBD"/>
    </a:custClr>
    <a:custClr name="Dunkelgrün 75%">
      <a:srgbClr val="407583"/>
    </a:custClr>
    <a:custClr name="Grau 75%">
      <a:srgbClr val="7A7E80"/>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Petrol 50%">
      <a:srgbClr val="7FC7D3"/>
    </a:custClr>
    <a:custClr name="Dunkelgrün 50%">
      <a:srgbClr val="7FA3AC"/>
    </a:custClr>
    <a:custClr name="Grau 50%">
      <a:srgbClr val="A6A9AA"/>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Petrol 25%">
      <a:srgbClr val="BFE3E9"/>
    </a:custClr>
    <a:custClr name="Dunkelgrün 25%">
      <a:srgbClr val="BFD1D5"/>
    </a:custClr>
    <a:custClr name="Grau 25%">
      <a:srgbClr val="D3D4D4"/>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Petrol 10%">
      <a:srgbClr val="E5F4F6"/>
    </a:custClr>
    <a:custClr name="Dunkelgrün 10%">
      <a:srgbClr val="E5ECEE"/>
    </a:custClr>
    <a:custClr name="Grau 10%">
      <a:srgbClr val="EDEDEE"/>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PPT_INFORM_Master-finalissimo.potx" id="{08DFF224-28EA-4460-9005-DEA4B42CC829}" vid="{13C13357-C866-4C3D-8173-A3F2C8EB7759}"/>
    </a:ext>
  </a:extLst>
</a:theme>
</file>

<file path=ppt/theme/theme2.xml><?xml version="1.0" encoding="utf-8"?>
<a:theme xmlns:a="http://schemas.openxmlformats.org/drawingml/2006/main" name="INFORM PowerPoint Master DARK">
  <a:themeElements>
    <a:clrScheme name="INFORM DARK">
      <a:dk1>
        <a:srgbClr val="FFFFFF"/>
      </a:dk1>
      <a:lt1>
        <a:srgbClr val="000000"/>
      </a:lt1>
      <a:dk2>
        <a:srgbClr val="004759"/>
      </a:dk2>
      <a:lt2>
        <a:srgbClr val="FFFFFF"/>
      </a:lt2>
      <a:accent1>
        <a:srgbClr val="0090A7"/>
      </a:accent1>
      <a:accent2>
        <a:srgbClr val="7FC7D3"/>
      </a:accent2>
      <a:accent3>
        <a:srgbClr val="A6A9AA"/>
      </a:accent3>
      <a:accent4>
        <a:srgbClr val="F37900"/>
      </a:accent4>
      <a:accent5>
        <a:srgbClr val="BECB00"/>
      </a:accent5>
      <a:accent6>
        <a:srgbClr val="C00222"/>
      </a:accent6>
      <a:hlink>
        <a:srgbClr val="FFFFFF"/>
      </a:hlink>
      <a:folHlink>
        <a:srgbClr val="FFFFFF"/>
      </a:folHlink>
    </a:clrScheme>
    <a:fontScheme name="INFORM">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800" dirty="0" err="1" smtClean="0"/>
        </a:defPPr>
      </a:lstStyle>
    </a:txDef>
  </a:objectDefaults>
  <a:extraClrSchemeLst/>
  <a:custClrLst>
    <a:custClr name="Petrol 100%">
      <a:srgbClr val="0090A7"/>
    </a:custClr>
    <a:custClr name="Dunkelgrün 100%">
      <a:srgbClr val="004759"/>
    </a:custClr>
    <a:custClr name="Grau 100%">
      <a:srgbClr val="4E5355"/>
    </a:custClr>
    <a:custClr name="Weiß">
      <a:srgbClr val="FFFFFF"/>
    </a:custClr>
    <a:custClr>
      <a:srgbClr val="FFFFFF"/>
    </a:custClr>
    <a:custClr>
      <a:srgbClr val="FFFFFF"/>
    </a:custClr>
    <a:custClr>
      <a:srgbClr val="FFFFFF"/>
    </a:custClr>
    <a:custClr>
      <a:srgbClr val="FFFFFF"/>
    </a:custClr>
    <a:custClr>
      <a:srgbClr val="FFFFFF"/>
    </a:custClr>
    <a:custClr>
      <a:srgbClr val="FFFFFF"/>
    </a:custClr>
    <a:custClr name="Petrol 75%">
      <a:srgbClr val="40ACBD"/>
    </a:custClr>
    <a:custClr name="Dunkelgrün 75%">
      <a:srgbClr val="407583"/>
    </a:custClr>
    <a:custClr name="Grau 75%">
      <a:srgbClr val="7A7E80"/>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Petrol 50%">
      <a:srgbClr val="7FC7D3"/>
    </a:custClr>
    <a:custClr name="Dunkelgrün 50%">
      <a:srgbClr val="7FA3AC"/>
    </a:custClr>
    <a:custClr name="Grau 50%">
      <a:srgbClr val="A6A9AA"/>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Petrol 25%">
      <a:srgbClr val="BFE3E9"/>
    </a:custClr>
    <a:custClr name="Dunkelgrün 25%">
      <a:srgbClr val="BFD1D5"/>
    </a:custClr>
    <a:custClr name="Grau 25%">
      <a:srgbClr val="D3D4D4"/>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Petrol 10%">
      <a:srgbClr val="E5F4F6"/>
    </a:custClr>
    <a:custClr name="Dunkelgrün 10%">
      <a:srgbClr val="E5ECEE"/>
    </a:custClr>
    <a:custClr name="Grau 10%">
      <a:srgbClr val="EDEDEE"/>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PPT_INFORM_Master-finalissimo.potx" id="{08DFF224-28EA-4460-9005-DEA4B42CC829}" vid="{1D29530A-DD79-4C2A-8420-58D901F50A61}"/>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etrol 100%">
      <a:srgbClr val="0090A7"/>
    </a:custClr>
    <a:custClr name="Dunkelgrün 100%">
      <a:srgbClr val="004759"/>
    </a:custClr>
    <a:custClr name="Grau 100%">
      <a:srgbClr val="4E5355"/>
    </a:custClr>
    <a:custClr name="Weiß">
      <a:srgbClr val="FFFFFF"/>
    </a:custClr>
    <a:custClr>
      <a:srgbClr val="FFFFFF"/>
    </a:custClr>
    <a:custClr>
      <a:srgbClr val="FFFFFF"/>
    </a:custClr>
    <a:custClr>
      <a:srgbClr val="FFFFFF"/>
    </a:custClr>
    <a:custClr>
      <a:srgbClr val="FFFFFF"/>
    </a:custClr>
    <a:custClr>
      <a:srgbClr val="FFFFFF"/>
    </a:custClr>
    <a:custClr>
      <a:srgbClr val="FFFFFF"/>
    </a:custClr>
    <a:custClr name="Petrol 75%">
      <a:srgbClr val="40ACBD"/>
    </a:custClr>
    <a:custClr name="Dunkelgrün 75%">
      <a:srgbClr val="407583"/>
    </a:custClr>
    <a:custClr name="Grau 75%">
      <a:srgbClr val="7A7E80"/>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Petrol 50%">
      <a:srgbClr val="7FC7D3"/>
    </a:custClr>
    <a:custClr name="Dunkelgrün 50%">
      <a:srgbClr val="7FA3AC"/>
    </a:custClr>
    <a:custClr name="Grau 50%">
      <a:srgbClr val="A6A9AA"/>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Petrol 25%">
      <a:srgbClr val="BFE3E9"/>
    </a:custClr>
    <a:custClr name="Dunkelgrün 25%">
      <a:srgbClr val="BFD1D5"/>
    </a:custClr>
    <a:custClr name="Grau 25%">
      <a:srgbClr val="D3D4D4"/>
    </a:custClr>
    <a:custClr>
      <a:srgbClr val="FFFFFF"/>
    </a:custClr>
    <a:custClr>
      <a:srgbClr val="FFFFFF"/>
    </a:custClr>
    <a:custClr>
      <a:srgbClr val="FFFFFF"/>
    </a:custClr>
    <a:custClr>
      <a:srgbClr val="FFFFFF"/>
    </a:custClr>
    <a:custClr>
      <a:srgbClr val="FFFFFF"/>
    </a:custClr>
    <a:custClr>
      <a:srgbClr val="FFFFFF"/>
    </a:custClr>
    <a:custClr>
      <a:srgbClr val="FFFFFF"/>
    </a:custClr>
    <a:custClr name="Petrol 10%">
      <a:srgbClr val="E5F4F6"/>
    </a:custClr>
    <a:custClr name="Dunkelgrün 10%">
      <a:srgbClr val="E5ECEE"/>
    </a:custClr>
    <a:custClr name="Grau 10%">
      <a:srgbClr val="EDEDEE"/>
    </a:custClr>
    <a:custClr>
      <a:srgbClr val="FFFFFF"/>
    </a:custClr>
    <a:custClr>
      <a:srgbClr val="FFFFFF"/>
    </a:custClr>
    <a:custClr>
      <a:srgbClr val="FFFFFF"/>
    </a:custClr>
    <a:custClr>
      <a:srgbClr val="FFFFFF"/>
    </a:custClr>
    <a:custClr>
      <a:srgbClr val="FFFFFF"/>
    </a:custClr>
    <a:custClr>
      <a:srgbClr val="FFFFFF"/>
    </a:custClr>
    <a:custClr>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D6234B35684C054188F72B1E8634A21A" ma:contentTypeVersion="13" ma:contentTypeDescription="Ein neues Dokument erstellen." ma:contentTypeScope="" ma:versionID="c850094e091a0baf800cd8377dba48c3">
  <xsd:schema xmlns:xsd="http://www.w3.org/2001/XMLSchema" xmlns:xs="http://www.w3.org/2001/XMLSchema" xmlns:p="http://schemas.microsoft.com/office/2006/metadata/properties" xmlns:ns2="1f926143-5031-4b95-9bfe-ac16aed1c6ee" xmlns:ns3="f714a945-9a11-4faf-a813-e5cce666a4e7" targetNamespace="http://schemas.microsoft.com/office/2006/metadata/properties" ma:root="true" ma:fieldsID="a38c9a08038fe87814d5a1f50914fcde" ns2:_="" ns3:_="">
    <xsd:import namespace="1f926143-5031-4b95-9bfe-ac16aed1c6ee"/>
    <xsd:import namespace="f714a945-9a11-4faf-a813-e5cce666a4e7"/>
    <xsd:element name="properties">
      <xsd:complexType>
        <xsd:sequence>
          <xsd:element name="documentManagement">
            <xsd:complexType>
              <xsd:all>
                <xsd:element ref="ns2:p568792b52a9481b9514c959b5a646b9" minOccurs="0"/>
                <xsd:element ref="ns3:TaxCatchAll" minOccurs="0"/>
                <xsd:element ref="ns2:nf631d3fffee4a50b7e01fba34d78591" minOccurs="0"/>
                <xsd:element ref="ns2:ae95fa87ad9a40f4a55cec8f97d2bf8e" minOccurs="0"/>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926143-5031-4b95-9bfe-ac16aed1c6ee" elementFormDefault="qualified">
    <xsd:import namespace="http://schemas.microsoft.com/office/2006/documentManagement/types"/>
    <xsd:import namespace="http://schemas.microsoft.com/office/infopath/2007/PartnerControls"/>
    <xsd:element name="p568792b52a9481b9514c959b5a646b9" ma:index="9" ma:taxonomy="true" ma:internalName="p568792b52a9481b9514c959b5a646b9" ma:taxonomyFieldName="Category" ma:displayName="Category" ma:readOnly="false" ma:default="" ma:fieldId="{9568792b-52a9-481b-9514-c959b5a646b9}" ma:taxonomyMulti="true" ma:sspId="836cc5e2-c886-4229-a540-983ae932b858" ma:termSetId="54b280aa-2744-40ae-893b-6918caa69482" ma:anchorId="00000000-0000-0000-0000-000000000000" ma:open="false" ma:isKeyword="false">
      <xsd:complexType>
        <xsd:sequence>
          <xsd:element ref="pc:Terms" minOccurs="0" maxOccurs="1"/>
        </xsd:sequence>
      </xsd:complexType>
    </xsd:element>
    <xsd:element name="nf631d3fffee4a50b7e01fba34d78591" ma:index="12" ma:taxonomy="true" ma:internalName="nf631d3fffee4a50b7e01fba34d78591" ma:taxonomyFieldName="Language" ma:displayName="Language" ma:default="" ma:fieldId="{7f631d3f-ffee-4a50-b7e0-1fba34d78591}" ma:sspId="836cc5e2-c886-4229-a540-983ae932b858" ma:termSetId="7c4c3b45-30c0-4d2b-9eff-a2589685b2f2" ma:anchorId="00000000-0000-0000-0000-000000000000" ma:open="false" ma:isKeyword="false">
      <xsd:complexType>
        <xsd:sequence>
          <xsd:element ref="pc:Terms" minOccurs="0" maxOccurs="1"/>
        </xsd:sequence>
      </xsd:complexType>
    </xsd:element>
    <xsd:element name="ae95fa87ad9a40f4a55cec8f97d2bf8e" ma:index="14" ma:taxonomy="true" ma:internalName="ae95fa87ad9a40f4a55cec8f97d2bf8e" ma:taxonomyFieldName="Hub" ma:displayName="Hub" ma:readOnly="false" ma:default="" ma:fieldId="{ae95fa87-ad9a-40f4-a55c-ec8f97d2bf8e}" ma:taxonomyMulti="true" ma:sspId="836cc5e2-c886-4229-a540-983ae932b858" ma:termSetId="082846c0-6337-43bd-8189-034d962a8a8c" ma:anchorId="00000000-0000-0000-0000-000000000000" ma:open="false" ma:isKeyword="false">
      <xsd:complexType>
        <xsd:sequence>
          <xsd:element ref="pc:Terms" minOccurs="0" maxOccurs="1"/>
        </xsd:sequence>
      </xsd:complexType>
    </xsd:element>
    <xsd:element name="MediaServiceMetadata" ma:index="15" nillable="true" ma:displayName="MediaServiceMetadata" ma:hidden="true" ma:internalName="MediaServiceMetadata" ma:readOnly="true">
      <xsd:simpleType>
        <xsd:restriction base="dms:Note"/>
      </xsd:simpleType>
    </xsd:element>
    <xsd:element name="MediaServiceFastMetadata" ma:index="16"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714a945-9a11-4faf-a813-e5cce666a4e7"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5e32fe23-9173-4584-a9d2-fd7e18a8c070}" ma:internalName="TaxCatchAll" ma:showField="CatchAllData" ma:web="f714a945-9a11-4faf-a813-e5cce666a4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568792b52a9481b9514c959b5a646b9 xmlns="1f926143-5031-4b95-9bfe-ac16aed1c6ee">
      <Terms xmlns="http://schemas.microsoft.com/office/infopath/2007/PartnerControls">
        <TermInfo xmlns="http://schemas.microsoft.com/office/infopath/2007/PartnerControls">
          <TermName xmlns="http://schemas.microsoft.com/office/infopath/2007/PartnerControls">Powerpoint</TermName>
          <TermId xmlns="http://schemas.microsoft.com/office/infopath/2007/PartnerControls">e2c38caa-5279-4d73-bbdb-d04cbc114da0</TermId>
        </TermInfo>
      </Terms>
    </p568792b52a9481b9514c959b5a646b9>
    <TaxCatchAll xmlns="f714a945-9a11-4faf-a813-e5cce666a4e7">
      <Value>13</Value>
      <Value>5</Value>
      <Value>8</Value>
    </TaxCatchAll>
    <nf631d3fffee4a50b7e01fba34d78591 xmlns="1f926143-5031-4b95-9bfe-ac16aed1c6ee">
      <Terms xmlns="http://schemas.microsoft.com/office/infopath/2007/PartnerControls">
        <TermInfo xmlns="http://schemas.microsoft.com/office/infopath/2007/PartnerControls">
          <TermName xmlns="http://schemas.microsoft.com/office/infopath/2007/PartnerControls">Deutsch</TermName>
          <TermId xmlns="http://schemas.microsoft.com/office/infopath/2007/PartnerControls">0688a92c-e3fa-4534-ac5c-a4a79a7f6a79</TermId>
        </TermInfo>
      </Terms>
    </nf631d3fffee4a50b7e01fba34d78591>
    <ae95fa87ad9a40f4a55cec8f97d2bf8e xmlns="1f926143-5031-4b95-9bfe-ac16aed1c6ee">
      <Terms xmlns="http://schemas.microsoft.com/office/infopath/2007/PartnerControls">
        <TermInfo xmlns="http://schemas.microsoft.com/office/infopath/2007/PartnerControls">
          <TermName xmlns="http://schemas.microsoft.com/office/infopath/2007/PartnerControls">Marketing</TermName>
          <TermId xmlns="http://schemas.microsoft.com/office/infopath/2007/PartnerControls">6761add7-922c-4566-b95b-9698f0597141</TermId>
        </TermInfo>
      </Terms>
    </ae95fa87ad9a40f4a55cec8f97d2bf8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4BC0364-5624-4FDF-B044-A40B4DF1F0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926143-5031-4b95-9bfe-ac16aed1c6ee"/>
    <ds:schemaRef ds:uri="f714a945-9a11-4faf-a813-e5cce666a4e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70ADEF0-4205-40B1-B087-5638AF317E7B}">
  <ds:schemaRefs>
    <ds:schemaRef ds:uri="http://schemas.microsoft.com/office/2006/metadata/properties"/>
    <ds:schemaRef ds:uri="http://schemas.microsoft.com/office/infopath/2007/PartnerControls"/>
    <ds:schemaRef ds:uri="http://schemas.microsoft.com/sharepoint/v3"/>
    <ds:schemaRef ds:uri="1f926143-5031-4b95-9bfe-ac16aed1c6ee"/>
    <ds:schemaRef ds:uri="f714a945-9a11-4faf-a813-e5cce666a4e7"/>
  </ds:schemaRefs>
</ds:datastoreItem>
</file>

<file path=customXml/itemProps3.xml><?xml version="1.0" encoding="utf-8"?>
<ds:datastoreItem xmlns:ds="http://schemas.openxmlformats.org/officeDocument/2006/customXml" ds:itemID="{67AB80DC-69DF-41F8-8EEA-3C14D63CF86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PPT_INFORM_Master-finalissimo (1)</Template>
  <TotalTime>0</TotalTime>
  <Words>1966</Words>
  <Application>Microsoft Office PowerPoint</Application>
  <PresentationFormat>Benutzerdefiniert</PresentationFormat>
  <Paragraphs>535</Paragraphs>
  <Slides>35</Slides>
  <Notes>0</Notes>
  <HiddenSlides>0</HiddenSlides>
  <MMClips>0</MMClips>
  <ScaleCrop>false</ScaleCrop>
  <HeadingPairs>
    <vt:vector size="6" baseType="variant">
      <vt:variant>
        <vt:lpstr>Verwendete Schriftarten</vt:lpstr>
      </vt:variant>
      <vt:variant>
        <vt:i4>6</vt:i4>
      </vt:variant>
      <vt:variant>
        <vt:lpstr>Design</vt:lpstr>
      </vt:variant>
      <vt:variant>
        <vt:i4>2</vt:i4>
      </vt:variant>
      <vt:variant>
        <vt:lpstr>Folientitel</vt:lpstr>
      </vt:variant>
      <vt:variant>
        <vt:i4>35</vt:i4>
      </vt:variant>
    </vt:vector>
  </HeadingPairs>
  <TitlesOfParts>
    <vt:vector size="43" baseType="lpstr">
      <vt:lpstr>Arial</vt:lpstr>
      <vt:lpstr>Arial Black</vt:lpstr>
      <vt:lpstr>Calibri</vt:lpstr>
      <vt:lpstr>Cambria Math</vt:lpstr>
      <vt:lpstr>Courier New</vt:lpstr>
      <vt:lpstr>Times New Roman</vt:lpstr>
      <vt:lpstr>INFORM PowerPoint Master LIGHT</vt:lpstr>
      <vt:lpstr>INFORM PowerPoint Master DARK</vt:lpstr>
      <vt:lpstr>INTRODUCTION TO COFLO</vt:lpstr>
      <vt:lpstr>Agenda</vt:lpstr>
      <vt:lpstr>PowerPoint-Präsentation</vt:lpstr>
      <vt:lpstr>Problem Description</vt:lpstr>
      <vt:lpstr>Solution Method</vt:lpstr>
      <vt:lpstr>Solution Method</vt:lpstr>
      <vt:lpstr>Solution Method</vt:lpstr>
      <vt:lpstr>Solution Method</vt:lpstr>
      <vt:lpstr>Problem Description</vt:lpstr>
      <vt:lpstr>Solution Method</vt:lpstr>
      <vt:lpstr>Solution Method</vt:lpstr>
      <vt:lpstr>Solution Method</vt:lpstr>
      <vt:lpstr>Solution Method</vt:lpstr>
      <vt:lpstr>Solution Method</vt:lpstr>
      <vt:lpstr>Full Approach</vt:lpstr>
      <vt:lpstr>Constraints</vt:lpstr>
      <vt:lpstr>Extension Set Partitioning (SP)</vt:lpstr>
      <vt:lpstr>Extension</vt:lpstr>
      <vt:lpstr>Extension </vt:lpstr>
      <vt:lpstr>PowerPoint-Präsentation</vt:lpstr>
      <vt:lpstr>Overview</vt:lpstr>
      <vt:lpstr>Maximum Empty Approach</vt:lpstr>
      <vt:lpstr>Delay Cost Threshold and Delay Cost Coefficient</vt:lpstr>
      <vt:lpstr>Order Priority Weight</vt:lpstr>
      <vt:lpstr>Truck Priority Weight</vt:lpstr>
      <vt:lpstr>Minimum Roaming Travel</vt:lpstr>
      <vt:lpstr>Truck Treated As Idle</vt:lpstr>
      <vt:lpstr>Truck Treated As Idle</vt:lpstr>
      <vt:lpstr>Preloads Aligned Right</vt:lpstr>
      <vt:lpstr>Extra Time Ratio For Preload (ETRFP) and Extra Time For Preload (ETFP)</vt:lpstr>
      <vt:lpstr>Prefer Early Loading</vt:lpstr>
      <vt:lpstr>Extra Time Ratio For Preload</vt:lpstr>
      <vt:lpstr>Cost Function Weightings</vt:lpstr>
      <vt:lpstr>Cost Function Weightings</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 ppt-template</dc:title>
  <dc:creator>Sabine Walter</dc:creator>
  <cp:lastModifiedBy>Timm Ziarnetzky</cp:lastModifiedBy>
  <cp:revision>10</cp:revision>
  <dcterms:created xsi:type="dcterms:W3CDTF">2021-11-02T12:53:45Z</dcterms:created>
  <dcterms:modified xsi:type="dcterms:W3CDTF">2022-05-10T12:09:52Z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0x010100D6234B35684C054188F72B1E8634A21A</vt:lpwstr>
  </property>
  <property fmtid="{D5CDD505-2E9C-101B-9397-08002B2CF9AE}" pid="3" name="Category">
    <vt:lpwstr>13;#Powerpoint|e2c38caa-5279-4d73-bbdb-d04cbc114da0</vt:lpwstr>
  </property>
  <property fmtid="{D5CDD505-2E9C-101B-9397-08002B2CF9AE}" pid="4" name="Language">
    <vt:lpwstr>5;#Deutsch|0688a92c-e3fa-4534-ac5c-a4a79a7f6a79</vt:lpwstr>
  </property>
  <property fmtid="{D5CDD505-2E9C-101B-9397-08002B2CF9AE}" pid="5" name="Hub">
    <vt:lpwstr>8;#Marketing|6761add7-922c-4566-b95b-9698f0597141</vt:lpwstr>
  </property>
</Properties>
</file>